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51435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hyperlink" Target="http://bit.ly/2TtBDfr" TargetMode="External"/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 hasCustomPrompt="1"/>
          </p:nvPr>
        </p:nvSpPr>
        <p:spPr>
          <a:xfrm>
            <a:off x="655920" y="2181240"/>
            <a:ext cx="6611040" cy="1758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grpSp>
        <p:nvGrpSpPr>
          <p:cNvPr id="3" name="Google Shape;12;p2"/>
          <p:cNvGrpSpPr/>
          <p:nvPr/>
        </p:nvGrpSpPr>
        <p:grpSpPr>
          <a:xfrm>
            <a:off x="8478000" y="2356920"/>
            <a:ext cx="501840" cy="313200"/>
            <a:chOff x="8478000" y="2356920"/>
            <a:chExt cx="501840" cy="313200"/>
          </a:xfrm>
        </p:grpSpPr>
        <p:sp>
          <p:nvSpPr>
            <p:cNvPr id="4" name="Google Shape;13;p2"/>
            <p:cNvSpPr/>
            <p:nvPr/>
          </p:nvSpPr>
          <p:spPr>
            <a:xfrm rot="860400">
              <a:off x="8507160" y="2389680"/>
              <a:ext cx="241560" cy="156960"/>
            </a:xfrm>
            <a:custGeom>
              <a:avLst/>
              <a:gdLst>
                <a:gd name="textAreaLeft" fmla="*/ 0 w 241560"/>
                <a:gd name="textAreaRight" fmla="*/ 241920 w 241560"/>
                <a:gd name="textAreaTop" fmla="*/ 0 h 156960"/>
                <a:gd name="textAreaBottom" fmla="*/ 157320 h 156960"/>
              </a:gdLst>
              <a:ahLst/>
              <a:cxnLst/>
              <a:rect l="textAreaLeft" t="textAreaTop" r="textAreaRight" b="textAreaBottom"/>
              <a:pathLst>
                <a:path w="4880" h="3175">
                  <a:moveTo>
                    <a:pt x="1362" y="1"/>
                  </a:moveTo>
                  <a:cubicBezTo>
                    <a:pt x="789" y="1"/>
                    <a:pt x="275" y="398"/>
                    <a:pt x="147" y="981"/>
                  </a:cubicBezTo>
                  <a:cubicBezTo>
                    <a:pt x="1" y="1668"/>
                    <a:pt x="444" y="2346"/>
                    <a:pt x="1136" y="2477"/>
                  </a:cubicBezTo>
                  <a:lnTo>
                    <a:pt x="4349" y="3174"/>
                  </a:lnTo>
                  <a:lnTo>
                    <a:pt x="4880" y="737"/>
                  </a:lnTo>
                  <a:lnTo>
                    <a:pt x="1673" y="40"/>
                  </a:lnTo>
                  <a:cubicBezTo>
                    <a:pt x="1568" y="14"/>
                    <a:pt x="1464" y="1"/>
                    <a:pt x="1362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8480" bIns="784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" name="Google Shape;14;p2"/>
            <p:cNvSpPr/>
            <p:nvPr/>
          </p:nvSpPr>
          <p:spPr>
            <a:xfrm rot="860400">
              <a:off x="8707320" y="2478240"/>
              <a:ext cx="237960" cy="157680"/>
            </a:xfrm>
            <a:custGeom>
              <a:avLst/>
              <a:gdLst>
                <a:gd name="textAreaLeft" fmla="*/ 0 w 237960"/>
                <a:gd name="textAreaRight" fmla="*/ 238320 w 237960"/>
                <a:gd name="textAreaTop" fmla="*/ 0 h 157680"/>
                <a:gd name="textAreaBottom" fmla="*/ 158040 h 157680"/>
              </a:gdLst>
              <a:ahLst/>
              <a:cxnLst/>
              <a:rect l="textAreaLeft" t="textAreaTop" r="textAreaRight" b="textAreaBottom"/>
              <a:pathLst>
                <a:path w="4802" h="3189">
                  <a:moveTo>
                    <a:pt x="532" y="0"/>
                  </a:moveTo>
                  <a:lnTo>
                    <a:pt x="1" y="2442"/>
                  </a:lnTo>
                  <a:lnTo>
                    <a:pt x="3296" y="3159"/>
                  </a:lnTo>
                  <a:cubicBezTo>
                    <a:pt x="3383" y="3178"/>
                    <a:pt x="3472" y="3188"/>
                    <a:pt x="3561" y="3188"/>
                  </a:cubicBezTo>
                  <a:cubicBezTo>
                    <a:pt x="3650" y="3188"/>
                    <a:pt x="3739" y="3178"/>
                    <a:pt x="3827" y="3159"/>
                  </a:cubicBezTo>
                  <a:lnTo>
                    <a:pt x="3827" y="3154"/>
                  </a:lnTo>
                  <a:cubicBezTo>
                    <a:pt x="4397" y="3027"/>
                    <a:pt x="4802" y="2520"/>
                    <a:pt x="4802" y="1935"/>
                  </a:cubicBezTo>
                  <a:cubicBezTo>
                    <a:pt x="4802" y="1350"/>
                    <a:pt x="4397" y="844"/>
                    <a:pt x="3827" y="717"/>
                  </a:cubicBezTo>
                  <a:lnTo>
                    <a:pt x="532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8840" bIns="788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" name="Google Shape;15;p2"/>
            <p:cNvSpPr/>
            <p:nvPr/>
          </p:nvSpPr>
          <p:spPr>
            <a:xfrm rot="860400">
              <a:off x="8495640" y="2411280"/>
              <a:ext cx="465840" cy="204120"/>
            </a:xfrm>
            <a:custGeom>
              <a:avLst/>
              <a:gdLst>
                <a:gd name="textAreaLeft" fmla="*/ 0 w 465840"/>
                <a:gd name="textAreaRight" fmla="*/ 466200 w 465840"/>
                <a:gd name="textAreaTop" fmla="*/ 0 h 204120"/>
                <a:gd name="textAreaBottom" fmla="*/ 204480 h 204120"/>
              </a:gdLst>
              <a:ahLst/>
              <a:cxnLst/>
              <a:rect l="textAreaLeft" t="textAreaTop" r="textAreaRight" b="textAreaBottom"/>
              <a:pathLst>
                <a:path w="9399" h="4123">
                  <a:moveTo>
                    <a:pt x="1450" y="200"/>
                  </a:moveTo>
                  <a:cubicBezTo>
                    <a:pt x="1539" y="200"/>
                    <a:pt x="1630" y="211"/>
                    <a:pt x="1721" y="233"/>
                  </a:cubicBezTo>
                  <a:lnTo>
                    <a:pt x="8223" y="1651"/>
                  </a:lnTo>
                  <a:cubicBezTo>
                    <a:pt x="8750" y="1763"/>
                    <a:pt x="9125" y="2231"/>
                    <a:pt x="9125" y="2767"/>
                  </a:cubicBezTo>
                  <a:cubicBezTo>
                    <a:pt x="9125" y="3308"/>
                    <a:pt x="8750" y="3776"/>
                    <a:pt x="8223" y="3888"/>
                  </a:cubicBezTo>
                  <a:cubicBezTo>
                    <a:pt x="8143" y="3906"/>
                    <a:pt x="8061" y="3914"/>
                    <a:pt x="7980" y="3914"/>
                  </a:cubicBezTo>
                  <a:cubicBezTo>
                    <a:pt x="7898" y="3914"/>
                    <a:pt x="7816" y="3906"/>
                    <a:pt x="7736" y="3888"/>
                  </a:cubicBezTo>
                  <a:lnTo>
                    <a:pt x="4441" y="3172"/>
                  </a:lnTo>
                  <a:lnTo>
                    <a:pt x="1234" y="2470"/>
                  </a:lnTo>
                  <a:cubicBezTo>
                    <a:pt x="605" y="2348"/>
                    <a:pt x="196" y="1729"/>
                    <a:pt x="332" y="1100"/>
                  </a:cubicBezTo>
                  <a:cubicBezTo>
                    <a:pt x="449" y="563"/>
                    <a:pt x="925" y="200"/>
                    <a:pt x="1450" y="200"/>
                  </a:cubicBezTo>
                  <a:close/>
                  <a:moveTo>
                    <a:pt x="1475" y="1"/>
                  </a:moveTo>
                  <a:cubicBezTo>
                    <a:pt x="855" y="1"/>
                    <a:pt x="297" y="433"/>
                    <a:pt x="161" y="1061"/>
                  </a:cubicBezTo>
                  <a:cubicBezTo>
                    <a:pt x="1" y="1793"/>
                    <a:pt x="464" y="2509"/>
                    <a:pt x="1190" y="2670"/>
                  </a:cubicBezTo>
                  <a:lnTo>
                    <a:pt x="7692" y="4088"/>
                  </a:lnTo>
                  <a:cubicBezTo>
                    <a:pt x="7790" y="4108"/>
                    <a:pt x="7887" y="4122"/>
                    <a:pt x="7985" y="4122"/>
                  </a:cubicBezTo>
                  <a:cubicBezTo>
                    <a:pt x="8672" y="4122"/>
                    <a:pt x="9252" y="3601"/>
                    <a:pt x="9325" y="2914"/>
                  </a:cubicBezTo>
                  <a:cubicBezTo>
                    <a:pt x="9398" y="2226"/>
                    <a:pt x="8945" y="1598"/>
                    <a:pt x="8267" y="1451"/>
                  </a:cubicBezTo>
                  <a:lnTo>
                    <a:pt x="1765" y="33"/>
                  </a:lnTo>
                  <a:cubicBezTo>
                    <a:pt x="1668" y="11"/>
                    <a:pt x="1570" y="1"/>
                    <a:pt x="147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" name="Google Shape;16;p2"/>
            <p:cNvSpPr/>
            <p:nvPr/>
          </p:nvSpPr>
          <p:spPr>
            <a:xfrm rot="860400">
              <a:off x="8710200" y="2451600"/>
              <a:ext cx="36000" cy="12276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122760"/>
                <a:gd name="textAreaBottom" fmla="*/ 123120 h 122760"/>
              </a:gdLst>
              <a:ahLst/>
              <a:cxnLst/>
              <a:rect l="textAreaLeft" t="textAreaTop" r="textAreaRight" b="textAreaBottom"/>
              <a:pathLst>
                <a:path w="732" h="2482">
                  <a:moveTo>
                    <a:pt x="536" y="1"/>
                  </a:moveTo>
                  <a:lnTo>
                    <a:pt x="0" y="2438"/>
                  </a:lnTo>
                  <a:lnTo>
                    <a:pt x="200" y="2482"/>
                  </a:lnTo>
                  <a:lnTo>
                    <a:pt x="731" y="45"/>
                  </a:lnTo>
                  <a:lnTo>
                    <a:pt x="536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61560" bIns="615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" name="Google Shape;17;p2"/>
          <p:cNvGrpSpPr/>
          <p:nvPr/>
        </p:nvGrpSpPr>
        <p:grpSpPr>
          <a:xfrm>
            <a:off x="5196960" y="237600"/>
            <a:ext cx="343800" cy="487080"/>
            <a:chOff x="5196960" y="237600"/>
            <a:chExt cx="343800" cy="487080"/>
          </a:xfrm>
        </p:grpSpPr>
        <p:sp>
          <p:nvSpPr>
            <p:cNvPr id="9" name="Google Shape;18;p2"/>
            <p:cNvSpPr/>
            <p:nvPr/>
          </p:nvSpPr>
          <p:spPr>
            <a:xfrm rot="20928600">
              <a:off x="5328360" y="454320"/>
              <a:ext cx="182880" cy="237240"/>
            </a:xfrm>
            <a:custGeom>
              <a:avLst/>
              <a:gdLst>
                <a:gd name="textAreaLeft" fmla="*/ 0 w 182880"/>
                <a:gd name="textAreaRight" fmla="*/ 183240 w 182880"/>
                <a:gd name="textAreaTop" fmla="*/ 0 h 237240"/>
                <a:gd name="textAreaBottom" fmla="*/ 237600 h 237240"/>
              </a:gdLst>
              <a:ahLst/>
              <a:cxnLst/>
              <a:rect l="textAreaLeft" t="textAreaTop" r="textAreaRight" b="textAreaBottom"/>
              <a:pathLst>
                <a:path w="3691" h="4789">
                  <a:moveTo>
                    <a:pt x="2355" y="1"/>
                  </a:moveTo>
                  <a:lnTo>
                    <a:pt x="1" y="829"/>
                  </a:lnTo>
                  <a:lnTo>
                    <a:pt x="1088" y="3925"/>
                  </a:lnTo>
                  <a:cubicBezTo>
                    <a:pt x="1258" y="4455"/>
                    <a:pt x="1751" y="4789"/>
                    <a:pt x="2277" y="4789"/>
                  </a:cubicBezTo>
                  <a:cubicBezTo>
                    <a:pt x="2413" y="4789"/>
                    <a:pt x="2551" y="4766"/>
                    <a:pt x="2687" y="4719"/>
                  </a:cubicBezTo>
                  <a:cubicBezTo>
                    <a:pt x="3349" y="4485"/>
                    <a:pt x="3691" y="3754"/>
                    <a:pt x="3442" y="3101"/>
                  </a:cubicBezTo>
                  <a:lnTo>
                    <a:pt x="2355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" name="Google Shape;19;p2"/>
            <p:cNvSpPr/>
            <p:nvPr/>
          </p:nvSpPr>
          <p:spPr>
            <a:xfrm rot="20928600">
              <a:off x="5223960" y="271440"/>
              <a:ext cx="183240" cy="240120"/>
            </a:xfrm>
            <a:custGeom>
              <a:avLst/>
              <a:gdLst>
                <a:gd name="textAreaLeft" fmla="*/ 0 w 183240"/>
                <a:gd name="textAreaRight" fmla="*/ 183600 w 183240"/>
                <a:gd name="textAreaTop" fmla="*/ 0 h 240120"/>
                <a:gd name="textAreaBottom" fmla="*/ 240480 h 240120"/>
              </a:gdLst>
              <a:ahLst/>
              <a:cxnLst/>
              <a:rect l="textAreaLeft" t="textAreaTop" r="textAreaRight" b="textAreaBottom"/>
              <a:pathLst>
                <a:path w="3701" h="4849">
                  <a:moveTo>
                    <a:pt x="1403" y="1"/>
                  </a:moveTo>
                  <a:cubicBezTo>
                    <a:pt x="1266" y="1"/>
                    <a:pt x="1127" y="24"/>
                    <a:pt x="990" y="72"/>
                  </a:cubicBezTo>
                  <a:cubicBezTo>
                    <a:pt x="342" y="301"/>
                    <a:pt x="0" y="1012"/>
                    <a:pt x="230" y="1666"/>
                  </a:cubicBezTo>
                  <a:lnTo>
                    <a:pt x="1346" y="4848"/>
                  </a:lnTo>
                  <a:lnTo>
                    <a:pt x="3700" y="4020"/>
                  </a:lnTo>
                  <a:lnTo>
                    <a:pt x="2584" y="837"/>
                  </a:lnTo>
                  <a:cubicBezTo>
                    <a:pt x="2403" y="325"/>
                    <a:pt x="1920" y="1"/>
                    <a:pt x="1403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" name="Google Shape;20;p2"/>
            <p:cNvSpPr/>
            <p:nvPr/>
          </p:nvSpPr>
          <p:spPr>
            <a:xfrm rot="20928600">
              <a:off x="5237280" y="258480"/>
              <a:ext cx="262440" cy="444600"/>
            </a:xfrm>
            <a:custGeom>
              <a:avLst/>
              <a:gdLst>
                <a:gd name="textAreaLeft" fmla="*/ 0 w 262440"/>
                <a:gd name="textAreaRight" fmla="*/ 262800 w 262440"/>
                <a:gd name="textAreaTop" fmla="*/ 0 h 444600"/>
                <a:gd name="textAreaBottom" fmla="*/ 444960 h 444600"/>
              </a:gdLst>
              <a:ahLst/>
              <a:cxnLst/>
              <a:rect l="textAreaLeft" t="textAreaTop" r="textAreaRight" b="textAreaBottom"/>
              <a:pathLst>
                <a:path w="5299" h="8973">
                  <a:moveTo>
                    <a:pt x="1511" y="194"/>
                  </a:moveTo>
                  <a:cubicBezTo>
                    <a:pt x="1999" y="194"/>
                    <a:pt x="2433" y="501"/>
                    <a:pt x="2593" y="959"/>
                  </a:cubicBezTo>
                  <a:lnTo>
                    <a:pt x="4797" y="7242"/>
                  </a:lnTo>
                  <a:cubicBezTo>
                    <a:pt x="5006" y="7842"/>
                    <a:pt x="4694" y="8495"/>
                    <a:pt x="4095" y="8704"/>
                  </a:cubicBezTo>
                  <a:cubicBezTo>
                    <a:pt x="3969" y="8748"/>
                    <a:pt x="3841" y="8769"/>
                    <a:pt x="3715" y="8769"/>
                  </a:cubicBezTo>
                  <a:cubicBezTo>
                    <a:pt x="3241" y="8769"/>
                    <a:pt x="2798" y="8473"/>
                    <a:pt x="2632" y="8002"/>
                  </a:cubicBezTo>
                  <a:lnTo>
                    <a:pt x="429" y="1719"/>
                  </a:lnTo>
                  <a:cubicBezTo>
                    <a:pt x="327" y="1432"/>
                    <a:pt x="346" y="1115"/>
                    <a:pt x="478" y="842"/>
                  </a:cubicBezTo>
                  <a:cubicBezTo>
                    <a:pt x="668" y="447"/>
                    <a:pt x="1073" y="194"/>
                    <a:pt x="1511" y="194"/>
                  </a:cubicBezTo>
                  <a:close/>
                  <a:moveTo>
                    <a:pt x="1516" y="1"/>
                  </a:moveTo>
                  <a:cubicBezTo>
                    <a:pt x="1368" y="1"/>
                    <a:pt x="1216" y="25"/>
                    <a:pt x="1068" y="77"/>
                  </a:cubicBezTo>
                  <a:cubicBezTo>
                    <a:pt x="371" y="321"/>
                    <a:pt x="0" y="1086"/>
                    <a:pt x="239" y="1788"/>
                  </a:cubicBezTo>
                  <a:lnTo>
                    <a:pt x="2442" y="8066"/>
                  </a:lnTo>
                  <a:cubicBezTo>
                    <a:pt x="2632" y="8607"/>
                    <a:pt x="3144" y="8968"/>
                    <a:pt x="3719" y="8972"/>
                  </a:cubicBezTo>
                  <a:cubicBezTo>
                    <a:pt x="4650" y="8968"/>
                    <a:pt x="5299" y="8051"/>
                    <a:pt x="4992" y="7174"/>
                  </a:cubicBezTo>
                  <a:lnTo>
                    <a:pt x="2788" y="891"/>
                  </a:lnTo>
                  <a:cubicBezTo>
                    <a:pt x="2588" y="341"/>
                    <a:pt x="2070" y="1"/>
                    <a:pt x="151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" name="Google Shape;21;p2"/>
            <p:cNvSpPr/>
            <p:nvPr/>
          </p:nvSpPr>
          <p:spPr>
            <a:xfrm rot="20928600">
              <a:off x="5308200" y="458280"/>
              <a:ext cx="119880" cy="50040"/>
            </a:xfrm>
            <a:custGeom>
              <a:avLst/>
              <a:gdLst>
                <a:gd name="textAreaLeft" fmla="*/ 0 w 119880"/>
                <a:gd name="textAreaRight" fmla="*/ 120240 w 119880"/>
                <a:gd name="textAreaTop" fmla="*/ 0 h 50040"/>
                <a:gd name="textAreaBottom" fmla="*/ 50400 h 50040"/>
              </a:gdLst>
              <a:ahLst/>
              <a:cxnLst/>
              <a:rect l="textAreaLeft" t="textAreaTop" r="textAreaRight" b="textAreaBottom"/>
              <a:pathLst>
                <a:path w="2424" h="1015">
                  <a:moveTo>
                    <a:pt x="2360" y="1"/>
                  </a:moveTo>
                  <a:lnTo>
                    <a:pt x="1" y="825"/>
                  </a:lnTo>
                  <a:lnTo>
                    <a:pt x="69" y="1015"/>
                  </a:lnTo>
                  <a:lnTo>
                    <a:pt x="2423" y="191"/>
                  </a:lnTo>
                  <a:lnTo>
                    <a:pt x="2360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5200" bIns="252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3" name="Google Shape;22;p2"/>
          <p:cNvGrpSpPr/>
          <p:nvPr/>
        </p:nvGrpSpPr>
        <p:grpSpPr>
          <a:xfrm>
            <a:off x="1657080" y="4529520"/>
            <a:ext cx="503640" cy="360720"/>
            <a:chOff x="1657080" y="4529520"/>
            <a:chExt cx="503640" cy="360720"/>
          </a:xfrm>
        </p:grpSpPr>
        <p:sp>
          <p:nvSpPr>
            <p:cNvPr id="14" name="Google Shape;23;p2"/>
            <p:cNvSpPr/>
            <p:nvPr/>
          </p:nvSpPr>
          <p:spPr>
            <a:xfrm rot="860400">
              <a:off x="1676160" y="4626360"/>
              <a:ext cx="246240" cy="180360"/>
            </a:xfrm>
            <a:custGeom>
              <a:avLst/>
              <a:gdLst>
                <a:gd name="textAreaLeft" fmla="*/ 0 w 246240"/>
                <a:gd name="textAreaRight" fmla="*/ 246600 w 246240"/>
                <a:gd name="textAreaTop" fmla="*/ 0 h 180360"/>
                <a:gd name="textAreaBottom" fmla="*/ 180720 h 180360"/>
              </a:gdLst>
              <a:ahLst/>
              <a:cxnLst/>
              <a:rect l="textAreaLeft" t="textAreaTop" r="textAreaRight" b="textAreaBottom"/>
              <a:pathLst>
                <a:path w="4973" h="3642">
                  <a:moveTo>
                    <a:pt x="4051" y="1"/>
                  </a:moveTo>
                  <a:lnTo>
                    <a:pt x="1000" y="1219"/>
                  </a:lnTo>
                  <a:cubicBezTo>
                    <a:pt x="332" y="1458"/>
                    <a:pt x="1" y="2199"/>
                    <a:pt x="259" y="2857"/>
                  </a:cubicBezTo>
                  <a:cubicBezTo>
                    <a:pt x="456" y="3344"/>
                    <a:pt x="926" y="3642"/>
                    <a:pt x="1420" y="3642"/>
                  </a:cubicBezTo>
                  <a:cubicBezTo>
                    <a:pt x="1588" y="3642"/>
                    <a:pt x="1758" y="3607"/>
                    <a:pt x="1921" y="3535"/>
                  </a:cubicBezTo>
                  <a:lnTo>
                    <a:pt x="4973" y="2316"/>
                  </a:lnTo>
                  <a:lnTo>
                    <a:pt x="4051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0360" bIns="903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" name="Google Shape;24;p2"/>
            <p:cNvSpPr/>
            <p:nvPr/>
          </p:nvSpPr>
          <p:spPr>
            <a:xfrm rot="860400">
              <a:off x="1887120" y="4610880"/>
              <a:ext cx="240120" cy="180720"/>
            </a:xfrm>
            <a:custGeom>
              <a:avLst/>
              <a:gdLst>
                <a:gd name="textAreaLeft" fmla="*/ 0 w 240120"/>
                <a:gd name="textAreaRight" fmla="*/ 240480 w 240120"/>
                <a:gd name="textAreaTop" fmla="*/ 0 h 180720"/>
                <a:gd name="textAreaBottom" fmla="*/ 181080 h 180720"/>
              </a:gdLst>
              <a:ahLst/>
              <a:cxnLst/>
              <a:rect l="textAreaLeft" t="textAreaTop" r="textAreaRight" b="textAreaBottom"/>
              <a:pathLst>
                <a:path w="4846" h="3654">
                  <a:moveTo>
                    <a:pt x="3597" y="0"/>
                  </a:moveTo>
                  <a:cubicBezTo>
                    <a:pt x="3441" y="0"/>
                    <a:pt x="3283" y="29"/>
                    <a:pt x="3130" y="91"/>
                  </a:cubicBezTo>
                  <a:lnTo>
                    <a:pt x="0" y="1339"/>
                  </a:lnTo>
                  <a:lnTo>
                    <a:pt x="922" y="3654"/>
                  </a:lnTo>
                  <a:lnTo>
                    <a:pt x="4056" y="2406"/>
                  </a:lnTo>
                  <a:cubicBezTo>
                    <a:pt x="4533" y="2216"/>
                    <a:pt x="4845" y="1758"/>
                    <a:pt x="4845" y="1246"/>
                  </a:cubicBezTo>
                  <a:cubicBezTo>
                    <a:pt x="4845" y="1085"/>
                    <a:pt x="4811" y="929"/>
                    <a:pt x="4753" y="783"/>
                  </a:cubicBezTo>
                  <a:cubicBezTo>
                    <a:pt x="4560" y="297"/>
                    <a:pt x="4093" y="0"/>
                    <a:pt x="3597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0360" bIns="903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" name="Google Shape;25;p2"/>
            <p:cNvSpPr/>
            <p:nvPr/>
          </p:nvSpPr>
          <p:spPr>
            <a:xfrm rot="860400">
              <a:off x="1681560" y="4581720"/>
              <a:ext cx="454320" cy="256320"/>
            </a:xfrm>
            <a:custGeom>
              <a:avLst/>
              <a:gdLst>
                <a:gd name="textAreaLeft" fmla="*/ 0 w 454320"/>
                <a:gd name="textAreaRight" fmla="*/ 454680 w 454320"/>
                <a:gd name="textAreaTop" fmla="*/ 0 h 256320"/>
                <a:gd name="textAreaBottom" fmla="*/ 256680 h 256320"/>
              </a:gdLst>
              <a:ahLst/>
              <a:cxnLst/>
              <a:rect l="textAreaLeft" t="textAreaTop" r="textAreaRight" b="textAreaBottom"/>
              <a:pathLst>
                <a:path w="9165" h="5173">
                  <a:moveTo>
                    <a:pt x="7639" y="206"/>
                  </a:moveTo>
                  <a:lnTo>
                    <a:pt x="7639" y="210"/>
                  </a:lnTo>
                  <a:cubicBezTo>
                    <a:pt x="8106" y="210"/>
                    <a:pt x="8526" y="493"/>
                    <a:pt x="8701" y="932"/>
                  </a:cubicBezTo>
                  <a:cubicBezTo>
                    <a:pt x="8755" y="1063"/>
                    <a:pt x="8784" y="1210"/>
                    <a:pt x="8784" y="1351"/>
                  </a:cubicBezTo>
                  <a:cubicBezTo>
                    <a:pt x="8784" y="1824"/>
                    <a:pt x="8496" y="2248"/>
                    <a:pt x="8058" y="2419"/>
                  </a:cubicBezTo>
                  <a:lnTo>
                    <a:pt x="1877" y="4885"/>
                  </a:lnTo>
                  <a:cubicBezTo>
                    <a:pt x="1739" y="4940"/>
                    <a:pt x="1593" y="4968"/>
                    <a:pt x="1448" y="4968"/>
                  </a:cubicBezTo>
                  <a:cubicBezTo>
                    <a:pt x="1297" y="4968"/>
                    <a:pt x="1146" y="4937"/>
                    <a:pt x="1005" y="4875"/>
                  </a:cubicBezTo>
                  <a:cubicBezTo>
                    <a:pt x="59" y="4475"/>
                    <a:pt x="79" y="3135"/>
                    <a:pt x="1029" y="2755"/>
                  </a:cubicBezTo>
                  <a:lnTo>
                    <a:pt x="7210" y="288"/>
                  </a:lnTo>
                  <a:cubicBezTo>
                    <a:pt x="7346" y="235"/>
                    <a:pt x="7492" y="206"/>
                    <a:pt x="7639" y="206"/>
                  </a:cubicBezTo>
                  <a:close/>
                  <a:moveTo>
                    <a:pt x="7639" y="1"/>
                  </a:moveTo>
                  <a:cubicBezTo>
                    <a:pt x="7471" y="1"/>
                    <a:pt x="7301" y="32"/>
                    <a:pt x="7136" y="98"/>
                  </a:cubicBezTo>
                  <a:lnTo>
                    <a:pt x="951" y="2565"/>
                  </a:lnTo>
                  <a:cubicBezTo>
                    <a:pt x="352" y="2804"/>
                    <a:pt x="1" y="3437"/>
                    <a:pt x="122" y="4076"/>
                  </a:cubicBezTo>
                  <a:cubicBezTo>
                    <a:pt x="244" y="4709"/>
                    <a:pt x="805" y="5172"/>
                    <a:pt x="1448" y="5172"/>
                  </a:cubicBezTo>
                  <a:cubicBezTo>
                    <a:pt x="1624" y="5172"/>
                    <a:pt x="1794" y="5138"/>
                    <a:pt x="1950" y="5075"/>
                  </a:cubicBezTo>
                  <a:lnTo>
                    <a:pt x="8136" y="2604"/>
                  </a:lnTo>
                  <a:cubicBezTo>
                    <a:pt x="8828" y="2331"/>
                    <a:pt x="9164" y="1541"/>
                    <a:pt x="8886" y="849"/>
                  </a:cubicBezTo>
                  <a:cubicBezTo>
                    <a:pt x="8678" y="322"/>
                    <a:pt x="8173" y="1"/>
                    <a:pt x="763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" name="Google Shape;26;p2"/>
            <p:cNvSpPr/>
            <p:nvPr/>
          </p:nvSpPr>
          <p:spPr>
            <a:xfrm rot="860400">
              <a:off x="1876680" y="4649760"/>
              <a:ext cx="55080" cy="118440"/>
            </a:xfrm>
            <a:custGeom>
              <a:avLst/>
              <a:gdLst>
                <a:gd name="textAreaLeft" fmla="*/ 0 w 55080"/>
                <a:gd name="textAreaRight" fmla="*/ 55440 w 55080"/>
                <a:gd name="textAreaTop" fmla="*/ 0 h 118440"/>
                <a:gd name="textAreaBottom" fmla="*/ 118800 h 118440"/>
              </a:gdLst>
              <a:ahLst/>
              <a:cxnLst/>
              <a:rect l="textAreaLeft" t="textAreaTop" r="textAreaRight" b="textAreaBottom"/>
              <a:pathLst>
                <a:path w="1118" h="2395">
                  <a:moveTo>
                    <a:pt x="191" y="1"/>
                  </a:moveTo>
                  <a:lnTo>
                    <a:pt x="1" y="79"/>
                  </a:lnTo>
                  <a:lnTo>
                    <a:pt x="927" y="2394"/>
                  </a:lnTo>
                  <a:lnTo>
                    <a:pt x="1117" y="2321"/>
                  </a:lnTo>
                  <a:lnTo>
                    <a:pt x="191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9400" bIns="594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8" name="Google Shape;27;p2"/>
          <p:cNvGrpSpPr/>
          <p:nvPr/>
        </p:nvGrpSpPr>
        <p:grpSpPr>
          <a:xfrm>
            <a:off x="349200" y="1551240"/>
            <a:ext cx="501120" cy="376920"/>
            <a:chOff x="349200" y="1551240"/>
            <a:chExt cx="501120" cy="376920"/>
          </a:xfrm>
        </p:grpSpPr>
        <p:sp>
          <p:nvSpPr>
            <p:cNvPr id="19" name="Google Shape;28;p2"/>
            <p:cNvSpPr/>
            <p:nvPr/>
          </p:nvSpPr>
          <p:spPr>
            <a:xfrm rot="860400">
              <a:off x="561240" y="1704960"/>
              <a:ext cx="243720" cy="189000"/>
            </a:xfrm>
            <a:custGeom>
              <a:avLst/>
              <a:gdLst>
                <a:gd name="textAreaLeft" fmla="*/ 0 w 243720"/>
                <a:gd name="textAreaRight" fmla="*/ 244080 w 243720"/>
                <a:gd name="textAreaTop" fmla="*/ 0 h 189000"/>
                <a:gd name="textAreaBottom" fmla="*/ 189360 h 189000"/>
              </a:gdLst>
              <a:ahLst/>
              <a:cxnLst/>
              <a:rect l="textAreaLeft" t="textAreaTop" r="textAreaRight" b="textAreaBottom"/>
              <a:pathLst>
                <a:path w="4924" h="3817">
                  <a:moveTo>
                    <a:pt x="1064" y="0"/>
                  </a:moveTo>
                  <a:lnTo>
                    <a:pt x="1" y="2262"/>
                  </a:lnTo>
                  <a:lnTo>
                    <a:pt x="3047" y="3700"/>
                  </a:lnTo>
                  <a:cubicBezTo>
                    <a:pt x="3213" y="3778"/>
                    <a:pt x="3393" y="3817"/>
                    <a:pt x="3579" y="3817"/>
                  </a:cubicBezTo>
                  <a:cubicBezTo>
                    <a:pt x="4164" y="3817"/>
                    <a:pt x="4671" y="3412"/>
                    <a:pt x="4797" y="2842"/>
                  </a:cubicBezTo>
                  <a:cubicBezTo>
                    <a:pt x="4924" y="2272"/>
                    <a:pt x="4641" y="1692"/>
                    <a:pt x="4110" y="1443"/>
                  </a:cubicBezTo>
                  <a:lnTo>
                    <a:pt x="1064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" name="Google Shape;29;p2"/>
            <p:cNvSpPr/>
            <p:nvPr/>
          </p:nvSpPr>
          <p:spPr>
            <a:xfrm rot="860400">
              <a:off x="392400" y="1583640"/>
              <a:ext cx="246240" cy="187920"/>
            </a:xfrm>
            <a:custGeom>
              <a:avLst/>
              <a:gdLst>
                <a:gd name="textAreaLeft" fmla="*/ 0 w 246240"/>
                <a:gd name="textAreaRight" fmla="*/ 246600 w 246240"/>
                <a:gd name="textAreaTop" fmla="*/ 0 h 187920"/>
                <a:gd name="textAreaBottom" fmla="*/ 188280 h 187920"/>
              </a:gdLst>
              <a:ahLst/>
              <a:cxnLst/>
              <a:rect l="textAreaLeft" t="textAreaTop" r="textAreaRight" b="textAreaBottom"/>
              <a:pathLst>
                <a:path w="4968" h="3794">
                  <a:moveTo>
                    <a:pt x="1429" y="1"/>
                  </a:moveTo>
                  <a:cubicBezTo>
                    <a:pt x="963" y="1"/>
                    <a:pt x="514" y="264"/>
                    <a:pt x="303" y="713"/>
                  </a:cubicBezTo>
                  <a:cubicBezTo>
                    <a:pt x="1" y="1352"/>
                    <a:pt x="283" y="2107"/>
                    <a:pt x="932" y="2390"/>
                  </a:cubicBezTo>
                  <a:lnTo>
                    <a:pt x="3900" y="3794"/>
                  </a:lnTo>
                  <a:lnTo>
                    <a:pt x="4968" y="1532"/>
                  </a:lnTo>
                  <a:lnTo>
                    <a:pt x="1994" y="138"/>
                  </a:lnTo>
                  <a:cubicBezTo>
                    <a:pt x="1813" y="45"/>
                    <a:pt x="1619" y="1"/>
                    <a:pt x="1429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" name="Google Shape;30;p2"/>
            <p:cNvSpPr/>
            <p:nvPr/>
          </p:nvSpPr>
          <p:spPr>
            <a:xfrm rot="860400">
              <a:off x="376200" y="1602000"/>
              <a:ext cx="447120" cy="274680"/>
            </a:xfrm>
            <a:custGeom>
              <a:avLst/>
              <a:gdLst>
                <a:gd name="textAreaLeft" fmla="*/ 0 w 447120"/>
                <a:gd name="textAreaRight" fmla="*/ 447480 w 447120"/>
                <a:gd name="textAreaTop" fmla="*/ 0 h 274680"/>
                <a:gd name="textAreaBottom" fmla="*/ 275040 h 274680"/>
              </a:gdLst>
              <a:ahLst/>
              <a:cxnLst/>
              <a:rect l="textAreaLeft" t="textAreaTop" r="textAreaRight" b="textAreaBottom"/>
              <a:pathLst>
                <a:path w="9019" h="5541">
                  <a:moveTo>
                    <a:pt x="1575" y="222"/>
                  </a:moveTo>
                  <a:cubicBezTo>
                    <a:pt x="1725" y="222"/>
                    <a:pt x="1878" y="252"/>
                    <a:pt x="2024" y="315"/>
                  </a:cubicBezTo>
                  <a:lnTo>
                    <a:pt x="8048" y="3157"/>
                  </a:lnTo>
                  <a:cubicBezTo>
                    <a:pt x="8618" y="3425"/>
                    <a:pt x="8862" y="4107"/>
                    <a:pt x="8594" y="4682"/>
                  </a:cubicBezTo>
                  <a:cubicBezTo>
                    <a:pt x="8404" y="5082"/>
                    <a:pt x="7999" y="5336"/>
                    <a:pt x="7561" y="5336"/>
                  </a:cubicBezTo>
                  <a:cubicBezTo>
                    <a:pt x="7551" y="5336"/>
                    <a:pt x="7542" y="5336"/>
                    <a:pt x="7532" y="5336"/>
                  </a:cubicBezTo>
                  <a:cubicBezTo>
                    <a:pt x="7372" y="5336"/>
                    <a:pt x="7216" y="5297"/>
                    <a:pt x="7073" y="5228"/>
                  </a:cubicBezTo>
                  <a:lnTo>
                    <a:pt x="4022" y="3790"/>
                  </a:lnTo>
                  <a:lnTo>
                    <a:pt x="1049" y="2387"/>
                  </a:lnTo>
                  <a:cubicBezTo>
                    <a:pt x="503" y="2104"/>
                    <a:pt x="274" y="1441"/>
                    <a:pt x="537" y="880"/>
                  </a:cubicBezTo>
                  <a:cubicBezTo>
                    <a:pt x="732" y="468"/>
                    <a:pt x="1145" y="222"/>
                    <a:pt x="1575" y="222"/>
                  </a:cubicBezTo>
                  <a:close/>
                  <a:moveTo>
                    <a:pt x="1542" y="1"/>
                  </a:moveTo>
                  <a:cubicBezTo>
                    <a:pt x="1037" y="1"/>
                    <a:pt x="552" y="286"/>
                    <a:pt x="322" y="773"/>
                  </a:cubicBezTo>
                  <a:cubicBezTo>
                    <a:pt x="1" y="1446"/>
                    <a:pt x="288" y="2250"/>
                    <a:pt x="966" y="2572"/>
                  </a:cubicBezTo>
                  <a:lnTo>
                    <a:pt x="6986" y="5413"/>
                  </a:lnTo>
                  <a:cubicBezTo>
                    <a:pt x="7161" y="5496"/>
                    <a:pt x="7361" y="5540"/>
                    <a:pt x="7561" y="5540"/>
                  </a:cubicBezTo>
                  <a:cubicBezTo>
                    <a:pt x="8189" y="5540"/>
                    <a:pt x="8740" y="5106"/>
                    <a:pt x="8877" y="4487"/>
                  </a:cubicBezTo>
                  <a:cubicBezTo>
                    <a:pt x="9018" y="3868"/>
                    <a:pt x="8711" y="3240"/>
                    <a:pt x="8136" y="2971"/>
                  </a:cubicBezTo>
                  <a:lnTo>
                    <a:pt x="2116" y="130"/>
                  </a:lnTo>
                  <a:cubicBezTo>
                    <a:pt x="1931" y="42"/>
                    <a:pt x="1735" y="1"/>
                    <a:pt x="154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" name="Google Shape;31;p2"/>
            <p:cNvSpPr/>
            <p:nvPr/>
          </p:nvSpPr>
          <p:spPr>
            <a:xfrm rot="860400">
              <a:off x="568800" y="1680120"/>
              <a:ext cx="61560" cy="115920"/>
            </a:xfrm>
            <a:custGeom>
              <a:avLst/>
              <a:gdLst>
                <a:gd name="textAreaLeft" fmla="*/ 0 w 61560"/>
                <a:gd name="textAreaRight" fmla="*/ 61920 w 61560"/>
                <a:gd name="textAreaTop" fmla="*/ 0 h 115920"/>
                <a:gd name="textAreaBottom" fmla="*/ 116280 h 115920"/>
              </a:gdLst>
              <a:ahLst/>
              <a:cxnLst/>
              <a:rect l="textAreaLeft" t="textAreaTop" r="textAreaRight" b="textAreaBottom"/>
              <a:pathLst>
                <a:path w="1249" h="2346">
                  <a:moveTo>
                    <a:pt x="1063" y="1"/>
                  </a:moveTo>
                  <a:lnTo>
                    <a:pt x="1" y="2257"/>
                  </a:lnTo>
                  <a:lnTo>
                    <a:pt x="186" y="2345"/>
                  </a:lnTo>
                  <a:lnTo>
                    <a:pt x="1248" y="88"/>
                  </a:lnTo>
                  <a:lnTo>
                    <a:pt x="1063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3" name="Google Shape;32;p2"/>
          <p:cNvSpPr/>
          <p:nvPr/>
        </p:nvSpPr>
        <p:spPr>
          <a:xfrm>
            <a:off x="259920" y="810720"/>
            <a:ext cx="221040" cy="221040"/>
          </a:xfrm>
          <a:custGeom>
            <a:avLst/>
            <a:gdLst>
              <a:gd name="textAreaLeft" fmla="*/ 0 w 221040"/>
              <a:gd name="textAreaRight" fmla="*/ 221400 w 221040"/>
              <a:gd name="textAreaTop" fmla="*/ 0 h 221040"/>
              <a:gd name="textAreaBottom" fmla="*/ 221400 h 221040"/>
            </a:gdLst>
            <a:ahLst/>
            <a:cxnLst/>
            <a:rect l="textAreaLeft" t="textAreaTop" r="textAreaRight" b="textAreaBottom"/>
            <a:pathLst>
              <a:path w="4900" h="4900">
                <a:moveTo>
                  <a:pt x="2808" y="205"/>
                </a:moveTo>
                <a:lnTo>
                  <a:pt x="2808" y="2091"/>
                </a:lnTo>
                <a:lnTo>
                  <a:pt x="4695" y="2091"/>
                </a:lnTo>
                <a:lnTo>
                  <a:pt x="4695" y="2808"/>
                </a:lnTo>
                <a:lnTo>
                  <a:pt x="2808" y="2808"/>
                </a:lnTo>
                <a:lnTo>
                  <a:pt x="2808" y="4694"/>
                </a:lnTo>
                <a:lnTo>
                  <a:pt x="2097" y="4694"/>
                </a:lnTo>
                <a:lnTo>
                  <a:pt x="2097" y="2803"/>
                </a:lnTo>
                <a:lnTo>
                  <a:pt x="206" y="2803"/>
                </a:lnTo>
                <a:lnTo>
                  <a:pt x="206" y="2091"/>
                </a:lnTo>
                <a:lnTo>
                  <a:pt x="2097" y="2091"/>
                </a:lnTo>
                <a:lnTo>
                  <a:pt x="2097" y="205"/>
                </a:lnTo>
                <a:close/>
                <a:moveTo>
                  <a:pt x="1887" y="0"/>
                </a:moveTo>
                <a:lnTo>
                  <a:pt x="1887" y="1887"/>
                </a:lnTo>
                <a:lnTo>
                  <a:pt x="1" y="1887"/>
                </a:lnTo>
                <a:lnTo>
                  <a:pt x="1" y="3013"/>
                </a:lnTo>
                <a:lnTo>
                  <a:pt x="1887" y="3013"/>
                </a:lnTo>
                <a:lnTo>
                  <a:pt x="1887" y="4899"/>
                </a:lnTo>
                <a:lnTo>
                  <a:pt x="3008" y="4899"/>
                </a:lnTo>
                <a:lnTo>
                  <a:pt x="3008" y="3008"/>
                </a:lnTo>
                <a:lnTo>
                  <a:pt x="4899" y="3008"/>
                </a:lnTo>
                <a:lnTo>
                  <a:pt x="4899" y="1887"/>
                </a:lnTo>
                <a:lnTo>
                  <a:pt x="3008" y="1887"/>
                </a:lnTo>
                <a:lnTo>
                  <a:pt x="3008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" name="Google Shape;33;p2"/>
          <p:cNvSpPr/>
          <p:nvPr/>
        </p:nvSpPr>
        <p:spPr>
          <a:xfrm>
            <a:off x="8679960" y="3349440"/>
            <a:ext cx="221040" cy="221040"/>
          </a:xfrm>
          <a:custGeom>
            <a:avLst/>
            <a:gdLst>
              <a:gd name="textAreaLeft" fmla="*/ 0 w 221040"/>
              <a:gd name="textAreaRight" fmla="*/ 221400 w 221040"/>
              <a:gd name="textAreaTop" fmla="*/ 0 h 221040"/>
              <a:gd name="textAreaBottom" fmla="*/ 221400 h 221040"/>
            </a:gdLst>
            <a:ahLst/>
            <a:cxnLst/>
            <a:rect l="textAreaLeft" t="textAreaTop" r="textAreaRight" b="textAreaBottom"/>
            <a:pathLst>
              <a:path w="4900" h="4900">
                <a:moveTo>
                  <a:pt x="2808" y="205"/>
                </a:moveTo>
                <a:lnTo>
                  <a:pt x="2808" y="2091"/>
                </a:lnTo>
                <a:lnTo>
                  <a:pt x="4695" y="2091"/>
                </a:lnTo>
                <a:lnTo>
                  <a:pt x="4695" y="2808"/>
                </a:lnTo>
                <a:lnTo>
                  <a:pt x="2808" y="2808"/>
                </a:lnTo>
                <a:lnTo>
                  <a:pt x="2808" y="4694"/>
                </a:lnTo>
                <a:lnTo>
                  <a:pt x="2097" y="4694"/>
                </a:lnTo>
                <a:lnTo>
                  <a:pt x="2097" y="2803"/>
                </a:lnTo>
                <a:lnTo>
                  <a:pt x="206" y="2803"/>
                </a:lnTo>
                <a:lnTo>
                  <a:pt x="206" y="2091"/>
                </a:lnTo>
                <a:lnTo>
                  <a:pt x="2097" y="2091"/>
                </a:lnTo>
                <a:lnTo>
                  <a:pt x="2097" y="205"/>
                </a:lnTo>
                <a:close/>
                <a:moveTo>
                  <a:pt x="1887" y="0"/>
                </a:moveTo>
                <a:lnTo>
                  <a:pt x="1887" y="1887"/>
                </a:lnTo>
                <a:lnTo>
                  <a:pt x="1" y="1887"/>
                </a:lnTo>
                <a:lnTo>
                  <a:pt x="1" y="3013"/>
                </a:lnTo>
                <a:lnTo>
                  <a:pt x="1887" y="3013"/>
                </a:lnTo>
                <a:lnTo>
                  <a:pt x="1887" y="4899"/>
                </a:lnTo>
                <a:lnTo>
                  <a:pt x="3008" y="4899"/>
                </a:lnTo>
                <a:lnTo>
                  <a:pt x="3008" y="3008"/>
                </a:lnTo>
                <a:lnTo>
                  <a:pt x="4899" y="3008"/>
                </a:lnTo>
                <a:lnTo>
                  <a:pt x="4899" y="1887"/>
                </a:lnTo>
                <a:lnTo>
                  <a:pt x="3008" y="1887"/>
                </a:lnTo>
                <a:lnTo>
                  <a:pt x="3008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" name="Google Shape;34;p2"/>
          <p:cNvSpPr/>
          <p:nvPr/>
        </p:nvSpPr>
        <p:spPr>
          <a:xfrm>
            <a:off x="973440" y="4727520"/>
            <a:ext cx="221040" cy="221040"/>
          </a:xfrm>
          <a:custGeom>
            <a:avLst/>
            <a:gdLst>
              <a:gd name="textAreaLeft" fmla="*/ 0 w 221040"/>
              <a:gd name="textAreaRight" fmla="*/ 221400 w 221040"/>
              <a:gd name="textAreaTop" fmla="*/ 0 h 221040"/>
              <a:gd name="textAreaBottom" fmla="*/ 221400 h 221040"/>
            </a:gdLst>
            <a:ahLst/>
            <a:cxnLst/>
            <a:rect l="textAreaLeft" t="textAreaTop" r="textAreaRight" b="textAreaBottom"/>
            <a:pathLst>
              <a:path w="4900" h="4900">
                <a:moveTo>
                  <a:pt x="2808" y="205"/>
                </a:moveTo>
                <a:lnTo>
                  <a:pt x="2808" y="2091"/>
                </a:lnTo>
                <a:lnTo>
                  <a:pt x="4695" y="2091"/>
                </a:lnTo>
                <a:lnTo>
                  <a:pt x="4695" y="2808"/>
                </a:lnTo>
                <a:lnTo>
                  <a:pt x="2808" y="2808"/>
                </a:lnTo>
                <a:lnTo>
                  <a:pt x="2808" y="4694"/>
                </a:lnTo>
                <a:lnTo>
                  <a:pt x="2097" y="4694"/>
                </a:lnTo>
                <a:lnTo>
                  <a:pt x="2097" y="2803"/>
                </a:lnTo>
                <a:lnTo>
                  <a:pt x="206" y="2803"/>
                </a:lnTo>
                <a:lnTo>
                  <a:pt x="206" y="2091"/>
                </a:lnTo>
                <a:lnTo>
                  <a:pt x="2097" y="2091"/>
                </a:lnTo>
                <a:lnTo>
                  <a:pt x="2097" y="205"/>
                </a:lnTo>
                <a:close/>
                <a:moveTo>
                  <a:pt x="1887" y="0"/>
                </a:moveTo>
                <a:lnTo>
                  <a:pt x="1887" y="1887"/>
                </a:lnTo>
                <a:lnTo>
                  <a:pt x="1" y="1887"/>
                </a:lnTo>
                <a:lnTo>
                  <a:pt x="1" y="3013"/>
                </a:lnTo>
                <a:lnTo>
                  <a:pt x="1887" y="3013"/>
                </a:lnTo>
                <a:lnTo>
                  <a:pt x="1887" y="4899"/>
                </a:lnTo>
                <a:lnTo>
                  <a:pt x="3008" y="4899"/>
                </a:lnTo>
                <a:lnTo>
                  <a:pt x="3008" y="3008"/>
                </a:lnTo>
                <a:lnTo>
                  <a:pt x="4899" y="3008"/>
                </a:lnTo>
                <a:lnTo>
                  <a:pt x="4899" y="1887"/>
                </a:lnTo>
                <a:lnTo>
                  <a:pt x="3008" y="1887"/>
                </a:lnTo>
                <a:lnTo>
                  <a:pt x="3008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" name="Google Shape;35;p2"/>
          <p:cNvSpPr/>
          <p:nvPr/>
        </p:nvSpPr>
        <p:spPr>
          <a:xfrm>
            <a:off x="6279840" y="86040"/>
            <a:ext cx="221040" cy="221040"/>
          </a:xfrm>
          <a:custGeom>
            <a:avLst/>
            <a:gdLst>
              <a:gd name="textAreaLeft" fmla="*/ 0 w 221040"/>
              <a:gd name="textAreaRight" fmla="*/ 221400 w 221040"/>
              <a:gd name="textAreaTop" fmla="*/ 0 h 221040"/>
              <a:gd name="textAreaBottom" fmla="*/ 221400 h 221040"/>
            </a:gdLst>
            <a:ahLst/>
            <a:cxnLst/>
            <a:rect l="textAreaLeft" t="textAreaTop" r="textAreaRight" b="textAreaBottom"/>
            <a:pathLst>
              <a:path w="4900" h="4900">
                <a:moveTo>
                  <a:pt x="2808" y="205"/>
                </a:moveTo>
                <a:lnTo>
                  <a:pt x="2808" y="2091"/>
                </a:lnTo>
                <a:lnTo>
                  <a:pt x="4695" y="2091"/>
                </a:lnTo>
                <a:lnTo>
                  <a:pt x="4695" y="2808"/>
                </a:lnTo>
                <a:lnTo>
                  <a:pt x="2808" y="2808"/>
                </a:lnTo>
                <a:lnTo>
                  <a:pt x="2808" y="4694"/>
                </a:lnTo>
                <a:lnTo>
                  <a:pt x="2097" y="4694"/>
                </a:lnTo>
                <a:lnTo>
                  <a:pt x="2097" y="2803"/>
                </a:lnTo>
                <a:lnTo>
                  <a:pt x="206" y="2803"/>
                </a:lnTo>
                <a:lnTo>
                  <a:pt x="206" y="2091"/>
                </a:lnTo>
                <a:lnTo>
                  <a:pt x="2097" y="2091"/>
                </a:lnTo>
                <a:lnTo>
                  <a:pt x="2097" y="205"/>
                </a:lnTo>
                <a:close/>
                <a:moveTo>
                  <a:pt x="1887" y="0"/>
                </a:moveTo>
                <a:lnTo>
                  <a:pt x="1887" y="1887"/>
                </a:lnTo>
                <a:lnTo>
                  <a:pt x="1" y="1887"/>
                </a:lnTo>
                <a:lnTo>
                  <a:pt x="1" y="3013"/>
                </a:lnTo>
                <a:lnTo>
                  <a:pt x="1887" y="3013"/>
                </a:lnTo>
                <a:lnTo>
                  <a:pt x="1887" y="4899"/>
                </a:lnTo>
                <a:lnTo>
                  <a:pt x="3008" y="4899"/>
                </a:lnTo>
                <a:lnTo>
                  <a:pt x="3008" y="3008"/>
                </a:lnTo>
                <a:lnTo>
                  <a:pt x="4899" y="3008"/>
                </a:lnTo>
                <a:lnTo>
                  <a:pt x="4899" y="1887"/>
                </a:lnTo>
                <a:lnTo>
                  <a:pt x="3008" y="1887"/>
                </a:lnTo>
                <a:lnTo>
                  <a:pt x="3008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 hasCustomPrompt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 hasCustomPrompt="1"/>
          </p:nvPr>
        </p:nvSpPr>
        <p:spPr>
          <a:xfrm>
            <a:off x="713160" y="369000"/>
            <a:ext cx="77090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grpSp>
        <p:nvGrpSpPr>
          <p:cNvPr id="29" name="Google Shape;453;p19"/>
          <p:cNvGrpSpPr/>
          <p:nvPr/>
        </p:nvGrpSpPr>
        <p:grpSpPr>
          <a:xfrm>
            <a:off x="887400" y="4598280"/>
            <a:ext cx="392760" cy="491760"/>
            <a:chOff x="887400" y="4598280"/>
            <a:chExt cx="392760" cy="491760"/>
          </a:xfrm>
        </p:grpSpPr>
        <p:sp>
          <p:nvSpPr>
            <p:cNvPr id="30" name="Google Shape;454;p19"/>
            <p:cNvSpPr/>
            <p:nvPr/>
          </p:nvSpPr>
          <p:spPr>
            <a:xfrm rot="20739600" flipV="1">
              <a:off x="925200" y="4644720"/>
              <a:ext cx="194400" cy="235080"/>
            </a:xfrm>
            <a:custGeom>
              <a:avLst/>
              <a:gdLst>
                <a:gd name="textAreaLeft" fmla="*/ 0 w 194400"/>
                <a:gd name="textAreaRight" fmla="*/ 194760 w 194400"/>
                <a:gd name="textAreaTop" fmla="*/ -360 h 235080"/>
                <a:gd name="textAreaBottom" fmla="*/ 235080 h 235080"/>
              </a:gdLst>
              <a:ahLst/>
              <a:cxnLst/>
              <a:rect l="textAreaLeft" t="textAreaTop" r="textAreaRight" b="textAreaBottom"/>
              <a:pathLst>
                <a:path w="3929" h="4751">
                  <a:moveTo>
                    <a:pt x="1662" y="1"/>
                  </a:moveTo>
                  <a:lnTo>
                    <a:pt x="288" y="2979"/>
                  </a:lnTo>
                  <a:cubicBezTo>
                    <a:pt x="0" y="3608"/>
                    <a:pt x="273" y="4349"/>
                    <a:pt x="897" y="4636"/>
                  </a:cubicBezTo>
                  <a:cubicBezTo>
                    <a:pt x="1067" y="4714"/>
                    <a:pt x="1245" y="4751"/>
                    <a:pt x="1420" y="4751"/>
                  </a:cubicBezTo>
                  <a:cubicBezTo>
                    <a:pt x="1893" y="4751"/>
                    <a:pt x="2345" y="4482"/>
                    <a:pt x="2554" y="4027"/>
                  </a:cubicBezTo>
                  <a:lnTo>
                    <a:pt x="3929" y="1044"/>
                  </a:lnTo>
                  <a:lnTo>
                    <a:pt x="166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" name="Google Shape;455;p19"/>
            <p:cNvSpPr/>
            <p:nvPr/>
          </p:nvSpPr>
          <p:spPr>
            <a:xfrm rot="20739600" flipV="1">
              <a:off x="1051200" y="4804200"/>
              <a:ext cx="187920" cy="239760"/>
            </a:xfrm>
            <a:custGeom>
              <a:avLst/>
              <a:gdLst>
                <a:gd name="textAreaLeft" fmla="*/ 0 w 187920"/>
                <a:gd name="textAreaRight" fmla="*/ 188280 w 187920"/>
                <a:gd name="textAreaTop" fmla="*/ 360 h 239760"/>
                <a:gd name="textAreaBottom" fmla="*/ 240480 h 239760"/>
              </a:gdLst>
              <a:ahLst/>
              <a:cxnLst/>
              <a:rect l="textAreaLeft" t="textAreaTop" r="textAreaRight" b="textAreaBottom"/>
              <a:pathLst>
                <a:path w="3793" h="4832">
                  <a:moveTo>
                    <a:pt x="2541" y="0"/>
                  </a:moveTo>
                  <a:cubicBezTo>
                    <a:pt x="2061" y="0"/>
                    <a:pt x="1614" y="275"/>
                    <a:pt x="1409" y="722"/>
                  </a:cubicBezTo>
                  <a:lnTo>
                    <a:pt x="0" y="3788"/>
                  </a:lnTo>
                  <a:lnTo>
                    <a:pt x="2267" y="4831"/>
                  </a:lnTo>
                  <a:lnTo>
                    <a:pt x="3680" y="1770"/>
                  </a:lnTo>
                  <a:cubicBezTo>
                    <a:pt x="3754" y="1604"/>
                    <a:pt x="3793" y="1429"/>
                    <a:pt x="3793" y="1248"/>
                  </a:cubicBezTo>
                  <a:cubicBezTo>
                    <a:pt x="3793" y="664"/>
                    <a:pt x="3383" y="152"/>
                    <a:pt x="2813" y="30"/>
                  </a:cubicBezTo>
                  <a:cubicBezTo>
                    <a:pt x="2722" y="10"/>
                    <a:pt x="2631" y="0"/>
                    <a:pt x="25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" name="Google Shape;456;p19"/>
            <p:cNvSpPr/>
            <p:nvPr/>
          </p:nvSpPr>
          <p:spPr>
            <a:xfrm rot="20739600" flipV="1">
              <a:off x="936360" y="4627800"/>
              <a:ext cx="294840" cy="432360"/>
            </a:xfrm>
            <a:custGeom>
              <a:avLst/>
              <a:gdLst>
                <a:gd name="textAreaLeft" fmla="*/ 0 w 294840"/>
                <a:gd name="textAreaRight" fmla="*/ 295200 w 294840"/>
                <a:gd name="textAreaTop" fmla="*/ -360 h 432360"/>
                <a:gd name="textAreaBottom" fmla="*/ 432360 h 432360"/>
              </a:gdLst>
              <a:ahLst/>
              <a:cxnLst/>
              <a:rect l="textAreaLeft" t="textAreaTop" r="textAreaRight" b="textAreaBottom"/>
              <a:pathLst>
                <a:path w="5948" h="8728">
                  <a:moveTo>
                    <a:pt x="4432" y="183"/>
                  </a:moveTo>
                  <a:cubicBezTo>
                    <a:pt x="4593" y="183"/>
                    <a:pt x="4753" y="217"/>
                    <a:pt x="4904" y="285"/>
                  </a:cubicBezTo>
                  <a:cubicBezTo>
                    <a:pt x="5309" y="476"/>
                    <a:pt x="5567" y="880"/>
                    <a:pt x="5572" y="1329"/>
                  </a:cubicBezTo>
                  <a:cubicBezTo>
                    <a:pt x="5572" y="1494"/>
                    <a:pt x="5538" y="1660"/>
                    <a:pt x="5470" y="1806"/>
                  </a:cubicBezTo>
                  <a:lnTo>
                    <a:pt x="2682" y="7855"/>
                  </a:lnTo>
                  <a:cubicBezTo>
                    <a:pt x="2486" y="8275"/>
                    <a:pt x="2073" y="8521"/>
                    <a:pt x="1640" y="8521"/>
                  </a:cubicBezTo>
                  <a:cubicBezTo>
                    <a:pt x="1480" y="8521"/>
                    <a:pt x="1317" y="8487"/>
                    <a:pt x="1161" y="8416"/>
                  </a:cubicBezTo>
                  <a:cubicBezTo>
                    <a:pt x="586" y="8153"/>
                    <a:pt x="337" y="7470"/>
                    <a:pt x="600" y="6895"/>
                  </a:cubicBezTo>
                  <a:lnTo>
                    <a:pt x="3384" y="851"/>
                  </a:lnTo>
                  <a:cubicBezTo>
                    <a:pt x="3574" y="441"/>
                    <a:pt x="3983" y="183"/>
                    <a:pt x="4432" y="183"/>
                  </a:cubicBezTo>
                  <a:close/>
                  <a:moveTo>
                    <a:pt x="4416" y="1"/>
                  </a:moveTo>
                  <a:cubicBezTo>
                    <a:pt x="3913" y="1"/>
                    <a:pt x="3432" y="282"/>
                    <a:pt x="3198" y="763"/>
                  </a:cubicBezTo>
                  <a:lnTo>
                    <a:pt x="415" y="6812"/>
                  </a:lnTo>
                  <a:cubicBezTo>
                    <a:pt x="1" y="7704"/>
                    <a:pt x="654" y="8723"/>
                    <a:pt x="1639" y="8728"/>
                  </a:cubicBezTo>
                  <a:cubicBezTo>
                    <a:pt x="2165" y="8728"/>
                    <a:pt x="2643" y="8421"/>
                    <a:pt x="2867" y="7938"/>
                  </a:cubicBezTo>
                  <a:lnTo>
                    <a:pt x="5655" y="1894"/>
                  </a:lnTo>
                  <a:cubicBezTo>
                    <a:pt x="5948" y="1216"/>
                    <a:pt x="5650" y="432"/>
                    <a:pt x="4982" y="125"/>
                  </a:cubicBezTo>
                  <a:cubicBezTo>
                    <a:pt x="4798" y="41"/>
                    <a:pt x="4606" y="1"/>
                    <a:pt x="441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" name="Google Shape;457;p19"/>
            <p:cNvSpPr/>
            <p:nvPr/>
          </p:nvSpPr>
          <p:spPr>
            <a:xfrm rot="20739600" flipV="1">
              <a:off x="1026720" y="4811760"/>
              <a:ext cx="116640" cy="60480"/>
            </a:xfrm>
            <a:custGeom>
              <a:avLst/>
              <a:gdLst>
                <a:gd name="textAreaLeft" fmla="*/ 0 w 116640"/>
                <a:gd name="textAreaRight" fmla="*/ 117000 w 116640"/>
                <a:gd name="textAreaTop" fmla="*/ 360 h 60480"/>
                <a:gd name="textAreaBottom" fmla="*/ 61200 h 60480"/>
              </a:gdLst>
              <a:ahLst/>
              <a:cxnLst/>
              <a:rect l="textAreaLeft" t="textAreaTop" r="textAreaRight" b="textAreaBottom"/>
              <a:pathLst>
                <a:path w="2356" h="1229">
                  <a:moveTo>
                    <a:pt x="89" y="1"/>
                  </a:moveTo>
                  <a:lnTo>
                    <a:pt x="1" y="186"/>
                  </a:lnTo>
                  <a:lnTo>
                    <a:pt x="2272" y="1229"/>
                  </a:lnTo>
                  <a:lnTo>
                    <a:pt x="2355" y="1044"/>
                  </a:lnTo>
                  <a:lnTo>
                    <a:pt x="89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0240" bIns="30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4" name="Google Shape;458;p19"/>
          <p:cNvGrpSpPr/>
          <p:nvPr/>
        </p:nvGrpSpPr>
        <p:grpSpPr>
          <a:xfrm>
            <a:off x="8549280" y="804240"/>
            <a:ext cx="482760" cy="450000"/>
            <a:chOff x="8549280" y="804240"/>
            <a:chExt cx="482760" cy="450000"/>
          </a:xfrm>
        </p:grpSpPr>
        <p:sp>
          <p:nvSpPr>
            <p:cNvPr id="35" name="Google Shape;459;p19"/>
            <p:cNvSpPr/>
            <p:nvPr/>
          </p:nvSpPr>
          <p:spPr>
            <a:xfrm rot="20739600" flipV="1">
              <a:off x="8591040" y="870480"/>
              <a:ext cx="232200" cy="220320"/>
            </a:xfrm>
            <a:custGeom>
              <a:avLst/>
              <a:gdLst>
                <a:gd name="textAreaLeft" fmla="*/ 0 w 232200"/>
                <a:gd name="textAreaRight" fmla="*/ 232560 w 232200"/>
                <a:gd name="textAreaTop" fmla="*/ 360 h 220320"/>
                <a:gd name="textAreaBottom" fmla="*/ 221040 h 220320"/>
              </a:gdLst>
              <a:ahLst/>
              <a:cxnLst/>
              <a:rect l="textAreaLeft" t="textAreaTop" r="textAreaRight" b="textAreaBottom"/>
              <a:pathLst>
                <a:path w="4686" h="4447">
                  <a:moveTo>
                    <a:pt x="2974" y="0"/>
                  </a:moveTo>
                  <a:lnTo>
                    <a:pt x="586" y="2252"/>
                  </a:lnTo>
                  <a:cubicBezTo>
                    <a:pt x="45" y="2715"/>
                    <a:pt x="1" y="3534"/>
                    <a:pt x="488" y="4051"/>
                  </a:cubicBezTo>
                  <a:cubicBezTo>
                    <a:pt x="735" y="4315"/>
                    <a:pt x="1066" y="4446"/>
                    <a:pt x="1398" y="4446"/>
                  </a:cubicBezTo>
                  <a:cubicBezTo>
                    <a:pt x="1722" y="4446"/>
                    <a:pt x="2046" y="4321"/>
                    <a:pt x="2292" y="4070"/>
                  </a:cubicBezTo>
                  <a:lnTo>
                    <a:pt x="4685" y="1823"/>
                  </a:lnTo>
                  <a:lnTo>
                    <a:pt x="2974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" name="Google Shape;460;p19"/>
            <p:cNvSpPr/>
            <p:nvPr/>
          </p:nvSpPr>
          <p:spPr>
            <a:xfrm rot="20739600" flipV="1">
              <a:off x="8766000" y="959760"/>
              <a:ext cx="232200" cy="221760"/>
            </a:xfrm>
            <a:custGeom>
              <a:avLst/>
              <a:gdLst>
                <a:gd name="textAreaLeft" fmla="*/ 0 w 232200"/>
                <a:gd name="textAreaRight" fmla="*/ 232560 w 232200"/>
                <a:gd name="textAreaTop" fmla="*/ 360 h 221760"/>
                <a:gd name="textAreaBottom" fmla="*/ 222480 h 221760"/>
              </a:gdLst>
              <a:ahLst/>
              <a:cxnLst/>
              <a:rect l="textAreaLeft" t="textAreaTop" r="textAreaRight" b="textAreaBottom"/>
              <a:pathLst>
                <a:path w="4690" h="4475">
                  <a:moveTo>
                    <a:pt x="3313" y="0"/>
                  </a:moveTo>
                  <a:cubicBezTo>
                    <a:pt x="3004" y="0"/>
                    <a:pt x="2696" y="115"/>
                    <a:pt x="2457" y="341"/>
                  </a:cubicBezTo>
                  <a:lnTo>
                    <a:pt x="0" y="2651"/>
                  </a:lnTo>
                  <a:lnTo>
                    <a:pt x="1711" y="4474"/>
                  </a:lnTo>
                  <a:lnTo>
                    <a:pt x="4168" y="2159"/>
                  </a:lnTo>
                  <a:cubicBezTo>
                    <a:pt x="4299" y="2037"/>
                    <a:pt x="4402" y="1886"/>
                    <a:pt x="4470" y="1720"/>
                  </a:cubicBezTo>
                  <a:cubicBezTo>
                    <a:pt x="4689" y="1174"/>
                    <a:pt x="4499" y="551"/>
                    <a:pt x="4017" y="219"/>
                  </a:cubicBezTo>
                  <a:cubicBezTo>
                    <a:pt x="3803" y="73"/>
                    <a:pt x="3557" y="0"/>
                    <a:pt x="331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" name="Google Shape;461;p19"/>
            <p:cNvSpPr/>
            <p:nvPr/>
          </p:nvSpPr>
          <p:spPr>
            <a:xfrm rot="20739600" flipV="1">
              <a:off x="8587440" y="848520"/>
              <a:ext cx="406080" cy="360720"/>
            </a:xfrm>
            <a:custGeom>
              <a:avLst/>
              <a:gdLst>
                <a:gd name="textAreaLeft" fmla="*/ 0 w 406080"/>
                <a:gd name="textAreaRight" fmla="*/ 406440 w 406080"/>
                <a:gd name="textAreaTop" fmla="*/ 360 h 360720"/>
                <a:gd name="textAreaBottom" fmla="*/ 361440 h 360720"/>
              </a:gdLst>
              <a:ahLst/>
              <a:cxnLst/>
              <a:rect l="textAreaLeft" t="textAreaTop" r="textAreaRight" b="textAreaBottom"/>
              <a:pathLst>
                <a:path w="8194" h="7276">
                  <a:moveTo>
                    <a:pt x="6654" y="217"/>
                  </a:moveTo>
                  <a:cubicBezTo>
                    <a:pt x="7692" y="217"/>
                    <a:pt x="8194" y="1489"/>
                    <a:pt x="7438" y="2201"/>
                  </a:cubicBezTo>
                  <a:lnTo>
                    <a:pt x="2589" y="6758"/>
                  </a:lnTo>
                  <a:cubicBezTo>
                    <a:pt x="2366" y="6976"/>
                    <a:pt x="2078" y="7083"/>
                    <a:pt x="1791" y="7083"/>
                  </a:cubicBezTo>
                  <a:cubicBezTo>
                    <a:pt x="1486" y="7083"/>
                    <a:pt x="1181" y="6963"/>
                    <a:pt x="956" y="6724"/>
                  </a:cubicBezTo>
                  <a:cubicBezTo>
                    <a:pt x="517" y="6256"/>
                    <a:pt x="541" y="5520"/>
                    <a:pt x="1019" y="5091"/>
                  </a:cubicBezTo>
                  <a:lnTo>
                    <a:pt x="5864" y="529"/>
                  </a:lnTo>
                  <a:cubicBezTo>
                    <a:pt x="6079" y="329"/>
                    <a:pt x="6361" y="217"/>
                    <a:pt x="6654" y="217"/>
                  </a:cubicBezTo>
                  <a:close/>
                  <a:moveTo>
                    <a:pt x="6669" y="0"/>
                  </a:moveTo>
                  <a:cubicBezTo>
                    <a:pt x="6330" y="0"/>
                    <a:pt x="5990" y="127"/>
                    <a:pt x="5728" y="383"/>
                  </a:cubicBezTo>
                  <a:lnTo>
                    <a:pt x="878" y="4940"/>
                  </a:lnTo>
                  <a:cubicBezTo>
                    <a:pt x="0" y="5764"/>
                    <a:pt x="556" y="7241"/>
                    <a:pt x="1760" y="7275"/>
                  </a:cubicBezTo>
                  <a:lnTo>
                    <a:pt x="1804" y="7275"/>
                  </a:lnTo>
                  <a:cubicBezTo>
                    <a:pt x="2145" y="7275"/>
                    <a:pt x="2476" y="7143"/>
                    <a:pt x="2730" y="6909"/>
                  </a:cubicBezTo>
                  <a:lnTo>
                    <a:pt x="7580" y="2347"/>
                  </a:lnTo>
                  <a:cubicBezTo>
                    <a:pt x="8135" y="1840"/>
                    <a:pt x="8170" y="973"/>
                    <a:pt x="7653" y="427"/>
                  </a:cubicBezTo>
                  <a:cubicBezTo>
                    <a:pt x="7387" y="143"/>
                    <a:pt x="7028" y="0"/>
                    <a:pt x="666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" name="Google Shape;462;p19"/>
            <p:cNvSpPr/>
            <p:nvPr/>
          </p:nvSpPr>
          <p:spPr>
            <a:xfrm rot="20739600" flipV="1">
              <a:off x="8748720" y="978120"/>
              <a:ext cx="91800" cy="96840"/>
            </a:xfrm>
            <a:custGeom>
              <a:avLst/>
              <a:gdLst>
                <a:gd name="textAreaLeft" fmla="*/ 0 w 91800"/>
                <a:gd name="textAreaRight" fmla="*/ 92160 w 91800"/>
                <a:gd name="textAreaTop" fmla="*/ -360 h 96840"/>
                <a:gd name="textAreaBottom" fmla="*/ 96840 h 96840"/>
              </a:gdLst>
              <a:ahLst/>
              <a:cxnLst/>
              <a:rect l="textAreaLeft" t="textAreaTop" r="textAreaRight" b="textAreaBottom"/>
              <a:pathLst>
                <a:path w="1858" h="1960">
                  <a:moveTo>
                    <a:pt x="146" y="0"/>
                  </a:moveTo>
                  <a:lnTo>
                    <a:pt x="0" y="142"/>
                  </a:lnTo>
                  <a:lnTo>
                    <a:pt x="1711" y="1960"/>
                  </a:lnTo>
                  <a:lnTo>
                    <a:pt x="1857" y="1818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8600" bIns="48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9" name="Google Shape;463;p19"/>
          <p:cNvGrpSpPr/>
          <p:nvPr/>
        </p:nvGrpSpPr>
        <p:grpSpPr>
          <a:xfrm>
            <a:off x="7517520" y="66600"/>
            <a:ext cx="515880" cy="450000"/>
            <a:chOff x="7517520" y="66600"/>
            <a:chExt cx="515880" cy="450000"/>
          </a:xfrm>
        </p:grpSpPr>
        <p:sp>
          <p:nvSpPr>
            <p:cNvPr id="40" name="Google Shape;464;p19"/>
            <p:cNvSpPr/>
            <p:nvPr/>
          </p:nvSpPr>
          <p:spPr>
            <a:xfrm rot="3574800" flipV="1">
              <a:off x="7582680" y="193320"/>
              <a:ext cx="183600" cy="240120"/>
            </a:xfrm>
            <a:custGeom>
              <a:avLst/>
              <a:gdLst>
                <a:gd name="textAreaLeft" fmla="*/ 0 w 183600"/>
                <a:gd name="textAreaRight" fmla="*/ 183960 w 183600"/>
                <a:gd name="textAreaTop" fmla="*/ -360 h 240120"/>
                <a:gd name="textAreaBottom" fmla="*/ 240120 h 240120"/>
              </a:gdLst>
              <a:ahLst/>
              <a:cxnLst/>
              <a:rect l="textAreaLeft" t="textAreaTop" r="textAreaRight" b="textAreaBottom"/>
              <a:pathLst>
                <a:path w="3706" h="4851">
                  <a:moveTo>
                    <a:pt x="1410" y="1"/>
                  </a:moveTo>
                  <a:cubicBezTo>
                    <a:pt x="1268" y="1"/>
                    <a:pt x="1127" y="25"/>
                    <a:pt x="995" y="74"/>
                  </a:cubicBezTo>
                  <a:cubicBezTo>
                    <a:pt x="347" y="303"/>
                    <a:pt x="1" y="1015"/>
                    <a:pt x="230" y="1663"/>
                  </a:cubicBezTo>
                  <a:lnTo>
                    <a:pt x="1351" y="4851"/>
                  </a:lnTo>
                  <a:lnTo>
                    <a:pt x="3705" y="4022"/>
                  </a:lnTo>
                  <a:lnTo>
                    <a:pt x="2589" y="839"/>
                  </a:lnTo>
                  <a:cubicBezTo>
                    <a:pt x="2414" y="337"/>
                    <a:pt x="1941" y="1"/>
                    <a:pt x="141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" name="Google Shape;465;p19"/>
            <p:cNvSpPr/>
            <p:nvPr/>
          </p:nvSpPr>
          <p:spPr>
            <a:xfrm rot="3574800" flipV="1">
              <a:off x="7787160" y="152280"/>
              <a:ext cx="182160" cy="236160"/>
            </a:xfrm>
            <a:custGeom>
              <a:avLst/>
              <a:gdLst>
                <a:gd name="textAreaLeft" fmla="*/ 0 w 182160"/>
                <a:gd name="textAreaRight" fmla="*/ 182520 w 182160"/>
                <a:gd name="textAreaTop" fmla="*/ 360 h 236160"/>
                <a:gd name="textAreaBottom" fmla="*/ 236880 h 236160"/>
              </a:gdLst>
              <a:ahLst/>
              <a:cxnLst/>
              <a:rect l="textAreaLeft" t="textAreaTop" r="textAreaRight" b="textAreaBottom"/>
              <a:pathLst>
                <a:path w="3676" h="4770">
                  <a:moveTo>
                    <a:pt x="2354" y="0"/>
                  </a:moveTo>
                  <a:lnTo>
                    <a:pt x="0" y="829"/>
                  </a:lnTo>
                  <a:lnTo>
                    <a:pt x="1087" y="3924"/>
                  </a:lnTo>
                  <a:cubicBezTo>
                    <a:pt x="1264" y="4444"/>
                    <a:pt x="1747" y="4770"/>
                    <a:pt x="2266" y="4770"/>
                  </a:cubicBezTo>
                  <a:cubicBezTo>
                    <a:pt x="2403" y="4770"/>
                    <a:pt x="2543" y="4747"/>
                    <a:pt x="2681" y="4699"/>
                  </a:cubicBezTo>
                  <a:cubicBezTo>
                    <a:pt x="3334" y="4470"/>
                    <a:pt x="3675" y="3748"/>
                    <a:pt x="3441" y="3095"/>
                  </a:cubicBezTo>
                  <a:lnTo>
                    <a:pt x="2354" y="0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" name="Google Shape;466;p19"/>
            <p:cNvSpPr/>
            <p:nvPr/>
          </p:nvSpPr>
          <p:spPr>
            <a:xfrm rot="3574800" flipV="1">
              <a:off x="7644960" y="68760"/>
              <a:ext cx="260280" cy="445320"/>
            </a:xfrm>
            <a:custGeom>
              <a:avLst/>
              <a:gdLst>
                <a:gd name="textAreaLeft" fmla="*/ 0 w 260280"/>
                <a:gd name="textAreaRight" fmla="*/ 260640 w 260280"/>
                <a:gd name="textAreaTop" fmla="*/ -360 h 445320"/>
                <a:gd name="textAreaBottom" fmla="*/ 445320 h 445320"/>
              </a:gdLst>
              <a:ahLst/>
              <a:cxnLst/>
              <a:rect l="textAreaLeft" t="textAreaTop" r="textAreaRight" b="textAreaBottom"/>
              <a:pathLst>
                <a:path w="5246" h="8984">
                  <a:moveTo>
                    <a:pt x="1522" y="205"/>
                  </a:moveTo>
                  <a:cubicBezTo>
                    <a:pt x="2009" y="205"/>
                    <a:pt x="2443" y="517"/>
                    <a:pt x="2604" y="975"/>
                  </a:cubicBezTo>
                  <a:lnTo>
                    <a:pt x="4807" y="7258"/>
                  </a:lnTo>
                  <a:cubicBezTo>
                    <a:pt x="5016" y="7853"/>
                    <a:pt x="4704" y="8506"/>
                    <a:pt x="4105" y="8716"/>
                  </a:cubicBezTo>
                  <a:cubicBezTo>
                    <a:pt x="3980" y="8760"/>
                    <a:pt x="3851" y="8781"/>
                    <a:pt x="3725" y="8781"/>
                  </a:cubicBezTo>
                  <a:cubicBezTo>
                    <a:pt x="3253" y="8781"/>
                    <a:pt x="2808" y="8487"/>
                    <a:pt x="2643" y="8014"/>
                  </a:cubicBezTo>
                  <a:lnTo>
                    <a:pt x="440" y="1736"/>
                  </a:lnTo>
                  <a:cubicBezTo>
                    <a:pt x="230" y="1136"/>
                    <a:pt x="542" y="478"/>
                    <a:pt x="1141" y="273"/>
                  </a:cubicBezTo>
                  <a:cubicBezTo>
                    <a:pt x="1263" y="230"/>
                    <a:pt x="1395" y="205"/>
                    <a:pt x="1522" y="205"/>
                  </a:cubicBezTo>
                  <a:close/>
                  <a:moveTo>
                    <a:pt x="1522" y="0"/>
                  </a:moveTo>
                  <a:cubicBezTo>
                    <a:pt x="1370" y="0"/>
                    <a:pt x="1219" y="30"/>
                    <a:pt x="1073" y="78"/>
                  </a:cubicBezTo>
                  <a:cubicBezTo>
                    <a:pt x="371" y="327"/>
                    <a:pt x="1" y="1097"/>
                    <a:pt x="249" y="1799"/>
                  </a:cubicBezTo>
                  <a:lnTo>
                    <a:pt x="2453" y="8082"/>
                  </a:lnTo>
                  <a:cubicBezTo>
                    <a:pt x="2643" y="8623"/>
                    <a:pt x="3150" y="8984"/>
                    <a:pt x="3725" y="8984"/>
                  </a:cubicBezTo>
                  <a:cubicBezTo>
                    <a:pt x="3876" y="8984"/>
                    <a:pt x="4027" y="8959"/>
                    <a:pt x="4173" y="8911"/>
                  </a:cubicBezTo>
                  <a:cubicBezTo>
                    <a:pt x="4875" y="8662"/>
                    <a:pt x="5246" y="7892"/>
                    <a:pt x="5002" y="7190"/>
                  </a:cubicBezTo>
                  <a:lnTo>
                    <a:pt x="2794" y="907"/>
                  </a:lnTo>
                  <a:cubicBezTo>
                    <a:pt x="2609" y="366"/>
                    <a:pt x="2097" y="0"/>
                    <a:pt x="152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" name="Google Shape;467;p19"/>
            <p:cNvSpPr/>
            <p:nvPr/>
          </p:nvSpPr>
          <p:spPr>
            <a:xfrm rot="3574800" flipV="1">
              <a:off x="7717320" y="266760"/>
              <a:ext cx="119880" cy="50040"/>
            </a:xfrm>
            <a:custGeom>
              <a:avLst/>
              <a:gdLst>
                <a:gd name="textAreaLeft" fmla="*/ 0 w 119880"/>
                <a:gd name="textAreaRight" fmla="*/ 120240 w 119880"/>
                <a:gd name="textAreaTop" fmla="*/ -360 h 50040"/>
                <a:gd name="textAreaBottom" fmla="*/ 50040 h 50040"/>
              </a:gdLst>
              <a:ahLst/>
              <a:cxnLst/>
              <a:rect l="textAreaLeft" t="textAreaTop" r="textAreaRight" b="textAreaBottom"/>
              <a:pathLst>
                <a:path w="2424" h="1025">
                  <a:moveTo>
                    <a:pt x="2355" y="1"/>
                  </a:moveTo>
                  <a:lnTo>
                    <a:pt x="1" y="829"/>
                  </a:lnTo>
                  <a:lnTo>
                    <a:pt x="69" y="1024"/>
                  </a:lnTo>
                  <a:lnTo>
                    <a:pt x="2423" y="196"/>
                  </a:lnTo>
                  <a:lnTo>
                    <a:pt x="2355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5200" bIns="252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4" name="Google Shape;468;p19"/>
          <p:cNvGrpSpPr/>
          <p:nvPr/>
        </p:nvGrpSpPr>
        <p:grpSpPr>
          <a:xfrm>
            <a:off x="94320" y="3821400"/>
            <a:ext cx="501120" cy="376920"/>
            <a:chOff x="94320" y="3821400"/>
            <a:chExt cx="501120" cy="376920"/>
          </a:xfrm>
        </p:grpSpPr>
        <p:sp>
          <p:nvSpPr>
            <p:cNvPr id="45" name="Google Shape;469;p19"/>
            <p:cNvSpPr/>
            <p:nvPr/>
          </p:nvSpPr>
          <p:spPr>
            <a:xfrm rot="20739600" flipV="1">
              <a:off x="306720" y="3854880"/>
              <a:ext cx="243720" cy="188640"/>
            </a:xfrm>
            <a:custGeom>
              <a:avLst/>
              <a:gdLst>
                <a:gd name="textAreaLeft" fmla="*/ 0 w 243720"/>
                <a:gd name="textAreaRight" fmla="*/ 244080 w 243720"/>
                <a:gd name="textAreaTop" fmla="*/ 360 h 188640"/>
                <a:gd name="textAreaBottom" fmla="*/ 189360 h 188640"/>
              </a:gdLst>
              <a:ahLst/>
              <a:cxnLst/>
              <a:rect l="textAreaLeft" t="textAreaTop" r="textAreaRight" b="textAreaBottom"/>
              <a:pathLst>
                <a:path w="4924" h="3817">
                  <a:moveTo>
                    <a:pt x="1064" y="0"/>
                  </a:moveTo>
                  <a:lnTo>
                    <a:pt x="1" y="2262"/>
                  </a:lnTo>
                  <a:lnTo>
                    <a:pt x="3047" y="3700"/>
                  </a:lnTo>
                  <a:cubicBezTo>
                    <a:pt x="3213" y="3778"/>
                    <a:pt x="3393" y="3817"/>
                    <a:pt x="3579" y="3817"/>
                  </a:cubicBezTo>
                  <a:cubicBezTo>
                    <a:pt x="4164" y="3817"/>
                    <a:pt x="4671" y="3412"/>
                    <a:pt x="4797" y="2842"/>
                  </a:cubicBezTo>
                  <a:cubicBezTo>
                    <a:pt x="4924" y="2272"/>
                    <a:pt x="4641" y="1692"/>
                    <a:pt x="4110" y="1443"/>
                  </a:cubicBezTo>
                  <a:lnTo>
                    <a:pt x="1064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" name="Google Shape;470;p19"/>
            <p:cNvSpPr/>
            <p:nvPr/>
          </p:nvSpPr>
          <p:spPr>
            <a:xfrm rot="20739600" flipV="1">
              <a:off x="137880" y="3976920"/>
              <a:ext cx="246240" cy="187920"/>
            </a:xfrm>
            <a:custGeom>
              <a:avLst/>
              <a:gdLst>
                <a:gd name="textAreaLeft" fmla="*/ 0 w 246240"/>
                <a:gd name="textAreaRight" fmla="*/ 246600 w 246240"/>
                <a:gd name="textAreaTop" fmla="*/ 360 h 187920"/>
                <a:gd name="textAreaBottom" fmla="*/ 188640 h 187920"/>
              </a:gdLst>
              <a:ahLst/>
              <a:cxnLst/>
              <a:rect l="textAreaLeft" t="textAreaTop" r="textAreaRight" b="textAreaBottom"/>
              <a:pathLst>
                <a:path w="4968" h="3794">
                  <a:moveTo>
                    <a:pt x="1429" y="1"/>
                  </a:moveTo>
                  <a:cubicBezTo>
                    <a:pt x="963" y="1"/>
                    <a:pt x="514" y="264"/>
                    <a:pt x="303" y="713"/>
                  </a:cubicBezTo>
                  <a:cubicBezTo>
                    <a:pt x="1" y="1352"/>
                    <a:pt x="283" y="2107"/>
                    <a:pt x="932" y="2390"/>
                  </a:cubicBezTo>
                  <a:lnTo>
                    <a:pt x="3900" y="3794"/>
                  </a:lnTo>
                  <a:lnTo>
                    <a:pt x="4968" y="1532"/>
                  </a:lnTo>
                  <a:lnTo>
                    <a:pt x="1994" y="138"/>
                  </a:lnTo>
                  <a:cubicBezTo>
                    <a:pt x="1813" y="45"/>
                    <a:pt x="1619" y="1"/>
                    <a:pt x="1429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" name="Google Shape;471;p19"/>
            <p:cNvSpPr/>
            <p:nvPr/>
          </p:nvSpPr>
          <p:spPr>
            <a:xfrm rot="20739600" flipV="1">
              <a:off x="120960" y="3872160"/>
              <a:ext cx="447120" cy="274680"/>
            </a:xfrm>
            <a:custGeom>
              <a:avLst/>
              <a:gdLst>
                <a:gd name="textAreaLeft" fmla="*/ 0 w 447120"/>
                <a:gd name="textAreaRight" fmla="*/ 447480 w 447120"/>
                <a:gd name="textAreaTop" fmla="*/ -360 h 274680"/>
                <a:gd name="textAreaBottom" fmla="*/ 274680 h 274680"/>
              </a:gdLst>
              <a:ahLst/>
              <a:cxnLst/>
              <a:rect l="textAreaLeft" t="textAreaTop" r="textAreaRight" b="textAreaBottom"/>
              <a:pathLst>
                <a:path w="9019" h="5541">
                  <a:moveTo>
                    <a:pt x="1575" y="222"/>
                  </a:moveTo>
                  <a:cubicBezTo>
                    <a:pt x="1725" y="222"/>
                    <a:pt x="1878" y="252"/>
                    <a:pt x="2024" y="315"/>
                  </a:cubicBezTo>
                  <a:lnTo>
                    <a:pt x="8048" y="3157"/>
                  </a:lnTo>
                  <a:cubicBezTo>
                    <a:pt x="8618" y="3425"/>
                    <a:pt x="8862" y="4107"/>
                    <a:pt x="8594" y="4682"/>
                  </a:cubicBezTo>
                  <a:cubicBezTo>
                    <a:pt x="8404" y="5082"/>
                    <a:pt x="7999" y="5336"/>
                    <a:pt x="7561" y="5336"/>
                  </a:cubicBezTo>
                  <a:cubicBezTo>
                    <a:pt x="7551" y="5336"/>
                    <a:pt x="7542" y="5336"/>
                    <a:pt x="7532" y="5336"/>
                  </a:cubicBezTo>
                  <a:cubicBezTo>
                    <a:pt x="7372" y="5336"/>
                    <a:pt x="7216" y="5297"/>
                    <a:pt x="7073" y="5228"/>
                  </a:cubicBezTo>
                  <a:lnTo>
                    <a:pt x="4022" y="3790"/>
                  </a:lnTo>
                  <a:lnTo>
                    <a:pt x="1049" y="2387"/>
                  </a:lnTo>
                  <a:cubicBezTo>
                    <a:pt x="503" y="2104"/>
                    <a:pt x="274" y="1441"/>
                    <a:pt x="537" y="880"/>
                  </a:cubicBezTo>
                  <a:cubicBezTo>
                    <a:pt x="732" y="468"/>
                    <a:pt x="1145" y="222"/>
                    <a:pt x="1575" y="222"/>
                  </a:cubicBezTo>
                  <a:close/>
                  <a:moveTo>
                    <a:pt x="1542" y="1"/>
                  </a:moveTo>
                  <a:cubicBezTo>
                    <a:pt x="1037" y="1"/>
                    <a:pt x="552" y="286"/>
                    <a:pt x="322" y="773"/>
                  </a:cubicBezTo>
                  <a:cubicBezTo>
                    <a:pt x="1" y="1446"/>
                    <a:pt x="288" y="2250"/>
                    <a:pt x="966" y="2572"/>
                  </a:cubicBezTo>
                  <a:lnTo>
                    <a:pt x="6986" y="5413"/>
                  </a:lnTo>
                  <a:cubicBezTo>
                    <a:pt x="7161" y="5496"/>
                    <a:pt x="7361" y="5540"/>
                    <a:pt x="7561" y="5540"/>
                  </a:cubicBezTo>
                  <a:cubicBezTo>
                    <a:pt x="8189" y="5540"/>
                    <a:pt x="8740" y="5106"/>
                    <a:pt x="8877" y="4487"/>
                  </a:cubicBezTo>
                  <a:cubicBezTo>
                    <a:pt x="9018" y="3868"/>
                    <a:pt x="8711" y="3240"/>
                    <a:pt x="8136" y="2971"/>
                  </a:cubicBezTo>
                  <a:lnTo>
                    <a:pt x="2116" y="130"/>
                  </a:lnTo>
                  <a:cubicBezTo>
                    <a:pt x="1931" y="42"/>
                    <a:pt x="1735" y="1"/>
                    <a:pt x="154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" name="Google Shape;472;p19"/>
            <p:cNvSpPr/>
            <p:nvPr/>
          </p:nvSpPr>
          <p:spPr>
            <a:xfrm rot="20739600" flipV="1">
              <a:off x="314280" y="3953160"/>
              <a:ext cx="61560" cy="115920"/>
            </a:xfrm>
            <a:custGeom>
              <a:avLst/>
              <a:gdLst>
                <a:gd name="textAreaLeft" fmla="*/ 0 w 61560"/>
                <a:gd name="textAreaRight" fmla="*/ 61920 w 61560"/>
                <a:gd name="textAreaTop" fmla="*/ 360 h 115920"/>
                <a:gd name="textAreaBottom" fmla="*/ 116640 h 115920"/>
              </a:gdLst>
              <a:ahLst/>
              <a:cxnLst/>
              <a:rect l="textAreaLeft" t="textAreaTop" r="textAreaRight" b="textAreaBottom"/>
              <a:pathLst>
                <a:path w="1249" h="2346">
                  <a:moveTo>
                    <a:pt x="1063" y="1"/>
                  </a:moveTo>
                  <a:lnTo>
                    <a:pt x="1" y="2257"/>
                  </a:lnTo>
                  <a:lnTo>
                    <a:pt x="186" y="2345"/>
                  </a:lnTo>
                  <a:lnTo>
                    <a:pt x="1248" y="88"/>
                  </a:lnTo>
                  <a:lnTo>
                    <a:pt x="1063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9" name="Google Shape;473;p19"/>
          <p:cNvSpPr/>
          <p:nvPr/>
        </p:nvSpPr>
        <p:spPr>
          <a:xfrm rot="10800000" flipH="1">
            <a:off x="234720" y="4734000"/>
            <a:ext cx="221040" cy="221040"/>
          </a:xfrm>
          <a:custGeom>
            <a:avLst/>
            <a:gdLst>
              <a:gd name="textAreaLeft" fmla="*/ 360 w 221040"/>
              <a:gd name="textAreaRight" fmla="*/ 221760 w 221040"/>
              <a:gd name="textAreaTop" fmla="*/ 0 h 221040"/>
              <a:gd name="textAreaBottom" fmla="*/ 221400 h 221040"/>
            </a:gdLst>
            <a:ahLst/>
            <a:cxnLst/>
            <a:rect l="textAreaLeft" t="textAreaTop" r="textAreaRight" b="textAreaBottom"/>
            <a:pathLst>
              <a:path w="4900" h="4900">
                <a:moveTo>
                  <a:pt x="2808" y="205"/>
                </a:moveTo>
                <a:lnTo>
                  <a:pt x="2808" y="2091"/>
                </a:lnTo>
                <a:lnTo>
                  <a:pt x="4695" y="2091"/>
                </a:lnTo>
                <a:lnTo>
                  <a:pt x="4695" y="2808"/>
                </a:lnTo>
                <a:lnTo>
                  <a:pt x="2808" y="2808"/>
                </a:lnTo>
                <a:lnTo>
                  <a:pt x="2808" y="4694"/>
                </a:lnTo>
                <a:lnTo>
                  <a:pt x="2097" y="4694"/>
                </a:lnTo>
                <a:lnTo>
                  <a:pt x="2097" y="2803"/>
                </a:lnTo>
                <a:lnTo>
                  <a:pt x="206" y="2803"/>
                </a:lnTo>
                <a:lnTo>
                  <a:pt x="206" y="2091"/>
                </a:lnTo>
                <a:lnTo>
                  <a:pt x="2097" y="2091"/>
                </a:lnTo>
                <a:lnTo>
                  <a:pt x="2097" y="205"/>
                </a:lnTo>
                <a:close/>
                <a:moveTo>
                  <a:pt x="1887" y="0"/>
                </a:moveTo>
                <a:lnTo>
                  <a:pt x="1887" y="1887"/>
                </a:lnTo>
                <a:lnTo>
                  <a:pt x="1" y="1887"/>
                </a:lnTo>
                <a:lnTo>
                  <a:pt x="1" y="3013"/>
                </a:lnTo>
                <a:lnTo>
                  <a:pt x="1887" y="3013"/>
                </a:lnTo>
                <a:lnTo>
                  <a:pt x="1887" y="4899"/>
                </a:lnTo>
                <a:lnTo>
                  <a:pt x="3008" y="4899"/>
                </a:lnTo>
                <a:lnTo>
                  <a:pt x="3008" y="3008"/>
                </a:lnTo>
                <a:lnTo>
                  <a:pt x="4899" y="3008"/>
                </a:lnTo>
                <a:lnTo>
                  <a:pt x="4899" y="1887"/>
                </a:lnTo>
                <a:lnTo>
                  <a:pt x="3008" y="1887"/>
                </a:lnTo>
                <a:lnTo>
                  <a:pt x="3008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0" name="Google Shape;474;p19"/>
          <p:cNvSpPr/>
          <p:nvPr/>
        </p:nvSpPr>
        <p:spPr>
          <a:xfrm rot="10800000" flipH="1">
            <a:off x="8680320" y="182160"/>
            <a:ext cx="221040" cy="221040"/>
          </a:xfrm>
          <a:custGeom>
            <a:avLst/>
            <a:gdLst>
              <a:gd name="textAreaLeft" fmla="*/ 360 w 221040"/>
              <a:gd name="textAreaRight" fmla="*/ 221760 w 221040"/>
              <a:gd name="textAreaTop" fmla="*/ 0 h 221040"/>
              <a:gd name="textAreaBottom" fmla="*/ 221400 h 221040"/>
            </a:gdLst>
            <a:ahLst/>
            <a:cxnLst/>
            <a:rect l="textAreaLeft" t="textAreaTop" r="textAreaRight" b="textAreaBottom"/>
            <a:pathLst>
              <a:path w="4900" h="4900">
                <a:moveTo>
                  <a:pt x="2808" y="205"/>
                </a:moveTo>
                <a:lnTo>
                  <a:pt x="2808" y="2091"/>
                </a:lnTo>
                <a:lnTo>
                  <a:pt x="4695" y="2091"/>
                </a:lnTo>
                <a:lnTo>
                  <a:pt x="4695" y="2808"/>
                </a:lnTo>
                <a:lnTo>
                  <a:pt x="2808" y="2808"/>
                </a:lnTo>
                <a:lnTo>
                  <a:pt x="2808" y="4694"/>
                </a:lnTo>
                <a:lnTo>
                  <a:pt x="2097" y="4694"/>
                </a:lnTo>
                <a:lnTo>
                  <a:pt x="2097" y="2803"/>
                </a:lnTo>
                <a:lnTo>
                  <a:pt x="206" y="2803"/>
                </a:lnTo>
                <a:lnTo>
                  <a:pt x="206" y="2091"/>
                </a:lnTo>
                <a:lnTo>
                  <a:pt x="2097" y="2091"/>
                </a:lnTo>
                <a:lnTo>
                  <a:pt x="2097" y="205"/>
                </a:lnTo>
                <a:close/>
                <a:moveTo>
                  <a:pt x="1887" y="0"/>
                </a:moveTo>
                <a:lnTo>
                  <a:pt x="1887" y="1887"/>
                </a:lnTo>
                <a:lnTo>
                  <a:pt x="1" y="1887"/>
                </a:lnTo>
                <a:lnTo>
                  <a:pt x="1" y="3013"/>
                </a:lnTo>
                <a:lnTo>
                  <a:pt x="1887" y="3013"/>
                </a:lnTo>
                <a:lnTo>
                  <a:pt x="1887" y="4899"/>
                </a:lnTo>
                <a:lnTo>
                  <a:pt x="3008" y="4899"/>
                </a:lnTo>
                <a:lnTo>
                  <a:pt x="3008" y="3008"/>
                </a:lnTo>
                <a:lnTo>
                  <a:pt x="4899" y="3008"/>
                </a:lnTo>
                <a:lnTo>
                  <a:pt x="4899" y="1887"/>
                </a:lnTo>
                <a:lnTo>
                  <a:pt x="3008" y="1887"/>
                </a:lnTo>
                <a:lnTo>
                  <a:pt x="3008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1" name="Google Shape;475;p19"/>
          <p:cNvSpPr/>
          <p:nvPr/>
        </p:nvSpPr>
        <p:spPr>
          <a:xfrm rot="10800000" flipH="1">
            <a:off x="234720" y="182160"/>
            <a:ext cx="221040" cy="221040"/>
          </a:xfrm>
          <a:custGeom>
            <a:avLst/>
            <a:gdLst>
              <a:gd name="textAreaLeft" fmla="*/ 360 w 221040"/>
              <a:gd name="textAreaRight" fmla="*/ 221760 w 221040"/>
              <a:gd name="textAreaTop" fmla="*/ 0 h 221040"/>
              <a:gd name="textAreaBottom" fmla="*/ 221400 h 221040"/>
            </a:gdLst>
            <a:ahLst/>
            <a:cxnLst/>
            <a:rect l="textAreaLeft" t="textAreaTop" r="textAreaRight" b="textAreaBottom"/>
            <a:pathLst>
              <a:path w="4900" h="4900">
                <a:moveTo>
                  <a:pt x="2808" y="205"/>
                </a:moveTo>
                <a:lnTo>
                  <a:pt x="2808" y="2091"/>
                </a:lnTo>
                <a:lnTo>
                  <a:pt x="4695" y="2091"/>
                </a:lnTo>
                <a:lnTo>
                  <a:pt x="4695" y="2808"/>
                </a:lnTo>
                <a:lnTo>
                  <a:pt x="2808" y="2808"/>
                </a:lnTo>
                <a:lnTo>
                  <a:pt x="2808" y="4694"/>
                </a:lnTo>
                <a:lnTo>
                  <a:pt x="2097" y="4694"/>
                </a:lnTo>
                <a:lnTo>
                  <a:pt x="2097" y="2803"/>
                </a:lnTo>
                <a:lnTo>
                  <a:pt x="206" y="2803"/>
                </a:lnTo>
                <a:lnTo>
                  <a:pt x="206" y="2091"/>
                </a:lnTo>
                <a:lnTo>
                  <a:pt x="2097" y="2091"/>
                </a:lnTo>
                <a:lnTo>
                  <a:pt x="2097" y="205"/>
                </a:lnTo>
                <a:close/>
                <a:moveTo>
                  <a:pt x="1887" y="0"/>
                </a:moveTo>
                <a:lnTo>
                  <a:pt x="1887" y="1887"/>
                </a:lnTo>
                <a:lnTo>
                  <a:pt x="1" y="1887"/>
                </a:lnTo>
                <a:lnTo>
                  <a:pt x="1" y="3013"/>
                </a:lnTo>
                <a:lnTo>
                  <a:pt x="1887" y="3013"/>
                </a:lnTo>
                <a:lnTo>
                  <a:pt x="1887" y="4899"/>
                </a:lnTo>
                <a:lnTo>
                  <a:pt x="3008" y="4899"/>
                </a:lnTo>
                <a:lnTo>
                  <a:pt x="3008" y="3008"/>
                </a:lnTo>
                <a:lnTo>
                  <a:pt x="4899" y="3008"/>
                </a:lnTo>
                <a:lnTo>
                  <a:pt x="4899" y="1887"/>
                </a:lnTo>
                <a:lnTo>
                  <a:pt x="3008" y="1887"/>
                </a:lnTo>
                <a:lnTo>
                  <a:pt x="3008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2" name="Google Shape;476;p19"/>
          <p:cNvSpPr/>
          <p:nvPr/>
        </p:nvSpPr>
        <p:spPr>
          <a:xfrm rot="10800000" flipH="1">
            <a:off x="8680320" y="4734000"/>
            <a:ext cx="221040" cy="221040"/>
          </a:xfrm>
          <a:custGeom>
            <a:avLst/>
            <a:gdLst>
              <a:gd name="textAreaLeft" fmla="*/ 360 w 221040"/>
              <a:gd name="textAreaRight" fmla="*/ 221760 w 221040"/>
              <a:gd name="textAreaTop" fmla="*/ 0 h 221040"/>
              <a:gd name="textAreaBottom" fmla="*/ 221400 h 221040"/>
            </a:gdLst>
            <a:ahLst/>
            <a:cxnLst/>
            <a:rect l="textAreaLeft" t="textAreaTop" r="textAreaRight" b="textAreaBottom"/>
            <a:pathLst>
              <a:path w="4900" h="4900">
                <a:moveTo>
                  <a:pt x="2808" y="205"/>
                </a:moveTo>
                <a:lnTo>
                  <a:pt x="2808" y="2091"/>
                </a:lnTo>
                <a:lnTo>
                  <a:pt x="4695" y="2091"/>
                </a:lnTo>
                <a:lnTo>
                  <a:pt x="4695" y="2808"/>
                </a:lnTo>
                <a:lnTo>
                  <a:pt x="2808" y="2808"/>
                </a:lnTo>
                <a:lnTo>
                  <a:pt x="2808" y="4694"/>
                </a:lnTo>
                <a:lnTo>
                  <a:pt x="2097" y="4694"/>
                </a:lnTo>
                <a:lnTo>
                  <a:pt x="2097" y="2803"/>
                </a:lnTo>
                <a:lnTo>
                  <a:pt x="206" y="2803"/>
                </a:lnTo>
                <a:lnTo>
                  <a:pt x="206" y="2091"/>
                </a:lnTo>
                <a:lnTo>
                  <a:pt x="2097" y="2091"/>
                </a:lnTo>
                <a:lnTo>
                  <a:pt x="2097" y="205"/>
                </a:lnTo>
                <a:close/>
                <a:moveTo>
                  <a:pt x="1887" y="0"/>
                </a:moveTo>
                <a:lnTo>
                  <a:pt x="1887" y="1887"/>
                </a:lnTo>
                <a:lnTo>
                  <a:pt x="1" y="1887"/>
                </a:lnTo>
                <a:lnTo>
                  <a:pt x="1" y="3013"/>
                </a:lnTo>
                <a:lnTo>
                  <a:pt x="1887" y="3013"/>
                </a:lnTo>
                <a:lnTo>
                  <a:pt x="1887" y="4899"/>
                </a:lnTo>
                <a:lnTo>
                  <a:pt x="3008" y="4899"/>
                </a:lnTo>
                <a:lnTo>
                  <a:pt x="3008" y="3008"/>
                </a:lnTo>
                <a:lnTo>
                  <a:pt x="4899" y="3008"/>
                </a:lnTo>
                <a:lnTo>
                  <a:pt x="4899" y="1887"/>
                </a:lnTo>
                <a:lnTo>
                  <a:pt x="3008" y="1887"/>
                </a:lnTo>
                <a:lnTo>
                  <a:pt x="3008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 hasCustomPrompt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 hasCustomPrompt="1"/>
          </p:nvPr>
        </p:nvSpPr>
        <p:spPr>
          <a:xfrm>
            <a:off x="713160" y="369000"/>
            <a:ext cx="77090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 hasCustomPrompt="1"/>
          </p:nvPr>
        </p:nvSpPr>
        <p:spPr>
          <a:xfrm>
            <a:off x="789480" y="1519200"/>
            <a:ext cx="3937320" cy="2881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grpSp>
        <p:nvGrpSpPr>
          <p:cNvPr id="56" name="Google Shape;588;p26"/>
          <p:cNvGrpSpPr/>
          <p:nvPr/>
        </p:nvGrpSpPr>
        <p:grpSpPr>
          <a:xfrm>
            <a:off x="1785240" y="4686840"/>
            <a:ext cx="501840" cy="313200"/>
            <a:chOff x="1785240" y="4686840"/>
            <a:chExt cx="501840" cy="313200"/>
          </a:xfrm>
        </p:grpSpPr>
        <p:sp>
          <p:nvSpPr>
            <p:cNvPr id="57" name="Google Shape;589;p26"/>
            <p:cNvSpPr/>
            <p:nvPr/>
          </p:nvSpPr>
          <p:spPr>
            <a:xfrm rot="20739600" flipH="1">
              <a:off x="2015280" y="4719600"/>
              <a:ext cx="241560" cy="157320"/>
            </a:xfrm>
            <a:custGeom>
              <a:avLst/>
              <a:gdLst>
                <a:gd name="textAreaLeft" fmla="*/ -360 w 241560"/>
                <a:gd name="textAreaRight" fmla="*/ 241560 w 241560"/>
                <a:gd name="textAreaTop" fmla="*/ 0 h 157320"/>
                <a:gd name="textAreaBottom" fmla="*/ 157680 h 157320"/>
              </a:gdLst>
              <a:ahLst/>
              <a:cxnLst/>
              <a:rect l="textAreaLeft" t="textAreaTop" r="textAreaRight" b="textAreaBottom"/>
              <a:pathLst>
                <a:path w="4880" h="3175">
                  <a:moveTo>
                    <a:pt x="1362" y="1"/>
                  </a:moveTo>
                  <a:cubicBezTo>
                    <a:pt x="789" y="1"/>
                    <a:pt x="275" y="398"/>
                    <a:pt x="147" y="981"/>
                  </a:cubicBezTo>
                  <a:cubicBezTo>
                    <a:pt x="1" y="1668"/>
                    <a:pt x="444" y="2346"/>
                    <a:pt x="1136" y="2477"/>
                  </a:cubicBezTo>
                  <a:lnTo>
                    <a:pt x="4349" y="3174"/>
                  </a:lnTo>
                  <a:lnTo>
                    <a:pt x="4880" y="737"/>
                  </a:lnTo>
                  <a:lnTo>
                    <a:pt x="1673" y="40"/>
                  </a:lnTo>
                  <a:cubicBezTo>
                    <a:pt x="1568" y="14"/>
                    <a:pt x="1464" y="1"/>
                    <a:pt x="1362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8840" bIns="788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" name="Google Shape;590;p26"/>
            <p:cNvSpPr/>
            <p:nvPr/>
          </p:nvSpPr>
          <p:spPr>
            <a:xfrm rot="20739600" flipH="1">
              <a:off x="1819440" y="4808160"/>
              <a:ext cx="237960" cy="157680"/>
            </a:xfrm>
            <a:custGeom>
              <a:avLst/>
              <a:gdLst>
                <a:gd name="textAreaLeft" fmla="*/ -360 w 237960"/>
                <a:gd name="textAreaRight" fmla="*/ 237960 w 237960"/>
                <a:gd name="textAreaTop" fmla="*/ 0 h 157680"/>
                <a:gd name="textAreaBottom" fmla="*/ 158040 h 157680"/>
              </a:gdLst>
              <a:ahLst/>
              <a:cxnLst/>
              <a:rect l="textAreaLeft" t="textAreaTop" r="textAreaRight" b="textAreaBottom"/>
              <a:pathLst>
                <a:path w="4802" h="3189">
                  <a:moveTo>
                    <a:pt x="532" y="0"/>
                  </a:moveTo>
                  <a:lnTo>
                    <a:pt x="1" y="2442"/>
                  </a:lnTo>
                  <a:lnTo>
                    <a:pt x="3296" y="3159"/>
                  </a:lnTo>
                  <a:cubicBezTo>
                    <a:pt x="3383" y="3178"/>
                    <a:pt x="3472" y="3188"/>
                    <a:pt x="3561" y="3188"/>
                  </a:cubicBezTo>
                  <a:cubicBezTo>
                    <a:pt x="3650" y="3188"/>
                    <a:pt x="3739" y="3178"/>
                    <a:pt x="3827" y="3159"/>
                  </a:cubicBezTo>
                  <a:lnTo>
                    <a:pt x="3827" y="3154"/>
                  </a:lnTo>
                  <a:cubicBezTo>
                    <a:pt x="4397" y="3027"/>
                    <a:pt x="4802" y="2520"/>
                    <a:pt x="4802" y="1935"/>
                  </a:cubicBezTo>
                  <a:cubicBezTo>
                    <a:pt x="4802" y="1350"/>
                    <a:pt x="4397" y="844"/>
                    <a:pt x="3827" y="717"/>
                  </a:cubicBezTo>
                  <a:lnTo>
                    <a:pt x="532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8840" bIns="788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" name="Google Shape;591;p26"/>
            <p:cNvSpPr/>
            <p:nvPr/>
          </p:nvSpPr>
          <p:spPr>
            <a:xfrm rot="20739600" flipH="1">
              <a:off x="1802880" y="4741200"/>
              <a:ext cx="465840" cy="204480"/>
            </a:xfrm>
            <a:custGeom>
              <a:avLst/>
              <a:gdLst>
                <a:gd name="textAreaLeft" fmla="*/ 360 w 465840"/>
                <a:gd name="textAreaRight" fmla="*/ 466560 w 465840"/>
                <a:gd name="textAreaTop" fmla="*/ 0 h 204480"/>
                <a:gd name="textAreaBottom" fmla="*/ 204840 h 204480"/>
              </a:gdLst>
              <a:ahLst/>
              <a:cxnLst/>
              <a:rect l="textAreaLeft" t="textAreaTop" r="textAreaRight" b="textAreaBottom"/>
              <a:pathLst>
                <a:path w="9399" h="4123">
                  <a:moveTo>
                    <a:pt x="1450" y="200"/>
                  </a:moveTo>
                  <a:cubicBezTo>
                    <a:pt x="1539" y="200"/>
                    <a:pt x="1630" y="211"/>
                    <a:pt x="1721" y="233"/>
                  </a:cubicBezTo>
                  <a:lnTo>
                    <a:pt x="8223" y="1651"/>
                  </a:lnTo>
                  <a:cubicBezTo>
                    <a:pt x="8750" y="1763"/>
                    <a:pt x="9125" y="2231"/>
                    <a:pt x="9125" y="2767"/>
                  </a:cubicBezTo>
                  <a:cubicBezTo>
                    <a:pt x="9125" y="3308"/>
                    <a:pt x="8750" y="3776"/>
                    <a:pt x="8223" y="3888"/>
                  </a:cubicBezTo>
                  <a:cubicBezTo>
                    <a:pt x="8143" y="3906"/>
                    <a:pt x="8061" y="3914"/>
                    <a:pt x="7980" y="3914"/>
                  </a:cubicBezTo>
                  <a:cubicBezTo>
                    <a:pt x="7898" y="3914"/>
                    <a:pt x="7816" y="3906"/>
                    <a:pt x="7736" y="3888"/>
                  </a:cubicBezTo>
                  <a:lnTo>
                    <a:pt x="4441" y="3172"/>
                  </a:lnTo>
                  <a:lnTo>
                    <a:pt x="1234" y="2470"/>
                  </a:lnTo>
                  <a:cubicBezTo>
                    <a:pt x="605" y="2348"/>
                    <a:pt x="196" y="1729"/>
                    <a:pt x="332" y="1100"/>
                  </a:cubicBezTo>
                  <a:cubicBezTo>
                    <a:pt x="449" y="563"/>
                    <a:pt x="925" y="200"/>
                    <a:pt x="1450" y="200"/>
                  </a:cubicBezTo>
                  <a:close/>
                  <a:moveTo>
                    <a:pt x="1475" y="1"/>
                  </a:moveTo>
                  <a:cubicBezTo>
                    <a:pt x="855" y="1"/>
                    <a:pt x="297" y="433"/>
                    <a:pt x="161" y="1061"/>
                  </a:cubicBezTo>
                  <a:cubicBezTo>
                    <a:pt x="1" y="1793"/>
                    <a:pt x="464" y="2509"/>
                    <a:pt x="1190" y="2670"/>
                  </a:cubicBezTo>
                  <a:lnTo>
                    <a:pt x="7692" y="4088"/>
                  </a:lnTo>
                  <a:cubicBezTo>
                    <a:pt x="7790" y="4108"/>
                    <a:pt x="7887" y="4122"/>
                    <a:pt x="7985" y="4122"/>
                  </a:cubicBezTo>
                  <a:cubicBezTo>
                    <a:pt x="8672" y="4122"/>
                    <a:pt x="9252" y="3601"/>
                    <a:pt x="9325" y="2914"/>
                  </a:cubicBezTo>
                  <a:cubicBezTo>
                    <a:pt x="9398" y="2226"/>
                    <a:pt x="8945" y="1598"/>
                    <a:pt x="8267" y="1451"/>
                  </a:cubicBezTo>
                  <a:lnTo>
                    <a:pt x="1765" y="33"/>
                  </a:lnTo>
                  <a:cubicBezTo>
                    <a:pt x="1668" y="11"/>
                    <a:pt x="1570" y="1"/>
                    <a:pt x="147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" name="Google Shape;592;p26"/>
            <p:cNvSpPr/>
            <p:nvPr/>
          </p:nvSpPr>
          <p:spPr>
            <a:xfrm rot="20739600" flipH="1">
              <a:off x="2017800" y="4781520"/>
              <a:ext cx="36000" cy="122760"/>
            </a:xfrm>
            <a:custGeom>
              <a:avLst/>
              <a:gdLst>
                <a:gd name="textAreaLeft" fmla="*/ 360 w 36000"/>
                <a:gd name="textAreaRight" fmla="*/ 36720 w 36000"/>
                <a:gd name="textAreaTop" fmla="*/ 0 h 122760"/>
                <a:gd name="textAreaBottom" fmla="*/ 123120 h 122760"/>
              </a:gdLst>
              <a:ahLst/>
              <a:cxnLst/>
              <a:rect l="textAreaLeft" t="textAreaTop" r="textAreaRight" b="textAreaBottom"/>
              <a:pathLst>
                <a:path w="732" h="2482">
                  <a:moveTo>
                    <a:pt x="536" y="1"/>
                  </a:moveTo>
                  <a:lnTo>
                    <a:pt x="0" y="2438"/>
                  </a:lnTo>
                  <a:lnTo>
                    <a:pt x="200" y="2482"/>
                  </a:lnTo>
                  <a:lnTo>
                    <a:pt x="731" y="45"/>
                  </a:lnTo>
                  <a:lnTo>
                    <a:pt x="536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61560" bIns="615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1" name="Google Shape;593;p26"/>
          <p:cNvGrpSpPr/>
          <p:nvPr/>
        </p:nvGrpSpPr>
        <p:grpSpPr>
          <a:xfrm>
            <a:off x="151920" y="4175280"/>
            <a:ext cx="362520" cy="495720"/>
            <a:chOff x="151920" y="4175280"/>
            <a:chExt cx="362520" cy="495720"/>
          </a:xfrm>
        </p:grpSpPr>
        <p:sp>
          <p:nvSpPr>
            <p:cNvPr id="62" name="Google Shape;594;p26"/>
            <p:cNvSpPr/>
            <p:nvPr/>
          </p:nvSpPr>
          <p:spPr>
            <a:xfrm rot="20739600" flipH="1">
              <a:off x="247680" y="4200120"/>
              <a:ext cx="183600" cy="240480"/>
            </a:xfrm>
            <a:custGeom>
              <a:avLst/>
              <a:gdLst>
                <a:gd name="textAreaLeft" fmla="*/ 360 w 183600"/>
                <a:gd name="textAreaRight" fmla="*/ 184320 w 183600"/>
                <a:gd name="textAreaTop" fmla="*/ 0 h 240480"/>
                <a:gd name="textAreaBottom" fmla="*/ 240840 h 240480"/>
              </a:gdLst>
              <a:ahLst/>
              <a:cxnLst/>
              <a:rect l="textAreaLeft" t="textAreaTop" r="textAreaRight" b="textAreaBottom"/>
              <a:pathLst>
                <a:path w="3706" h="4851">
                  <a:moveTo>
                    <a:pt x="1410" y="1"/>
                  </a:moveTo>
                  <a:cubicBezTo>
                    <a:pt x="1268" y="1"/>
                    <a:pt x="1127" y="25"/>
                    <a:pt x="995" y="74"/>
                  </a:cubicBezTo>
                  <a:cubicBezTo>
                    <a:pt x="347" y="303"/>
                    <a:pt x="1" y="1015"/>
                    <a:pt x="230" y="1663"/>
                  </a:cubicBezTo>
                  <a:lnTo>
                    <a:pt x="1351" y="4851"/>
                  </a:lnTo>
                  <a:lnTo>
                    <a:pt x="3705" y="4022"/>
                  </a:lnTo>
                  <a:lnTo>
                    <a:pt x="2589" y="839"/>
                  </a:lnTo>
                  <a:cubicBezTo>
                    <a:pt x="2414" y="337"/>
                    <a:pt x="1941" y="1"/>
                    <a:pt x="141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" name="Google Shape;595;p26"/>
            <p:cNvSpPr/>
            <p:nvPr/>
          </p:nvSpPr>
          <p:spPr>
            <a:xfrm rot="20739600" flipH="1">
              <a:off x="234000" y="4410000"/>
              <a:ext cx="182160" cy="236160"/>
            </a:xfrm>
            <a:custGeom>
              <a:avLst/>
              <a:gdLst>
                <a:gd name="textAreaLeft" fmla="*/ 360 w 182160"/>
                <a:gd name="textAreaRight" fmla="*/ 182880 w 182160"/>
                <a:gd name="textAreaTop" fmla="*/ 0 h 236160"/>
                <a:gd name="textAreaBottom" fmla="*/ 236520 h 236160"/>
              </a:gdLst>
              <a:ahLst/>
              <a:cxnLst/>
              <a:rect l="textAreaLeft" t="textAreaTop" r="textAreaRight" b="textAreaBottom"/>
              <a:pathLst>
                <a:path w="3676" h="4770">
                  <a:moveTo>
                    <a:pt x="2354" y="0"/>
                  </a:moveTo>
                  <a:lnTo>
                    <a:pt x="0" y="829"/>
                  </a:lnTo>
                  <a:lnTo>
                    <a:pt x="1087" y="3924"/>
                  </a:lnTo>
                  <a:cubicBezTo>
                    <a:pt x="1264" y="4444"/>
                    <a:pt x="1747" y="4770"/>
                    <a:pt x="2266" y="4770"/>
                  </a:cubicBezTo>
                  <a:cubicBezTo>
                    <a:pt x="2403" y="4770"/>
                    <a:pt x="2543" y="4747"/>
                    <a:pt x="2681" y="4699"/>
                  </a:cubicBezTo>
                  <a:cubicBezTo>
                    <a:pt x="3334" y="4470"/>
                    <a:pt x="3675" y="3748"/>
                    <a:pt x="3441" y="3095"/>
                  </a:cubicBezTo>
                  <a:lnTo>
                    <a:pt x="2354" y="0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" name="Google Shape;596;p26"/>
            <p:cNvSpPr/>
            <p:nvPr/>
          </p:nvSpPr>
          <p:spPr>
            <a:xfrm rot="20739600" flipH="1">
              <a:off x="202680" y="4200480"/>
              <a:ext cx="260280" cy="445320"/>
            </a:xfrm>
            <a:custGeom>
              <a:avLst/>
              <a:gdLst>
                <a:gd name="textAreaLeft" fmla="*/ -360 w 260280"/>
                <a:gd name="textAreaRight" fmla="*/ 260280 w 260280"/>
                <a:gd name="textAreaTop" fmla="*/ 0 h 445320"/>
                <a:gd name="textAreaBottom" fmla="*/ 445680 h 445320"/>
              </a:gdLst>
              <a:ahLst/>
              <a:cxnLst/>
              <a:rect l="textAreaLeft" t="textAreaTop" r="textAreaRight" b="textAreaBottom"/>
              <a:pathLst>
                <a:path w="5246" h="8984">
                  <a:moveTo>
                    <a:pt x="1522" y="205"/>
                  </a:moveTo>
                  <a:cubicBezTo>
                    <a:pt x="2009" y="205"/>
                    <a:pt x="2443" y="517"/>
                    <a:pt x="2604" y="975"/>
                  </a:cubicBezTo>
                  <a:lnTo>
                    <a:pt x="4807" y="7258"/>
                  </a:lnTo>
                  <a:cubicBezTo>
                    <a:pt x="5016" y="7853"/>
                    <a:pt x="4704" y="8506"/>
                    <a:pt x="4105" y="8716"/>
                  </a:cubicBezTo>
                  <a:cubicBezTo>
                    <a:pt x="3980" y="8760"/>
                    <a:pt x="3851" y="8781"/>
                    <a:pt x="3725" y="8781"/>
                  </a:cubicBezTo>
                  <a:cubicBezTo>
                    <a:pt x="3253" y="8781"/>
                    <a:pt x="2808" y="8487"/>
                    <a:pt x="2643" y="8014"/>
                  </a:cubicBezTo>
                  <a:lnTo>
                    <a:pt x="440" y="1736"/>
                  </a:lnTo>
                  <a:cubicBezTo>
                    <a:pt x="230" y="1136"/>
                    <a:pt x="542" y="478"/>
                    <a:pt x="1141" y="273"/>
                  </a:cubicBezTo>
                  <a:cubicBezTo>
                    <a:pt x="1263" y="230"/>
                    <a:pt x="1395" y="205"/>
                    <a:pt x="1522" y="205"/>
                  </a:cubicBezTo>
                  <a:close/>
                  <a:moveTo>
                    <a:pt x="1522" y="0"/>
                  </a:moveTo>
                  <a:cubicBezTo>
                    <a:pt x="1370" y="0"/>
                    <a:pt x="1219" y="30"/>
                    <a:pt x="1073" y="78"/>
                  </a:cubicBezTo>
                  <a:cubicBezTo>
                    <a:pt x="371" y="327"/>
                    <a:pt x="1" y="1097"/>
                    <a:pt x="249" y="1799"/>
                  </a:cubicBezTo>
                  <a:lnTo>
                    <a:pt x="2453" y="8082"/>
                  </a:lnTo>
                  <a:cubicBezTo>
                    <a:pt x="2643" y="8623"/>
                    <a:pt x="3150" y="8984"/>
                    <a:pt x="3725" y="8984"/>
                  </a:cubicBezTo>
                  <a:cubicBezTo>
                    <a:pt x="3876" y="8984"/>
                    <a:pt x="4027" y="8959"/>
                    <a:pt x="4173" y="8911"/>
                  </a:cubicBezTo>
                  <a:cubicBezTo>
                    <a:pt x="4875" y="8662"/>
                    <a:pt x="5246" y="7892"/>
                    <a:pt x="5002" y="7190"/>
                  </a:cubicBezTo>
                  <a:lnTo>
                    <a:pt x="2794" y="907"/>
                  </a:lnTo>
                  <a:cubicBezTo>
                    <a:pt x="2609" y="366"/>
                    <a:pt x="2097" y="0"/>
                    <a:pt x="152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" name="Google Shape;597;p26"/>
            <p:cNvSpPr/>
            <p:nvPr/>
          </p:nvSpPr>
          <p:spPr>
            <a:xfrm rot="20739600" flipH="1">
              <a:off x="271800" y="4399920"/>
              <a:ext cx="119880" cy="50400"/>
            </a:xfrm>
            <a:custGeom>
              <a:avLst/>
              <a:gdLst>
                <a:gd name="textAreaLeft" fmla="*/ -360 w 119880"/>
                <a:gd name="textAreaRight" fmla="*/ 119880 w 119880"/>
                <a:gd name="textAreaTop" fmla="*/ 0 h 50400"/>
                <a:gd name="textAreaBottom" fmla="*/ 50760 h 50400"/>
              </a:gdLst>
              <a:ahLst/>
              <a:cxnLst/>
              <a:rect l="textAreaLeft" t="textAreaTop" r="textAreaRight" b="textAreaBottom"/>
              <a:pathLst>
                <a:path w="2424" h="1025">
                  <a:moveTo>
                    <a:pt x="2355" y="1"/>
                  </a:moveTo>
                  <a:lnTo>
                    <a:pt x="1" y="829"/>
                  </a:lnTo>
                  <a:lnTo>
                    <a:pt x="69" y="1024"/>
                  </a:lnTo>
                  <a:lnTo>
                    <a:pt x="2423" y="196"/>
                  </a:lnTo>
                  <a:lnTo>
                    <a:pt x="2355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5200" bIns="252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6" name="Google Shape;598;p26"/>
          <p:cNvGrpSpPr/>
          <p:nvPr/>
        </p:nvGrpSpPr>
        <p:grpSpPr>
          <a:xfrm>
            <a:off x="8478000" y="1315800"/>
            <a:ext cx="518400" cy="499320"/>
            <a:chOff x="8478000" y="1315800"/>
            <a:chExt cx="518400" cy="499320"/>
          </a:xfrm>
        </p:grpSpPr>
        <p:sp>
          <p:nvSpPr>
            <p:cNvPr id="67" name="Google Shape;599;p26"/>
            <p:cNvSpPr/>
            <p:nvPr/>
          </p:nvSpPr>
          <p:spPr>
            <a:xfrm rot="8371200" flipV="1">
              <a:off x="8566920" y="1560960"/>
              <a:ext cx="243720" cy="189360"/>
            </a:xfrm>
            <a:custGeom>
              <a:avLst/>
              <a:gdLst>
                <a:gd name="textAreaLeft" fmla="*/ 0 w 243720"/>
                <a:gd name="textAreaRight" fmla="*/ 244080 w 243720"/>
                <a:gd name="textAreaTop" fmla="*/ 360 h 189360"/>
                <a:gd name="textAreaBottom" fmla="*/ 190080 h 189360"/>
              </a:gdLst>
              <a:ahLst/>
              <a:cxnLst/>
              <a:rect l="textAreaLeft" t="textAreaTop" r="textAreaRight" b="textAreaBottom"/>
              <a:pathLst>
                <a:path w="4924" h="3817">
                  <a:moveTo>
                    <a:pt x="1064" y="0"/>
                  </a:moveTo>
                  <a:lnTo>
                    <a:pt x="1" y="2262"/>
                  </a:lnTo>
                  <a:lnTo>
                    <a:pt x="3047" y="3700"/>
                  </a:lnTo>
                  <a:cubicBezTo>
                    <a:pt x="3213" y="3778"/>
                    <a:pt x="3393" y="3817"/>
                    <a:pt x="3579" y="3817"/>
                  </a:cubicBezTo>
                  <a:cubicBezTo>
                    <a:pt x="4164" y="3817"/>
                    <a:pt x="4671" y="3412"/>
                    <a:pt x="4797" y="2842"/>
                  </a:cubicBezTo>
                  <a:cubicBezTo>
                    <a:pt x="4924" y="2272"/>
                    <a:pt x="4641" y="1692"/>
                    <a:pt x="4110" y="1443"/>
                  </a:cubicBezTo>
                  <a:lnTo>
                    <a:pt x="1064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" name="Google Shape;600;p26"/>
            <p:cNvSpPr/>
            <p:nvPr/>
          </p:nvSpPr>
          <p:spPr>
            <a:xfrm rot="8371200" flipV="1">
              <a:off x="8662320" y="1378080"/>
              <a:ext cx="246240" cy="187920"/>
            </a:xfrm>
            <a:custGeom>
              <a:avLst/>
              <a:gdLst>
                <a:gd name="textAreaLeft" fmla="*/ 0 w 246240"/>
                <a:gd name="textAreaRight" fmla="*/ 246600 w 246240"/>
                <a:gd name="textAreaTop" fmla="*/ 360 h 187920"/>
                <a:gd name="textAreaBottom" fmla="*/ 188640 h 187920"/>
              </a:gdLst>
              <a:ahLst/>
              <a:cxnLst/>
              <a:rect l="textAreaLeft" t="textAreaTop" r="textAreaRight" b="textAreaBottom"/>
              <a:pathLst>
                <a:path w="4968" h="3794">
                  <a:moveTo>
                    <a:pt x="1429" y="1"/>
                  </a:moveTo>
                  <a:cubicBezTo>
                    <a:pt x="963" y="1"/>
                    <a:pt x="514" y="264"/>
                    <a:pt x="303" y="713"/>
                  </a:cubicBezTo>
                  <a:cubicBezTo>
                    <a:pt x="1" y="1352"/>
                    <a:pt x="283" y="2107"/>
                    <a:pt x="932" y="2390"/>
                  </a:cubicBezTo>
                  <a:lnTo>
                    <a:pt x="3900" y="3794"/>
                  </a:lnTo>
                  <a:lnTo>
                    <a:pt x="4968" y="1532"/>
                  </a:lnTo>
                  <a:lnTo>
                    <a:pt x="1994" y="138"/>
                  </a:lnTo>
                  <a:cubicBezTo>
                    <a:pt x="1813" y="45"/>
                    <a:pt x="1619" y="1"/>
                    <a:pt x="1429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" name="Google Shape;601;p26"/>
            <p:cNvSpPr/>
            <p:nvPr/>
          </p:nvSpPr>
          <p:spPr>
            <a:xfrm rot="8371200" flipV="1">
              <a:off x="8513640" y="1427760"/>
              <a:ext cx="447120" cy="274680"/>
            </a:xfrm>
            <a:custGeom>
              <a:avLst/>
              <a:gdLst>
                <a:gd name="textAreaLeft" fmla="*/ 0 w 447120"/>
                <a:gd name="textAreaRight" fmla="*/ 447480 w 447120"/>
                <a:gd name="textAreaTop" fmla="*/ -360 h 274680"/>
                <a:gd name="textAreaBottom" fmla="*/ 274680 h 274680"/>
              </a:gdLst>
              <a:ahLst/>
              <a:cxnLst/>
              <a:rect l="textAreaLeft" t="textAreaTop" r="textAreaRight" b="textAreaBottom"/>
              <a:pathLst>
                <a:path w="9019" h="5541">
                  <a:moveTo>
                    <a:pt x="1575" y="222"/>
                  </a:moveTo>
                  <a:cubicBezTo>
                    <a:pt x="1725" y="222"/>
                    <a:pt x="1878" y="252"/>
                    <a:pt x="2024" y="315"/>
                  </a:cubicBezTo>
                  <a:lnTo>
                    <a:pt x="8048" y="3157"/>
                  </a:lnTo>
                  <a:cubicBezTo>
                    <a:pt x="8618" y="3425"/>
                    <a:pt x="8862" y="4107"/>
                    <a:pt x="8594" y="4682"/>
                  </a:cubicBezTo>
                  <a:cubicBezTo>
                    <a:pt x="8404" y="5082"/>
                    <a:pt x="7999" y="5336"/>
                    <a:pt x="7561" y="5336"/>
                  </a:cubicBezTo>
                  <a:cubicBezTo>
                    <a:pt x="7551" y="5336"/>
                    <a:pt x="7542" y="5336"/>
                    <a:pt x="7532" y="5336"/>
                  </a:cubicBezTo>
                  <a:cubicBezTo>
                    <a:pt x="7372" y="5336"/>
                    <a:pt x="7216" y="5297"/>
                    <a:pt x="7073" y="5228"/>
                  </a:cubicBezTo>
                  <a:lnTo>
                    <a:pt x="4022" y="3790"/>
                  </a:lnTo>
                  <a:lnTo>
                    <a:pt x="1049" y="2387"/>
                  </a:lnTo>
                  <a:cubicBezTo>
                    <a:pt x="503" y="2104"/>
                    <a:pt x="274" y="1441"/>
                    <a:pt x="537" y="880"/>
                  </a:cubicBezTo>
                  <a:cubicBezTo>
                    <a:pt x="732" y="468"/>
                    <a:pt x="1145" y="222"/>
                    <a:pt x="1575" y="222"/>
                  </a:cubicBezTo>
                  <a:close/>
                  <a:moveTo>
                    <a:pt x="1542" y="1"/>
                  </a:moveTo>
                  <a:cubicBezTo>
                    <a:pt x="1037" y="1"/>
                    <a:pt x="552" y="286"/>
                    <a:pt x="322" y="773"/>
                  </a:cubicBezTo>
                  <a:cubicBezTo>
                    <a:pt x="1" y="1446"/>
                    <a:pt x="288" y="2250"/>
                    <a:pt x="966" y="2572"/>
                  </a:cubicBezTo>
                  <a:lnTo>
                    <a:pt x="6986" y="5413"/>
                  </a:lnTo>
                  <a:cubicBezTo>
                    <a:pt x="7161" y="5496"/>
                    <a:pt x="7361" y="5540"/>
                    <a:pt x="7561" y="5540"/>
                  </a:cubicBezTo>
                  <a:cubicBezTo>
                    <a:pt x="8189" y="5540"/>
                    <a:pt x="8740" y="5106"/>
                    <a:pt x="8877" y="4487"/>
                  </a:cubicBezTo>
                  <a:cubicBezTo>
                    <a:pt x="9018" y="3868"/>
                    <a:pt x="8711" y="3240"/>
                    <a:pt x="8136" y="2971"/>
                  </a:cubicBezTo>
                  <a:lnTo>
                    <a:pt x="2116" y="130"/>
                  </a:lnTo>
                  <a:cubicBezTo>
                    <a:pt x="1931" y="42"/>
                    <a:pt x="1735" y="1"/>
                    <a:pt x="154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" name="Google Shape;602;p26"/>
            <p:cNvSpPr/>
            <p:nvPr/>
          </p:nvSpPr>
          <p:spPr>
            <a:xfrm rot="8371200" flipV="1">
              <a:off x="8705880" y="1506240"/>
              <a:ext cx="61560" cy="115920"/>
            </a:xfrm>
            <a:custGeom>
              <a:avLst/>
              <a:gdLst>
                <a:gd name="textAreaLeft" fmla="*/ 0 w 61560"/>
                <a:gd name="textAreaRight" fmla="*/ 61920 w 61560"/>
                <a:gd name="textAreaTop" fmla="*/ 360 h 115920"/>
                <a:gd name="textAreaBottom" fmla="*/ 116640 h 115920"/>
              </a:gdLst>
              <a:ahLst/>
              <a:cxnLst/>
              <a:rect l="textAreaLeft" t="textAreaTop" r="textAreaRight" b="textAreaBottom"/>
              <a:pathLst>
                <a:path w="1249" h="2346">
                  <a:moveTo>
                    <a:pt x="1063" y="1"/>
                  </a:moveTo>
                  <a:lnTo>
                    <a:pt x="1" y="2257"/>
                  </a:lnTo>
                  <a:lnTo>
                    <a:pt x="186" y="2345"/>
                  </a:lnTo>
                  <a:lnTo>
                    <a:pt x="1248" y="88"/>
                  </a:lnTo>
                  <a:lnTo>
                    <a:pt x="1063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71" name="Google Shape;603;p26"/>
          <p:cNvSpPr/>
          <p:nvPr/>
        </p:nvSpPr>
        <p:spPr>
          <a:xfrm flipH="1">
            <a:off x="8621640" y="248040"/>
            <a:ext cx="221040" cy="221040"/>
          </a:xfrm>
          <a:custGeom>
            <a:avLst/>
            <a:gdLst>
              <a:gd name="textAreaLeft" fmla="*/ 360 w 221040"/>
              <a:gd name="textAreaRight" fmla="*/ 221760 w 221040"/>
              <a:gd name="textAreaTop" fmla="*/ 0 h 221040"/>
              <a:gd name="textAreaBottom" fmla="*/ 221400 h 221040"/>
            </a:gdLst>
            <a:ahLst/>
            <a:cxnLst/>
            <a:rect l="textAreaLeft" t="textAreaTop" r="textAreaRight" b="textAreaBottom"/>
            <a:pathLst>
              <a:path w="4900" h="4900">
                <a:moveTo>
                  <a:pt x="2808" y="205"/>
                </a:moveTo>
                <a:lnTo>
                  <a:pt x="2808" y="2091"/>
                </a:lnTo>
                <a:lnTo>
                  <a:pt x="4695" y="2091"/>
                </a:lnTo>
                <a:lnTo>
                  <a:pt x="4695" y="2808"/>
                </a:lnTo>
                <a:lnTo>
                  <a:pt x="2808" y="2808"/>
                </a:lnTo>
                <a:lnTo>
                  <a:pt x="2808" y="4694"/>
                </a:lnTo>
                <a:lnTo>
                  <a:pt x="2097" y="4694"/>
                </a:lnTo>
                <a:lnTo>
                  <a:pt x="2097" y="2803"/>
                </a:lnTo>
                <a:lnTo>
                  <a:pt x="206" y="2803"/>
                </a:lnTo>
                <a:lnTo>
                  <a:pt x="206" y="2091"/>
                </a:lnTo>
                <a:lnTo>
                  <a:pt x="2097" y="2091"/>
                </a:lnTo>
                <a:lnTo>
                  <a:pt x="2097" y="205"/>
                </a:lnTo>
                <a:close/>
                <a:moveTo>
                  <a:pt x="1887" y="0"/>
                </a:moveTo>
                <a:lnTo>
                  <a:pt x="1887" y="1887"/>
                </a:lnTo>
                <a:lnTo>
                  <a:pt x="1" y="1887"/>
                </a:lnTo>
                <a:lnTo>
                  <a:pt x="1" y="3013"/>
                </a:lnTo>
                <a:lnTo>
                  <a:pt x="1887" y="3013"/>
                </a:lnTo>
                <a:lnTo>
                  <a:pt x="1887" y="4899"/>
                </a:lnTo>
                <a:lnTo>
                  <a:pt x="3008" y="4899"/>
                </a:lnTo>
                <a:lnTo>
                  <a:pt x="3008" y="3008"/>
                </a:lnTo>
                <a:lnTo>
                  <a:pt x="4899" y="3008"/>
                </a:lnTo>
                <a:lnTo>
                  <a:pt x="4899" y="1887"/>
                </a:lnTo>
                <a:lnTo>
                  <a:pt x="3008" y="1887"/>
                </a:lnTo>
                <a:lnTo>
                  <a:pt x="3008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2" name="Google Shape;604;p26"/>
          <p:cNvSpPr/>
          <p:nvPr/>
        </p:nvSpPr>
        <p:spPr>
          <a:xfrm flipH="1">
            <a:off x="293040" y="248040"/>
            <a:ext cx="221040" cy="221040"/>
          </a:xfrm>
          <a:custGeom>
            <a:avLst/>
            <a:gdLst>
              <a:gd name="textAreaLeft" fmla="*/ 360 w 221040"/>
              <a:gd name="textAreaRight" fmla="*/ 221760 w 221040"/>
              <a:gd name="textAreaTop" fmla="*/ 0 h 221040"/>
              <a:gd name="textAreaBottom" fmla="*/ 221400 h 221040"/>
            </a:gdLst>
            <a:ahLst/>
            <a:cxnLst/>
            <a:rect l="textAreaLeft" t="textAreaTop" r="textAreaRight" b="textAreaBottom"/>
            <a:pathLst>
              <a:path w="4900" h="4900">
                <a:moveTo>
                  <a:pt x="2808" y="205"/>
                </a:moveTo>
                <a:lnTo>
                  <a:pt x="2808" y="2091"/>
                </a:lnTo>
                <a:lnTo>
                  <a:pt x="4695" y="2091"/>
                </a:lnTo>
                <a:lnTo>
                  <a:pt x="4695" y="2808"/>
                </a:lnTo>
                <a:lnTo>
                  <a:pt x="2808" y="2808"/>
                </a:lnTo>
                <a:lnTo>
                  <a:pt x="2808" y="4694"/>
                </a:lnTo>
                <a:lnTo>
                  <a:pt x="2097" y="4694"/>
                </a:lnTo>
                <a:lnTo>
                  <a:pt x="2097" y="2803"/>
                </a:lnTo>
                <a:lnTo>
                  <a:pt x="206" y="2803"/>
                </a:lnTo>
                <a:lnTo>
                  <a:pt x="206" y="2091"/>
                </a:lnTo>
                <a:lnTo>
                  <a:pt x="2097" y="2091"/>
                </a:lnTo>
                <a:lnTo>
                  <a:pt x="2097" y="205"/>
                </a:lnTo>
                <a:close/>
                <a:moveTo>
                  <a:pt x="1887" y="0"/>
                </a:moveTo>
                <a:lnTo>
                  <a:pt x="1887" y="1887"/>
                </a:lnTo>
                <a:lnTo>
                  <a:pt x="1" y="1887"/>
                </a:lnTo>
                <a:lnTo>
                  <a:pt x="1" y="3013"/>
                </a:lnTo>
                <a:lnTo>
                  <a:pt x="1887" y="3013"/>
                </a:lnTo>
                <a:lnTo>
                  <a:pt x="1887" y="4899"/>
                </a:lnTo>
                <a:lnTo>
                  <a:pt x="3008" y="4899"/>
                </a:lnTo>
                <a:lnTo>
                  <a:pt x="3008" y="3008"/>
                </a:lnTo>
                <a:lnTo>
                  <a:pt x="4899" y="3008"/>
                </a:lnTo>
                <a:lnTo>
                  <a:pt x="4899" y="1887"/>
                </a:lnTo>
                <a:lnTo>
                  <a:pt x="3008" y="1887"/>
                </a:lnTo>
                <a:lnTo>
                  <a:pt x="3008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 hasCustomPrompt="1"/>
          </p:nvPr>
        </p:nvSpPr>
        <p:spPr>
          <a:xfrm>
            <a:off x="4362480" y="725760"/>
            <a:ext cx="3972240" cy="863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4" name="Google Shape;734;p31"/>
          <p:cNvSpPr/>
          <p:nvPr/>
        </p:nvSpPr>
        <p:spPr>
          <a:xfrm>
            <a:off x="4362480" y="3186360"/>
            <a:ext cx="3972240" cy="615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b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GB" sz="1200" b="0" u="none" strike="noStrike">
                <a:solidFill>
                  <a:schemeClr val="accent1"/>
                </a:solidFill>
                <a:effectLst/>
                <a:uFillTx/>
                <a:latin typeface="Armata"/>
                <a:ea typeface="Armata"/>
              </a:rPr>
              <a:t>CREDITS: This presentation template was created by </a:t>
            </a:r>
            <a:r>
              <a:rPr lang="en-GB" sz="1200" b="1" u="sng" strike="noStrike">
                <a:solidFill>
                  <a:schemeClr val="accent1"/>
                </a:solidFill>
                <a:effectLst/>
                <a:uFillTx/>
                <a:latin typeface="Armata"/>
                <a:ea typeface="Armata"/>
                <a:hlinkClick r:id="rId2"/>
              </a:rPr>
              <a:t>Slidesgo</a:t>
            </a:r>
            <a:r>
              <a:rPr lang="en-GB" sz="1200" b="0" u="none" strike="noStrike">
                <a:solidFill>
                  <a:schemeClr val="accent1"/>
                </a:solidFill>
                <a:effectLst/>
                <a:uFillTx/>
                <a:latin typeface="Armata"/>
                <a:ea typeface="Armata"/>
              </a:rPr>
              <a:t>, including icons by </a:t>
            </a:r>
            <a:r>
              <a:rPr lang="en-GB" sz="1200" b="1" u="sng" strike="noStrike">
                <a:solidFill>
                  <a:schemeClr val="accent1"/>
                </a:solidFill>
                <a:effectLst/>
                <a:uFillTx/>
                <a:latin typeface="Armata"/>
                <a:ea typeface="Armata"/>
                <a:hlinkClick r:id="rId3"/>
              </a:rPr>
              <a:t>Flaticon</a:t>
            </a:r>
            <a:r>
              <a:rPr lang="en-GB" sz="1200" b="1" u="none" strike="noStrike">
                <a:solidFill>
                  <a:schemeClr val="accent1"/>
                </a:solidFill>
                <a:effectLst/>
                <a:uFillTx/>
                <a:latin typeface="Armata"/>
                <a:ea typeface="Armata"/>
              </a:rPr>
              <a:t> </a:t>
            </a:r>
            <a:r>
              <a:rPr lang="en-GB" sz="1200" b="0" u="none" strike="noStrike">
                <a:solidFill>
                  <a:schemeClr val="accent1"/>
                </a:solidFill>
                <a:effectLst/>
                <a:uFillTx/>
                <a:latin typeface="Armata"/>
                <a:ea typeface="Armata"/>
              </a:rPr>
              <a:t>and infographics &amp; images by </a:t>
            </a:r>
            <a:r>
              <a:rPr lang="en-GB" sz="1200" b="1" u="sng" strike="noStrike">
                <a:solidFill>
                  <a:schemeClr val="accent1"/>
                </a:solidFill>
                <a:effectLst/>
                <a:uFillTx/>
                <a:latin typeface="Armata"/>
                <a:ea typeface="Armata"/>
                <a:hlinkClick r:id="rId4"/>
              </a:rPr>
              <a:t>Freepik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75" name="Google Shape;735;p31"/>
          <p:cNvGrpSpPr/>
          <p:nvPr/>
        </p:nvGrpSpPr>
        <p:grpSpPr>
          <a:xfrm>
            <a:off x="8549280" y="4587480"/>
            <a:ext cx="482760" cy="450000"/>
            <a:chOff x="8549280" y="4587480"/>
            <a:chExt cx="482760" cy="450000"/>
          </a:xfrm>
        </p:grpSpPr>
        <p:sp>
          <p:nvSpPr>
            <p:cNvPr id="76" name="Google Shape;736;p31"/>
            <p:cNvSpPr/>
            <p:nvPr/>
          </p:nvSpPr>
          <p:spPr>
            <a:xfrm rot="860400">
              <a:off x="8591040" y="4750200"/>
              <a:ext cx="232200" cy="220320"/>
            </a:xfrm>
            <a:custGeom>
              <a:avLst/>
              <a:gdLst>
                <a:gd name="textAreaLeft" fmla="*/ 0 w 232200"/>
                <a:gd name="textAreaRight" fmla="*/ 232560 w 232200"/>
                <a:gd name="textAreaTop" fmla="*/ 0 h 220320"/>
                <a:gd name="textAreaBottom" fmla="*/ 220680 h 220320"/>
              </a:gdLst>
              <a:ahLst/>
              <a:cxnLst/>
              <a:rect l="textAreaLeft" t="textAreaTop" r="textAreaRight" b="textAreaBottom"/>
              <a:pathLst>
                <a:path w="4686" h="4447">
                  <a:moveTo>
                    <a:pt x="2974" y="0"/>
                  </a:moveTo>
                  <a:lnTo>
                    <a:pt x="586" y="2252"/>
                  </a:lnTo>
                  <a:cubicBezTo>
                    <a:pt x="45" y="2715"/>
                    <a:pt x="1" y="3534"/>
                    <a:pt x="488" y="4051"/>
                  </a:cubicBezTo>
                  <a:cubicBezTo>
                    <a:pt x="735" y="4315"/>
                    <a:pt x="1066" y="4446"/>
                    <a:pt x="1398" y="4446"/>
                  </a:cubicBezTo>
                  <a:cubicBezTo>
                    <a:pt x="1722" y="4446"/>
                    <a:pt x="2046" y="4321"/>
                    <a:pt x="2292" y="4070"/>
                  </a:cubicBezTo>
                  <a:lnTo>
                    <a:pt x="4685" y="1823"/>
                  </a:lnTo>
                  <a:lnTo>
                    <a:pt x="2974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" name="Google Shape;737;p31"/>
            <p:cNvSpPr/>
            <p:nvPr/>
          </p:nvSpPr>
          <p:spPr>
            <a:xfrm rot="860400">
              <a:off x="8766000" y="4659480"/>
              <a:ext cx="232200" cy="221760"/>
            </a:xfrm>
            <a:custGeom>
              <a:avLst/>
              <a:gdLst>
                <a:gd name="textAreaLeft" fmla="*/ 0 w 232200"/>
                <a:gd name="textAreaRight" fmla="*/ 232560 w 232200"/>
                <a:gd name="textAreaTop" fmla="*/ 0 h 221760"/>
                <a:gd name="textAreaBottom" fmla="*/ 222120 h 221760"/>
              </a:gdLst>
              <a:ahLst/>
              <a:cxnLst/>
              <a:rect l="textAreaLeft" t="textAreaTop" r="textAreaRight" b="textAreaBottom"/>
              <a:pathLst>
                <a:path w="4690" h="4475">
                  <a:moveTo>
                    <a:pt x="3313" y="0"/>
                  </a:moveTo>
                  <a:cubicBezTo>
                    <a:pt x="3004" y="0"/>
                    <a:pt x="2696" y="115"/>
                    <a:pt x="2457" y="341"/>
                  </a:cubicBezTo>
                  <a:lnTo>
                    <a:pt x="0" y="2651"/>
                  </a:lnTo>
                  <a:lnTo>
                    <a:pt x="1711" y="4474"/>
                  </a:lnTo>
                  <a:lnTo>
                    <a:pt x="4168" y="2159"/>
                  </a:lnTo>
                  <a:cubicBezTo>
                    <a:pt x="4299" y="2037"/>
                    <a:pt x="4402" y="1886"/>
                    <a:pt x="4470" y="1720"/>
                  </a:cubicBezTo>
                  <a:cubicBezTo>
                    <a:pt x="4689" y="1174"/>
                    <a:pt x="4499" y="551"/>
                    <a:pt x="4017" y="219"/>
                  </a:cubicBezTo>
                  <a:cubicBezTo>
                    <a:pt x="3803" y="73"/>
                    <a:pt x="3557" y="0"/>
                    <a:pt x="331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" name="Google Shape;738;p31"/>
            <p:cNvSpPr/>
            <p:nvPr/>
          </p:nvSpPr>
          <p:spPr>
            <a:xfrm rot="860400">
              <a:off x="8587440" y="4632120"/>
              <a:ext cx="406080" cy="360720"/>
            </a:xfrm>
            <a:custGeom>
              <a:avLst/>
              <a:gdLst>
                <a:gd name="textAreaLeft" fmla="*/ 0 w 406080"/>
                <a:gd name="textAreaRight" fmla="*/ 406440 w 406080"/>
                <a:gd name="textAreaTop" fmla="*/ 0 h 360720"/>
                <a:gd name="textAreaBottom" fmla="*/ 361080 h 360720"/>
              </a:gdLst>
              <a:ahLst/>
              <a:cxnLst/>
              <a:rect l="textAreaLeft" t="textAreaTop" r="textAreaRight" b="textAreaBottom"/>
              <a:pathLst>
                <a:path w="8194" h="7276">
                  <a:moveTo>
                    <a:pt x="6654" y="217"/>
                  </a:moveTo>
                  <a:cubicBezTo>
                    <a:pt x="7692" y="217"/>
                    <a:pt x="8194" y="1489"/>
                    <a:pt x="7438" y="2201"/>
                  </a:cubicBezTo>
                  <a:lnTo>
                    <a:pt x="2589" y="6758"/>
                  </a:lnTo>
                  <a:cubicBezTo>
                    <a:pt x="2366" y="6976"/>
                    <a:pt x="2078" y="7083"/>
                    <a:pt x="1791" y="7083"/>
                  </a:cubicBezTo>
                  <a:cubicBezTo>
                    <a:pt x="1486" y="7083"/>
                    <a:pt x="1181" y="6963"/>
                    <a:pt x="956" y="6724"/>
                  </a:cubicBezTo>
                  <a:cubicBezTo>
                    <a:pt x="517" y="6256"/>
                    <a:pt x="541" y="5520"/>
                    <a:pt x="1019" y="5091"/>
                  </a:cubicBezTo>
                  <a:lnTo>
                    <a:pt x="5864" y="529"/>
                  </a:lnTo>
                  <a:cubicBezTo>
                    <a:pt x="6079" y="329"/>
                    <a:pt x="6361" y="217"/>
                    <a:pt x="6654" y="217"/>
                  </a:cubicBezTo>
                  <a:close/>
                  <a:moveTo>
                    <a:pt x="6669" y="0"/>
                  </a:moveTo>
                  <a:cubicBezTo>
                    <a:pt x="6330" y="0"/>
                    <a:pt x="5990" y="127"/>
                    <a:pt x="5728" y="383"/>
                  </a:cubicBezTo>
                  <a:lnTo>
                    <a:pt x="878" y="4940"/>
                  </a:lnTo>
                  <a:cubicBezTo>
                    <a:pt x="0" y="5764"/>
                    <a:pt x="556" y="7241"/>
                    <a:pt x="1760" y="7275"/>
                  </a:cubicBezTo>
                  <a:lnTo>
                    <a:pt x="1804" y="7275"/>
                  </a:lnTo>
                  <a:cubicBezTo>
                    <a:pt x="2145" y="7275"/>
                    <a:pt x="2476" y="7143"/>
                    <a:pt x="2730" y="6909"/>
                  </a:cubicBezTo>
                  <a:lnTo>
                    <a:pt x="7580" y="2347"/>
                  </a:lnTo>
                  <a:cubicBezTo>
                    <a:pt x="8135" y="1840"/>
                    <a:pt x="8170" y="973"/>
                    <a:pt x="7653" y="427"/>
                  </a:cubicBezTo>
                  <a:cubicBezTo>
                    <a:pt x="7387" y="143"/>
                    <a:pt x="7028" y="0"/>
                    <a:pt x="666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" name="Google Shape;739;p31"/>
            <p:cNvSpPr/>
            <p:nvPr/>
          </p:nvSpPr>
          <p:spPr>
            <a:xfrm rot="860400">
              <a:off x="8748720" y="4766760"/>
              <a:ext cx="91800" cy="96840"/>
            </a:xfrm>
            <a:custGeom>
              <a:avLst/>
              <a:gdLst>
                <a:gd name="textAreaLeft" fmla="*/ 0 w 91800"/>
                <a:gd name="textAreaRight" fmla="*/ 92160 w 91800"/>
                <a:gd name="textAreaTop" fmla="*/ 0 h 96840"/>
                <a:gd name="textAreaBottom" fmla="*/ 97200 h 96840"/>
              </a:gdLst>
              <a:ahLst/>
              <a:cxnLst/>
              <a:rect l="textAreaLeft" t="textAreaTop" r="textAreaRight" b="textAreaBottom"/>
              <a:pathLst>
                <a:path w="1858" h="1960">
                  <a:moveTo>
                    <a:pt x="146" y="0"/>
                  </a:moveTo>
                  <a:lnTo>
                    <a:pt x="0" y="142"/>
                  </a:lnTo>
                  <a:lnTo>
                    <a:pt x="1711" y="1960"/>
                  </a:lnTo>
                  <a:lnTo>
                    <a:pt x="1857" y="1818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8600" bIns="48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0" name="Google Shape;740;p31"/>
          <p:cNvGrpSpPr/>
          <p:nvPr/>
        </p:nvGrpSpPr>
        <p:grpSpPr>
          <a:xfrm>
            <a:off x="4641840" y="4452480"/>
            <a:ext cx="362160" cy="495720"/>
            <a:chOff x="4641840" y="4452480"/>
            <a:chExt cx="362160" cy="495720"/>
          </a:xfrm>
        </p:grpSpPr>
        <p:sp>
          <p:nvSpPr>
            <p:cNvPr id="81" name="Google Shape;741;p31"/>
            <p:cNvSpPr/>
            <p:nvPr/>
          </p:nvSpPr>
          <p:spPr>
            <a:xfrm rot="860400">
              <a:off x="4723200" y="4477680"/>
              <a:ext cx="183600" cy="240120"/>
            </a:xfrm>
            <a:custGeom>
              <a:avLst/>
              <a:gdLst>
                <a:gd name="textAreaLeft" fmla="*/ 0 w 183600"/>
                <a:gd name="textAreaRight" fmla="*/ 183960 w 183600"/>
                <a:gd name="textAreaTop" fmla="*/ 0 h 240120"/>
                <a:gd name="textAreaBottom" fmla="*/ 240480 h 240120"/>
              </a:gdLst>
              <a:ahLst/>
              <a:cxnLst/>
              <a:rect l="textAreaLeft" t="textAreaTop" r="textAreaRight" b="textAreaBottom"/>
              <a:pathLst>
                <a:path w="3706" h="4851">
                  <a:moveTo>
                    <a:pt x="1410" y="1"/>
                  </a:moveTo>
                  <a:cubicBezTo>
                    <a:pt x="1268" y="1"/>
                    <a:pt x="1127" y="25"/>
                    <a:pt x="995" y="74"/>
                  </a:cubicBezTo>
                  <a:cubicBezTo>
                    <a:pt x="347" y="303"/>
                    <a:pt x="1" y="1015"/>
                    <a:pt x="230" y="1663"/>
                  </a:cubicBezTo>
                  <a:lnTo>
                    <a:pt x="1351" y="4851"/>
                  </a:lnTo>
                  <a:lnTo>
                    <a:pt x="3705" y="4022"/>
                  </a:lnTo>
                  <a:lnTo>
                    <a:pt x="2589" y="839"/>
                  </a:lnTo>
                  <a:cubicBezTo>
                    <a:pt x="2414" y="337"/>
                    <a:pt x="1941" y="1"/>
                    <a:pt x="141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" name="Google Shape;742;p31"/>
            <p:cNvSpPr/>
            <p:nvPr/>
          </p:nvSpPr>
          <p:spPr>
            <a:xfrm rot="860400">
              <a:off x="4739040" y="4687560"/>
              <a:ext cx="182160" cy="236160"/>
            </a:xfrm>
            <a:custGeom>
              <a:avLst/>
              <a:gdLst>
                <a:gd name="textAreaLeft" fmla="*/ 0 w 182160"/>
                <a:gd name="textAreaRight" fmla="*/ 182520 w 182160"/>
                <a:gd name="textAreaTop" fmla="*/ 0 h 236160"/>
                <a:gd name="textAreaBottom" fmla="*/ 236520 h 236160"/>
              </a:gdLst>
              <a:ahLst/>
              <a:cxnLst/>
              <a:rect l="textAreaLeft" t="textAreaTop" r="textAreaRight" b="textAreaBottom"/>
              <a:pathLst>
                <a:path w="3676" h="4770">
                  <a:moveTo>
                    <a:pt x="2354" y="0"/>
                  </a:moveTo>
                  <a:lnTo>
                    <a:pt x="0" y="829"/>
                  </a:lnTo>
                  <a:lnTo>
                    <a:pt x="1087" y="3924"/>
                  </a:lnTo>
                  <a:cubicBezTo>
                    <a:pt x="1264" y="4444"/>
                    <a:pt x="1747" y="4770"/>
                    <a:pt x="2266" y="4770"/>
                  </a:cubicBezTo>
                  <a:cubicBezTo>
                    <a:pt x="2403" y="4770"/>
                    <a:pt x="2543" y="4747"/>
                    <a:pt x="2681" y="4699"/>
                  </a:cubicBezTo>
                  <a:cubicBezTo>
                    <a:pt x="3334" y="4470"/>
                    <a:pt x="3675" y="3748"/>
                    <a:pt x="3441" y="3095"/>
                  </a:cubicBezTo>
                  <a:lnTo>
                    <a:pt x="2354" y="0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" name="Google Shape;743;p31"/>
            <p:cNvSpPr/>
            <p:nvPr/>
          </p:nvSpPr>
          <p:spPr>
            <a:xfrm rot="860400">
              <a:off x="4692600" y="4477680"/>
              <a:ext cx="259920" cy="445320"/>
            </a:xfrm>
            <a:custGeom>
              <a:avLst/>
              <a:gdLst>
                <a:gd name="textAreaLeft" fmla="*/ 0 w 259920"/>
                <a:gd name="textAreaRight" fmla="*/ 260280 w 259920"/>
                <a:gd name="textAreaTop" fmla="*/ 0 h 445320"/>
                <a:gd name="textAreaBottom" fmla="*/ 445680 h 445320"/>
              </a:gdLst>
              <a:ahLst/>
              <a:cxnLst/>
              <a:rect l="textAreaLeft" t="textAreaTop" r="textAreaRight" b="textAreaBottom"/>
              <a:pathLst>
                <a:path w="5246" h="8984">
                  <a:moveTo>
                    <a:pt x="1522" y="205"/>
                  </a:moveTo>
                  <a:cubicBezTo>
                    <a:pt x="2009" y="205"/>
                    <a:pt x="2443" y="517"/>
                    <a:pt x="2604" y="975"/>
                  </a:cubicBezTo>
                  <a:lnTo>
                    <a:pt x="4807" y="7258"/>
                  </a:lnTo>
                  <a:cubicBezTo>
                    <a:pt x="5016" y="7853"/>
                    <a:pt x="4704" y="8506"/>
                    <a:pt x="4105" y="8716"/>
                  </a:cubicBezTo>
                  <a:cubicBezTo>
                    <a:pt x="3980" y="8760"/>
                    <a:pt x="3851" y="8781"/>
                    <a:pt x="3725" y="8781"/>
                  </a:cubicBezTo>
                  <a:cubicBezTo>
                    <a:pt x="3253" y="8781"/>
                    <a:pt x="2808" y="8487"/>
                    <a:pt x="2643" y="8014"/>
                  </a:cubicBezTo>
                  <a:lnTo>
                    <a:pt x="440" y="1736"/>
                  </a:lnTo>
                  <a:cubicBezTo>
                    <a:pt x="230" y="1136"/>
                    <a:pt x="542" y="478"/>
                    <a:pt x="1141" y="273"/>
                  </a:cubicBezTo>
                  <a:cubicBezTo>
                    <a:pt x="1263" y="230"/>
                    <a:pt x="1395" y="205"/>
                    <a:pt x="1522" y="205"/>
                  </a:cubicBezTo>
                  <a:close/>
                  <a:moveTo>
                    <a:pt x="1522" y="0"/>
                  </a:moveTo>
                  <a:cubicBezTo>
                    <a:pt x="1370" y="0"/>
                    <a:pt x="1219" y="30"/>
                    <a:pt x="1073" y="78"/>
                  </a:cubicBezTo>
                  <a:cubicBezTo>
                    <a:pt x="371" y="327"/>
                    <a:pt x="1" y="1097"/>
                    <a:pt x="249" y="1799"/>
                  </a:cubicBezTo>
                  <a:lnTo>
                    <a:pt x="2453" y="8082"/>
                  </a:lnTo>
                  <a:cubicBezTo>
                    <a:pt x="2643" y="8623"/>
                    <a:pt x="3150" y="8984"/>
                    <a:pt x="3725" y="8984"/>
                  </a:cubicBezTo>
                  <a:cubicBezTo>
                    <a:pt x="3876" y="8984"/>
                    <a:pt x="4027" y="8959"/>
                    <a:pt x="4173" y="8911"/>
                  </a:cubicBezTo>
                  <a:cubicBezTo>
                    <a:pt x="4875" y="8662"/>
                    <a:pt x="5246" y="7892"/>
                    <a:pt x="5002" y="7190"/>
                  </a:cubicBezTo>
                  <a:lnTo>
                    <a:pt x="2794" y="907"/>
                  </a:lnTo>
                  <a:cubicBezTo>
                    <a:pt x="2609" y="366"/>
                    <a:pt x="2097" y="0"/>
                    <a:pt x="152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" name="Google Shape;744;p31"/>
            <p:cNvSpPr/>
            <p:nvPr/>
          </p:nvSpPr>
          <p:spPr>
            <a:xfrm rot="860400">
              <a:off x="4762800" y="4677480"/>
              <a:ext cx="119880" cy="50400"/>
            </a:xfrm>
            <a:custGeom>
              <a:avLst/>
              <a:gdLst>
                <a:gd name="textAreaLeft" fmla="*/ 0 w 119880"/>
                <a:gd name="textAreaRight" fmla="*/ 120240 w 119880"/>
                <a:gd name="textAreaTop" fmla="*/ 0 h 50400"/>
                <a:gd name="textAreaBottom" fmla="*/ 50760 h 50400"/>
              </a:gdLst>
              <a:ahLst/>
              <a:cxnLst/>
              <a:rect l="textAreaLeft" t="textAreaTop" r="textAreaRight" b="textAreaBottom"/>
              <a:pathLst>
                <a:path w="2424" h="1025">
                  <a:moveTo>
                    <a:pt x="2355" y="1"/>
                  </a:moveTo>
                  <a:lnTo>
                    <a:pt x="1" y="829"/>
                  </a:lnTo>
                  <a:lnTo>
                    <a:pt x="69" y="1024"/>
                  </a:lnTo>
                  <a:lnTo>
                    <a:pt x="2423" y="196"/>
                  </a:lnTo>
                  <a:lnTo>
                    <a:pt x="2355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5200" bIns="252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5" name="Google Shape;745;p31"/>
          <p:cNvGrpSpPr/>
          <p:nvPr/>
        </p:nvGrpSpPr>
        <p:grpSpPr>
          <a:xfrm>
            <a:off x="1657080" y="4587480"/>
            <a:ext cx="503640" cy="360720"/>
            <a:chOff x="1657080" y="4587480"/>
            <a:chExt cx="503640" cy="360720"/>
          </a:xfrm>
        </p:grpSpPr>
        <p:sp>
          <p:nvSpPr>
            <p:cNvPr id="86" name="Google Shape;746;p31"/>
            <p:cNvSpPr/>
            <p:nvPr/>
          </p:nvSpPr>
          <p:spPr>
            <a:xfrm rot="860400">
              <a:off x="1676160" y="4684320"/>
              <a:ext cx="246240" cy="180360"/>
            </a:xfrm>
            <a:custGeom>
              <a:avLst/>
              <a:gdLst>
                <a:gd name="textAreaLeft" fmla="*/ 0 w 246240"/>
                <a:gd name="textAreaRight" fmla="*/ 246600 w 246240"/>
                <a:gd name="textAreaTop" fmla="*/ 0 h 180360"/>
                <a:gd name="textAreaBottom" fmla="*/ 180720 h 180360"/>
              </a:gdLst>
              <a:ahLst/>
              <a:cxnLst/>
              <a:rect l="textAreaLeft" t="textAreaTop" r="textAreaRight" b="textAreaBottom"/>
              <a:pathLst>
                <a:path w="4973" h="3642">
                  <a:moveTo>
                    <a:pt x="4051" y="1"/>
                  </a:moveTo>
                  <a:lnTo>
                    <a:pt x="1000" y="1219"/>
                  </a:lnTo>
                  <a:cubicBezTo>
                    <a:pt x="332" y="1458"/>
                    <a:pt x="1" y="2199"/>
                    <a:pt x="259" y="2857"/>
                  </a:cubicBezTo>
                  <a:cubicBezTo>
                    <a:pt x="456" y="3344"/>
                    <a:pt x="926" y="3642"/>
                    <a:pt x="1420" y="3642"/>
                  </a:cubicBezTo>
                  <a:cubicBezTo>
                    <a:pt x="1588" y="3642"/>
                    <a:pt x="1758" y="3607"/>
                    <a:pt x="1921" y="3535"/>
                  </a:cubicBezTo>
                  <a:lnTo>
                    <a:pt x="4973" y="2316"/>
                  </a:lnTo>
                  <a:lnTo>
                    <a:pt x="4051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0360" bIns="903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" name="Google Shape;747;p31"/>
            <p:cNvSpPr/>
            <p:nvPr/>
          </p:nvSpPr>
          <p:spPr>
            <a:xfrm rot="860400">
              <a:off x="1887120" y="4668840"/>
              <a:ext cx="240120" cy="180720"/>
            </a:xfrm>
            <a:custGeom>
              <a:avLst/>
              <a:gdLst>
                <a:gd name="textAreaLeft" fmla="*/ 0 w 240120"/>
                <a:gd name="textAreaRight" fmla="*/ 240480 w 240120"/>
                <a:gd name="textAreaTop" fmla="*/ 0 h 180720"/>
                <a:gd name="textAreaBottom" fmla="*/ 181080 h 180720"/>
              </a:gdLst>
              <a:ahLst/>
              <a:cxnLst/>
              <a:rect l="textAreaLeft" t="textAreaTop" r="textAreaRight" b="textAreaBottom"/>
              <a:pathLst>
                <a:path w="4846" h="3654">
                  <a:moveTo>
                    <a:pt x="3597" y="0"/>
                  </a:moveTo>
                  <a:cubicBezTo>
                    <a:pt x="3441" y="0"/>
                    <a:pt x="3283" y="29"/>
                    <a:pt x="3130" y="91"/>
                  </a:cubicBezTo>
                  <a:lnTo>
                    <a:pt x="0" y="1339"/>
                  </a:lnTo>
                  <a:lnTo>
                    <a:pt x="922" y="3654"/>
                  </a:lnTo>
                  <a:lnTo>
                    <a:pt x="4056" y="2406"/>
                  </a:lnTo>
                  <a:cubicBezTo>
                    <a:pt x="4533" y="2216"/>
                    <a:pt x="4845" y="1758"/>
                    <a:pt x="4845" y="1246"/>
                  </a:cubicBezTo>
                  <a:cubicBezTo>
                    <a:pt x="4845" y="1085"/>
                    <a:pt x="4811" y="929"/>
                    <a:pt x="4753" y="783"/>
                  </a:cubicBezTo>
                  <a:cubicBezTo>
                    <a:pt x="4560" y="297"/>
                    <a:pt x="4093" y="0"/>
                    <a:pt x="3597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0360" bIns="903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" name="Google Shape;748;p31"/>
            <p:cNvSpPr/>
            <p:nvPr/>
          </p:nvSpPr>
          <p:spPr>
            <a:xfrm rot="860400">
              <a:off x="1681560" y="4639680"/>
              <a:ext cx="454320" cy="256320"/>
            </a:xfrm>
            <a:custGeom>
              <a:avLst/>
              <a:gdLst>
                <a:gd name="textAreaLeft" fmla="*/ 0 w 454320"/>
                <a:gd name="textAreaRight" fmla="*/ 454680 w 454320"/>
                <a:gd name="textAreaTop" fmla="*/ 0 h 256320"/>
                <a:gd name="textAreaBottom" fmla="*/ 256680 h 256320"/>
              </a:gdLst>
              <a:ahLst/>
              <a:cxnLst/>
              <a:rect l="textAreaLeft" t="textAreaTop" r="textAreaRight" b="textAreaBottom"/>
              <a:pathLst>
                <a:path w="9165" h="5173">
                  <a:moveTo>
                    <a:pt x="7639" y="206"/>
                  </a:moveTo>
                  <a:lnTo>
                    <a:pt x="7639" y="210"/>
                  </a:lnTo>
                  <a:cubicBezTo>
                    <a:pt x="8106" y="210"/>
                    <a:pt x="8526" y="493"/>
                    <a:pt x="8701" y="932"/>
                  </a:cubicBezTo>
                  <a:cubicBezTo>
                    <a:pt x="8755" y="1063"/>
                    <a:pt x="8784" y="1210"/>
                    <a:pt x="8784" y="1351"/>
                  </a:cubicBezTo>
                  <a:cubicBezTo>
                    <a:pt x="8784" y="1824"/>
                    <a:pt x="8496" y="2248"/>
                    <a:pt x="8058" y="2419"/>
                  </a:cubicBezTo>
                  <a:lnTo>
                    <a:pt x="1877" y="4885"/>
                  </a:lnTo>
                  <a:cubicBezTo>
                    <a:pt x="1739" y="4940"/>
                    <a:pt x="1593" y="4968"/>
                    <a:pt x="1448" y="4968"/>
                  </a:cubicBezTo>
                  <a:cubicBezTo>
                    <a:pt x="1297" y="4968"/>
                    <a:pt x="1146" y="4937"/>
                    <a:pt x="1005" y="4875"/>
                  </a:cubicBezTo>
                  <a:cubicBezTo>
                    <a:pt x="59" y="4475"/>
                    <a:pt x="79" y="3135"/>
                    <a:pt x="1029" y="2755"/>
                  </a:cubicBezTo>
                  <a:lnTo>
                    <a:pt x="7210" y="288"/>
                  </a:lnTo>
                  <a:cubicBezTo>
                    <a:pt x="7346" y="235"/>
                    <a:pt x="7492" y="206"/>
                    <a:pt x="7639" y="206"/>
                  </a:cubicBezTo>
                  <a:close/>
                  <a:moveTo>
                    <a:pt x="7639" y="1"/>
                  </a:moveTo>
                  <a:cubicBezTo>
                    <a:pt x="7471" y="1"/>
                    <a:pt x="7301" y="32"/>
                    <a:pt x="7136" y="98"/>
                  </a:cubicBezTo>
                  <a:lnTo>
                    <a:pt x="951" y="2565"/>
                  </a:lnTo>
                  <a:cubicBezTo>
                    <a:pt x="352" y="2804"/>
                    <a:pt x="1" y="3437"/>
                    <a:pt x="122" y="4076"/>
                  </a:cubicBezTo>
                  <a:cubicBezTo>
                    <a:pt x="244" y="4709"/>
                    <a:pt x="805" y="5172"/>
                    <a:pt x="1448" y="5172"/>
                  </a:cubicBezTo>
                  <a:cubicBezTo>
                    <a:pt x="1624" y="5172"/>
                    <a:pt x="1794" y="5138"/>
                    <a:pt x="1950" y="5075"/>
                  </a:cubicBezTo>
                  <a:lnTo>
                    <a:pt x="8136" y="2604"/>
                  </a:lnTo>
                  <a:cubicBezTo>
                    <a:pt x="8828" y="2331"/>
                    <a:pt x="9164" y="1541"/>
                    <a:pt x="8886" y="849"/>
                  </a:cubicBezTo>
                  <a:cubicBezTo>
                    <a:pt x="8678" y="322"/>
                    <a:pt x="8173" y="1"/>
                    <a:pt x="763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" name="Google Shape;749;p31"/>
            <p:cNvSpPr/>
            <p:nvPr/>
          </p:nvSpPr>
          <p:spPr>
            <a:xfrm rot="860400">
              <a:off x="1876680" y="4707720"/>
              <a:ext cx="55080" cy="118440"/>
            </a:xfrm>
            <a:custGeom>
              <a:avLst/>
              <a:gdLst>
                <a:gd name="textAreaLeft" fmla="*/ 0 w 55080"/>
                <a:gd name="textAreaRight" fmla="*/ 55440 w 55080"/>
                <a:gd name="textAreaTop" fmla="*/ 0 h 118440"/>
                <a:gd name="textAreaBottom" fmla="*/ 118800 h 118440"/>
              </a:gdLst>
              <a:ahLst/>
              <a:cxnLst/>
              <a:rect l="textAreaLeft" t="textAreaTop" r="textAreaRight" b="textAreaBottom"/>
              <a:pathLst>
                <a:path w="1118" h="2395">
                  <a:moveTo>
                    <a:pt x="191" y="1"/>
                  </a:moveTo>
                  <a:lnTo>
                    <a:pt x="1" y="79"/>
                  </a:lnTo>
                  <a:lnTo>
                    <a:pt x="927" y="2394"/>
                  </a:lnTo>
                  <a:lnTo>
                    <a:pt x="1117" y="2321"/>
                  </a:lnTo>
                  <a:lnTo>
                    <a:pt x="191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9400" bIns="594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0" name="Google Shape;750;p31"/>
          <p:cNvGrpSpPr/>
          <p:nvPr/>
        </p:nvGrpSpPr>
        <p:grpSpPr>
          <a:xfrm>
            <a:off x="211680" y="1932120"/>
            <a:ext cx="501120" cy="376920"/>
            <a:chOff x="211680" y="1932120"/>
            <a:chExt cx="501120" cy="376920"/>
          </a:xfrm>
        </p:grpSpPr>
        <p:sp>
          <p:nvSpPr>
            <p:cNvPr id="91" name="Google Shape;751;p31"/>
            <p:cNvSpPr/>
            <p:nvPr/>
          </p:nvSpPr>
          <p:spPr>
            <a:xfrm rot="860400">
              <a:off x="423720" y="2085840"/>
              <a:ext cx="243720" cy="189000"/>
            </a:xfrm>
            <a:custGeom>
              <a:avLst/>
              <a:gdLst>
                <a:gd name="textAreaLeft" fmla="*/ 0 w 243720"/>
                <a:gd name="textAreaRight" fmla="*/ 244080 w 243720"/>
                <a:gd name="textAreaTop" fmla="*/ 0 h 189000"/>
                <a:gd name="textAreaBottom" fmla="*/ 189360 h 189000"/>
              </a:gdLst>
              <a:ahLst/>
              <a:cxnLst/>
              <a:rect l="textAreaLeft" t="textAreaTop" r="textAreaRight" b="textAreaBottom"/>
              <a:pathLst>
                <a:path w="4924" h="3817">
                  <a:moveTo>
                    <a:pt x="1064" y="0"/>
                  </a:moveTo>
                  <a:lnTo>
                    <a:pt x="1" y="2262"/>
                  </a:lnTo>
                  <a:lnTo>
                    <a:pt x="3047" y="3700"/>
                  </a:lnTo>
                  <a:cubicBezTo>
                    <a:pt x="3213" y="3778"/>
                    <a:pt x="3393" y="3817"/>
                    <a:pt x="3579" y="3817"/>
                  </a:cubicBezTo>
                  <a:cubicBezTo>
                    <a:pt x="4164" y="3817"/>
                    <a:pt x="4671" y="3412"/>
                    <a:pt x="4797" y="2842"/>
                  </a:cubicBezTo>
                  <a:cubicBezTo>
                    <a:pt x="4924" y="2272"/>
                    <a:pt x="4641" y="1692"/>
                    <a:pt x="4110" y="1443"/>
                  </a:cubicBezTo>
                  <a:lnTo>
                    <a:pt x="1064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" name="Google Shape;752;p31"/>
            <p:cNvSpPr/>
            <p:nvPr/>
          </p:nvSpPr>
          <p:spPr>
            <a:xfrm rot="860400">
              <a:off x="254880" y="1964520"/>
              <a:ext cx="246240" cy="187920"/>
            </a:xfrm>
            <a:custGeom>
              <a:avLst/>
              <a:gdLst>
                <a:gd name="textAreaLeft" fmla="*/ 0 w 246240"/>
                <a:gd name="textAreaRight" fmla="*/ 246600 w 246240"/>
                <a:gd name="textAreaTop" fmla="*/ 0 h 187920"/>
                <a:gd name="textAreaBottom" fmla="*/ 188280 h 187920"/>
              </a:gdLst>
              <a:ahLst/>
              <a:cxnLst/>
              <a:rect l="textAreaLeft" t="textAreaTop" r="textAreaRight" b="textAreaBottom"/>
              <a:pathLst>
                <a:path w="4968" h="3794">
                  <a:moveTo>
                    <a:pt x="1429" y="1"/>
                  </a:moveTo>
                  <a:cubicBezTo>
                    <a:pt x="963" y="1"/>
                    <a:pt x="514" y="264"/>
                    <a:pt x="303" y="713"/>
                  </a:cubicBezTo>
                  <a:cubicBezTo>
                    <a:pt x="1" y="1352"/>
                    <a:pt x="283" y="2107"/>
                    <a:pt x="932" y="2390"/>
                  </a:cubicBezTo>
                  <a:lnTo>
                    <a:pt x="3900" y="3794"/>
                  </a:lnTo>
                  <a:lnTo>
                    <a:pt x="4968" y="1532"/>
                  </a:lnTo>
                  <a:lnTo>
                    <a:pt x="1994" y="138"/>
                  </a:lnTo>
                  <a:cubicBezTo>
                    <a:pt x="1813" y="45"/>
                    <a:pt x="1619" y="1"/>
                    <a:pt x="1429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" name="Google Shape;753;p31"/>
            <p:cNvSpPr/>
            <p:nvPr/>
          </p:nvSpPr>
          <p:spPr>
            <a:xfrm rot="860400">
              <a:off x="238680" y="1982880"/>
              <a:ext cx="447120" cy="274680"/>
            </a:xfrm>
            <a:custGeom>
              <a:avLst/>
              <a:gdLst>
                <a:gd name="textAreaLeft" fmla="*/ 0 w 447120"/>
                <a:gd name="textAreaRight" fmla="*/ 447480 w 447120"/>
                <a:gd name="textAreaTop" fmla="*/ 0 h 274680"/>
                <a:gd name="textAreaBottom" fmla="*/ 275040 h 274680"/>
              </a:gdLst>
              <a:ahLst/>
              <a:cxnLst/>
              <a:rect l="textAreaLeft" t="textAreaTop" r="textAreaRight" b="textAreaBottom"/>
              <a:pathLst>
                <a:path w="9019" h="5541">
                  <a:moveTo>
                    <a:pt x="1575" y="222"/>
                  </a:moveTo>
                  <a:cubicBezTo>
                    <a:pt x="1725" y="222"/>
                    <a:pt x="1878" y="252"/>
                    <a:pt x="2024" y="315"/>
                  </a:cubicBezTo>
                  <a:lnTo>
                    <a:pt x="8048" y="3157"/>
                  </a:lnTo>
                  <a:cubicBezTo>
                    <a:pt x="8618" y="3425"/>
                    <a:pt x="8862" y="4107"/>
                    <a:pt x="8594" y="4682"/>
                  </a:cubicBezTo>
                  <a:cubicBezTo>
                    <a:pt x="8404" y="5082"/>
                    <a:pt x="7999" y="5336"/>
                    <a:pt x="7561" y="5336"/>
                  </a:cubicBezTo>
                  <a:cubicBezTo>
                    <a:pt x="7551" y="5336"/>
                    <a:pt x="7542" y="5336"/>
                    <a:pt x="7532" y="5336"/>
                  </a:cubicBezTo>
                  <a:cubicBezTo>
                    <a:pt x="7372" y="5336"/>
                    <a:pt x="7216" y="5297"/>
                    <a:pt x="7073" y="5228"/>
                  </a:cubicBezTo>
                  <a:lnTo>
                    <a:pt x="4022" y="3790"/>
                  </a:lnTo>
                  <a:lnTo>
                    <a:pt x="1049" y="2387"/>
                  </a:lnTo>
                  <a:cubicBezTo>
                    <a:pt x="503" y="2104"/>
                    <a:pt x="274" y="1441"/>
                    <a:pt x="537" y="880"/>
                  </a:cubicBezTo>
                  <a:cubicBezTo>
                    <a:pt x="732" y="468"/>
                    <a:pt x="1145" y="222"/>
                    <a:pt x="1575" y="222"/>
                  </a:cubicBezTo>
                  <a:close/>
                  <a:moveTo>
                    <a:pt x="1542" y="1"/>
                  </a:moveTo>
                  <a:cubicBezTo>
                    <a:pt x="1037" y="1"/>
                    <a:pt x="552" y="286"/>
                    <a:pt x="322" y="773"/>
                  </a:cubicBezTo>
                  <a:cubicBezTo>
                    <a:pt x="1" y="1446"/>
                    <a:pt x="288" y="2250"/>
                    <a:pt x="966" y="2572"/>
                  </a:cubicBezTo>
                  <a:lnTo>
                    <a:pt x="6986" y="5413"/>
                  </a:lnTo>
                  <a:cubicBezTo>
                    <a:pt x="7161" y="5496"/>
                    <a:pt x="7361" y="5540"/>
                    <a:pt x="7561" y="5540"/>
                  </a:cubicBezTo>
                  <a:cubicBezTo>
                    <a:pt x="8189" y="5540"/>
                    <a:pt x="8740" y="5106"/>
                    <a:pt x="8877" y="4487"/>
                  </a:cubicBezTo>
                  <a:cubicBezTo>
                    <a:pt x="9018" y="3868"/>
                    <a:pt x="8711" y="3240"/>
                    <a:pt x="8136" y="2971"/>
                  </a:cubicBezTo>
                  <a:lnTo>
                    <a:pt x="2116" y="130"/>
                  </a:lnTo>
                  <a:cubicBezTo>
                    <a:pt x="1931" y="42"/>
                    <a:pt x="1735" y="1"/>
                    <a:pt x="154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" name="Google Shape;754;p31"/>
            <p:cNvSpPr/>
            <p:nvPr/>
          </p:nvSpPr>
          <p:spPr>
            <a:xfrm rot="860400">
              <a:off x="431280" y="2061000"/>
              <a:ext cx="61560" cy="115920"/>
            </a:xfrm>
            <a:custGeom>
              <a:avLst/>
              <a:gdLst>
                <a:gd name="textAreaLeft" fmla="*/ 0 w 61560"/>
                <a:gd name="textAreaRight" fmla="*/ 61920 w 61560"/>
                <a:gd name="textAreaTop" fmla="*/ 0 h 115920"/>
                <a:gd name="textAreaBottom" fmla="*/ 116280 h 115920"/>
              </a:gdLst>
              <a:ahLst/>
              <a:cxnLst/>
              <a:rect l="textAreaLeft" t="textAreaTop" r="textAreaRight" b="textAreaBottom"/>
              <a:pathLst>
                <a:path w="1249" h="2346">
                  <a:moveTo>
                    <a:pt x="1063" y="1"/>
                  </a:moveTo>
                  <a:lnTo>
                    <a:pt x="1" y="2257"/>
                  </a:lnTo>
                  <a:lnTo>
                    <a:pt x="186" y="2345"/>
                  </a:lnTo>
                  <a:lnTo>
                    <a:pt x="1248" y="88"/>
                  </a:lnTo>
                  <a:lnTo>
                    <a:pt x="1063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95" name="Google Shape;755;p31"/>
          <p:cNvSpPr/>
          <p:nvPr/>
        </p:nvSpPr>
        <p:spPr>
          <a:xfrm>
            <a:off x="259920" y="810720"/>
            <a:ext cx="221040" cy="221040"/>
          </a:xfrm>
          <a:custGeom>
            <a:avLst/>
            <a:gdLst>
              <a:gd name="textAreaLeft" fmla="*/ 0 w 221040"/>
              <a:gd name="textAreaRight" fmla="*/ 221400 w 221040"/>
              <a:gd name="textAreaTop" fmla="*/ 0 h 221040"/>
              <a:gd name="textAreaBottom" fmla="*/ 221400 h 221040"/>
            </a:gdLst>
            <a:ahLst/>
            <a:cxnLst/>
            <a:rect l="textAreaLeft" t="textAreaTop" r="textAreaRight" b="textAreaBottom"/>
            <a:pathLst>
              <a:path w="4900" h="4900">
                <a:moveTo>
                  <a:pt x="2808" y="205"/>
                </a:moveTo>
                <a:lnTo>
                  <a:pt x="2808" y="2091"/>
                </a:lnTo>
                <a:lnTo>
                  <a:pt x="4695" y="2091"/>
                </a:lnTo>
                <a:lnTo>
                  <a:pt x="4695" y="2808"/>
                </a:lnTo>
                <a:lnTo>
                  <a:pt x="2808" y="2808"/>
                </a:lnTo>
                <a:lnTo>
                  <a:pt x="2808" y="4694"/>
                </a:lnTo>
                <a:lnTo>
                  <a:pt x="2097" y="4694"/>
                </a:lnTo>
                <a:lnTo>
                  <a:pt x="2097" y="2803"/>
                </a:lnTo>
                <a:lnTo>
                  <a:pt x="206" y="2803"/>
                </a:lnTo>
                <a:lnTo>
                  <a:pt x="206" y="2091"/>
                </a:lnTo>
                <a:lnTo>
                  <a:pt x="2097" y="2091"/>
                </a:lnTo>
                <a:lnTo>
                  <a:pt x="2097" y="205"/>
                </a:lnTo>
                <a:close/>
                <a:moveTo>
                  <a:pt x="1887" y="0"/>
                </a:moveTo>
                <a:lnTo>
                  <a:pt x="1887" y="1887"/>
                </a:lnTo>
                <a:lnTo>
                  <a:pt x="1" y="1887"/>
                </a:lnTo>
                <a:lnTo>
                  <a:pt x="1" y="3013"/>
                </a:lnTo>
                <a:lnTo>
                  <a:pt x="1887" y="3013"/>
                </a:lnTo>
                <a:lnTo>
                  <a:pt x="1887" y="4899"/>
                </a:lnTo>
                <a:lnTo>
                  <a:pt x="3008" y="4899"/>
                </a:lnTo>
                <a:lnTo>
                  <a:pt x="3008" y="3008"/>
                </a:lnTo>
                <a:lnTo>
                  <a:pt x="4899" y="3008"/>
                </a:lnTo>
                <a:lnTo>
                  <a:pt x="4899" y="1887"/>
                </a:lnTo>
                <a:lnTo>
                  <a:pt x="3008" y="1887"/>
                </a:lnTo>
                <a:lnTo>
                  <a:pt x="3008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6" name="Google Shape;756;p31"/>
          <p:cNvSpPr/>
          <p:nvPr/>
        </p:nvSpPr>
        <p:spPr>
          <a:xfrm>
            <a:off x="4350600" y="213480"/>
            <a:ext cx="221040" cy="221040"/>
          </a:xfrm>
          <a:custGeom>
            <a:avLst/>
            <a:gdLst>
              <a:gd name="textAreaLeft" fmla="*/ 0 w 221040"/>
              <a:gd name="textAreaRight" fmla="*/ 221400 w 221040"/>
              <a:gd name="textAreaTop" fmla="*/ 0 h 221040"/>
              <a:gd name="textAreaBottom" fmla="*/ 221400 h 221040"/>
            </a:gdLst>
            <a:ahLst/>
            <a:cxnLst/>
            <a:rect l="textAreaLeft" t="textAreaTop" r="textAreaRight" b="textAreaBottom"/>
            <a:pathLst>
              <a:path w="4900" h="4900">
                <a:moveTo>
                  <a:pt x="2808" y="205"/>
                </a:moveTo>
                <a:lnTo>
                  <a:pt x="2808" y="2091"/>
                </a:lnTo>
                <a:lnTo>
                  <a:pt x="4695" y="2091"/>
                </a:lnTo>
                <a:lnTo>
                  <a:pt x="4695" y="2808"/>
                </a:lnTo>
                <a:lnTo>
                  <a:pt x="2808" y="2808"/>
                </a:lnTo>
                <a:lnTo>
                  <a:pt x="2808" y="4694"/>
                </a:lnTo>
                <a:lnTo>
                  <a:pt x="2097" y="4694"/>
                </a:lnTo>
                <a:lnTo>
                  <a:pt x="2097" y="2803"/>
                </a:lnTo>
                <a:lnTo>
                  <a:pt x="206" y="2803"/>
                </a:lnTo>
                <a:lnTo>
                  <a:pt x="206" y="2091"/>
                </a:lnTo>
                <a:lnTo>
                  <a:pt x="2097" y="2091"/>
                </a:lnTo>
                <a:lnTo>
                  <a:pt x="2097" y="205"/>
                </a:lnTo>
                <a:close/>
                <a:moveTo>
                  <a:pt x="1887" y="0"/>
                </a:moveTo>
                <a:lnTo>
                  <a:pt x="1887" y="1887"/>
                </a:lnTo>
                <a:lnTo>
                  <a:pt x="1" y="1887"/>
                </a:lnTo>
                <a:lnTo>
                  <a:pt x="1" y="3013"/>
                </a:lnTo>
                <a:lnTo>
                  <a:pt x="1887" y="3013"/>
                </a:lnTo>
                <a:lnTo>
                  <a:pt x="1887" y="4899"/>
                </a:lnTo>
                <a:lnTo>
                  <a:pt x="3008" y="4899"/>
                </a:lnTo>
                <a:lnTo>
                  <a:pt x="3008" y="3008"/>
                </a:lnTo>
                <a:lnTo>
                  <a:pt x="4899" y="3008"/>
                </a:lnTo>
                <a:lnTo>
                  <a:pt x="4899" y="1887"/>
                </a:lnTo>
                <a:lnTo>
                  <a:pt x="3008" y="1887"/>
                </a:lnTo>
                <a:lnTo>
                  <a:pt x="3008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856;p41"/>
          <p:cNvGrpSpPr/>
          <p:nvPr/>
        </p:nvGrpSpPr>
        <p:grpSpPr>
          <a:xfrm>
            <a:off x="3249720" y="1352520"/>
            <a:ext cx="392760" cy="492120"/>
            <a:chOff x="3249720" y="1352520"/>
            <a:chExt cx="392760" cy="492120"/>
          </a:xfrm>
        </p:grpSpPr>
        <p:sp>
          <p:nvSpPr>
            <p:cNvPr id="98" name="Google Shape;857;p41"/>
            <p:cNvSpPr/>
            <p:nvPr/>
          </p:nvSpPr>
          <p:spPr>
            <a:xfrm rot="860400">
              <a:off x="3287880" y="1561320"/>
              <a:ext cx="194400" cy="235440"/>
            </a:xfrm>
            <a:custGeom>
              <a:avLst/>
              <a:gdLst>
                <a:gd name="textAreaLeft" fmla="*/ 0 w 194400"/>
                <a:gd name="textAreaRight" fmla="*/ 194760 w 194400"/>
                <a:gd name="textAreaTop" fmla="*/ 0 h 235440"/>
                <a:gd name="textAreaBottom" fmla="*/ 235800 h 235440"/>
              </a:gdLst>
              <a:ahLst/>
              <a:cxnLst/>
              <a:rect l="textAreaLeft" t="textAreaTop" r="textAreaRight" b="textAreaBottom"/>
              <a:pathLst>
                <a:path w="3929" h="4756">
                  <a:moveTo>
                    <a:pt x="1662" y="0"/>
                  </a:moveTo>
                  <a:lnTo>
                    <a:pt x="288" y="2983"/>
                  </a:lnTo>
                  <a:cubicBezTo>
                    <a:pt x="0" y="3612"/>
                    <a:pt x="273" y="4353"/>
                    <a:pt x="902" y="4641"/>
                  </a:cubicBezTo>
                  <a:cubicBezTo>
                    <a:pt x="1070" y="4718"/>
                    <a:pt x="1247" y="4755"/>
                    <a:pt x="1422" y="4755"/>
                  </a:cubicBezTo>
                  <a:cubicBezTo>
                    <a:pt x="1893" y="4755"/>
                    <a:pt x="2346" y="4487"/>
                    <a:pt x="2559" y="4031"/>
                  </a:cubicBezTo>
                  <a:lnTo>
                    <a:pt x="3929" y="1048"/>
                  </a:lnTo>
                  <a:lnTo>
                    <a:pt x="166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" name="Google Shape;858;p41"/>
            <p:cNvSpPr/>
            <p:nvPr/>
          </p:nvSpPr>
          <p:spPr>
            <a:xfrm rot="860400">
              <a:off x="3413880" y="1398960"/>
              <a:ext cx="187920" cy="239760"/>
            </a:xfrm>
            <a:custGeom>
              <a:avLst/>
              <a:gdLst>
                <a:gd name="textAreaLeft" fmla="*/ 0 w 187920"/>
                <a:gd name="textAreaRight" fmla="*/ 188280 w 187920"/>
                <a:gd name="textAreaTop" fmla="*/ 0 h 239760"/>
                <a:gd name="textAreaBottom" fmla="*/ 240120 h 239760"/>
              </a:gdLst>
              <a:ahLst/>
              <a:cxnLst/>
              <a:rect l="textAreaLeft" t="textAreaTop" r="textAreaRight" b="textAreaBottom"/>
              <a:pathLst>
                <a:path w="3793" h="4837">
                  <a:moveTo>
                    <a:pt x="2541" y="1"/>
                  </a:moveTo>
                  <a:cubicBezTo>
                    <a:pt x="2062" y="1"/>
                    <a:pt x="1618" y="276"/>
                    <a:pt x="1409" y="727"/>
                  </a:cubicBezTo>
                  <a:lnTo>
                    <a:pt x="0" y="3788"/>
                  </a:lnTo>
                  <a:lnTo>
                    <a:pt x="2267" y="4836"/>
                  </a:lnTo>
                  <a:lnTo>
                    <a:pt x="3680" y="1770"/>
                  </a:lnTo>
                  <a:cubicBezTo>
                    <a:pt x="3753" y="1610"/>
                    <a:pt x="3792" y="1429"/>
                    <a:pt x="3792" y="1249"/>
                  </a:cubicBezTo>
                  <a:cubicBezTo>
                    <a:pt x="3792" y="664"/>
                    <a:pt x="3388" y="152"/>
                    <a:pt x="2813" y="30"/>
                  </a:cubicBezTo>
                  <a:cubicBezTo>
                    <a:pt x="2722" y="10"/>
                    <a:pt x="2631" y="1"/>
                    <a:pt x="254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" name="Google Shape;859;p41"/>
            <p:cNvSpPr/>
            <p:nvPr/>
          </p:nvSpPr>
          <p:spPr>
            <a:xfrm rot="860400">
              <a:off x="3298680" y="1382040"/>
              <a:ext cx="294840" cy="432720"/>
            </a:xfrm>
            <a:custGeom>
              <a:avLst/>
              <a:gdLst>
                <a:gd name="textAreaLeft" fmla="*/ 0 w 294840"/>
                <a:gd name="textAreaRight" fmla="*/ 295200 w 294840"/>
                <a:gd name="textAreaTop" fmla="*/ 0 h 432720"/>
                <a:gd name="textAreaBottom" fmla="*/ 433080 h 432720"/>
              </a:gdLst>
              <a:ahLst/>
              <a:cxnLst/>
              <a:rect l="textAreaLeft" t="textAreaTop" r="textAreaRight" b="textAreaBottom"/>
              <a:pathLst>
                <a:path w="5953" h="8728">
                  <a:moveTo>
                    <a:pt x="4426" y="183"/>
                  </a:moveTo>
                  <a:cubicBezTo>
                    <a:pt x="5265" y="183"/>
                    <a:pt x="5821" y="1051"/>
                    <a:pt x="5470" y="1811"/>
                  </a:cubicBezTo>
                  <a:lnTo>
                    <a:pt x="2682" y="7855"/>
                  </a:lnTo>
                  <a:cubicBezTo>
                    <a:pt x="2555" y="8133"/>
                    <a:pt x="2326" y="8348"/>
                    <a:pt x="2038" y="8450"/>
                  </a:cubicBezTo>
                  <a:cubicBezTo>
                    <a:pt x="1901" y="8501"/>
                    <a:pt x="1764" y="8525"/>
                    <a:pt x="1632" y="8525"/>
                  </a:cubicBezTo>
                  <a:cubicBezTo>
                    <a:pt x="848" y="8525"/>
                    <a:pt x="233" y="7692"/>
                    <a:pt x="600" y="6895"/>
                  </a:cubicBezTo>
                  <a:lnTo>
                    <a:pt x="3388" y="851"/>
                  </a:lnTo>
                  <a:cubicBezTo>
                    <a:pt x="3510" y="573"/>
                    <a:pt x="3744" y="359"/>
                    <a:pt x="4032" y="252"/>
                  </a:cubicBezTo>
                  <a:cubicBezTo>
                    <a:pt x="4158" y="208"/>
                    <a:pt x="4290" y="183"/>
                    <a:pt x="4426" y="183"/>
                  </a:cubicBezTo>
                  <a:close/>
                  <a:moveTo>
                    <a:pt x="4421" y="1"/>
                  </a:moveTo>
                  <a:cubicBezTo>
                    <a:pt x="3917" y="1"/>
                    <a:pt x="3437" y="282"/>
                    <a:pt x="3203" y="763"/>
                  </a:cubicBezTo>
                  <a:lnTo>
                    <a:pt x="415" y="6812"/>
                  </a:lnTo>
                  <a:cubicBezTo>
                    <a:pt x="1" y="7704"/>
                    <a:pt x="654" y="8723"/>
                    <a:pt x="1638" y="8728"/>
                  </a:cubicBezTo>
                  <a:cubicBezTo>
                    <a:pt x="1799" y="8723"/>
                    <a:pt x="1955" y="8699"/>
                    <a:pt x="2106" y="8640"/>
                  </a:cubicBezTo>
                  <a:cubicBezTo>
                    <a:pt x="2443" y="8518"/>
                    <a:pt x="2721" y="8265"/>
                    <a:pt x="2872" y="7938"/>
                  </a:cubicBezTo>
                  <a:lnTo>
                    <a:pt x="5655" y="1894"/>
                  </a:lnTo>
                  <a:cubicBezTo>
                    <a:pt x="5952" y="1217"/>
                    <a:pt x="5655" y="432"/>
                    <a:pt x="4987" y="125"/>
                  </a:cubicBezTo>
                  <a:cubicBezTo>
                    <a:pt x="4803" y="41"/>
                    <a:pt x="4610" y="1"/>
                    <a:pt x="442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" name="Google Shape;860;p41"/>
            <p:cNvSpPr/>
            <p:nvPr/>
          </p:nvSpPr>
          <p:spPr>
            <a:xfrm rot="860400">
              <a:off x="3389400" y="1569960"/>
              <a:ext cx="116640" cy="60480"/>
            </a:xfrm>
            <a:custGeom>
              <a:avLst/>
              <a:gdLst>
                <a:gd name="textAreaLeft" fmla="*/ 0 w 116640"/>
                <a:gd name="textAreaRight" fmla="*/ 117000 w 116640"/>
                <a:gd name="textAreaTop" fmla="*/ 0 h 60480"/>
                <a:gd name="textAreaBottom" fmla="*/ 60840 h 60480"/>
              </a:gdLst>
              <a:ahLst/>
              <a:cxnLst/>
              <a:rect l="textAreaLeft" t="textAreaTop" r="textAreaRight" b="textAreaBottom"/>
              <a:pathLst>
                <a:path w="2355" h="1230">
                  <a:moveTo>
                    <a:pt x="83" y="1"/>
                  </a:moveTo>
                  <a:lnTo>
                    <a:pt x="0" y="186"/>
                  </a:lnTo>
                  <a:lnTo>
                    <a:pt x="2267" y="1229"/>
                  </a:lnTo>
                  <a:lnTo>
                    <a:pt x="2355" y="1044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0240" bIns="30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02" name="Google Shape;861;p41"/>
          <p:cNvGrpSpPr/>
          <p:nvPr/>
        </p:nvGrpSpPr>
        <p:grpSpPr>
          <a:xfrm>
            <a:off x="887400" y="539640"/>
            <a:ext cx="392760" cy="492120"/>
            <a:chOff x="887400" y="539640"/>
            <a:chExt cx="392760" cy="492120"/>
          </a:xfrm>
        </p:grpSpPr>
        <p:sp>
          <p:nvSpPr>
            <p:cNvPr id="103" name="Google Shape;862;p41"/>
            <p:cNvSpPr/>
            <p:nvPr/>
          </p:nvSpPr>
          <p:spPr>
            <a:xfrm rot="860400">
              <a:off x="925200" y="748440"/>
              <a:ext cx="194400" cy="235440"/>
            </a:xfrm>
            <a:custGeom>
              <a:avLst/>
              <a:gdLst>
                <a:gd name="textAreaLeft" fmla="*/ 0 w 194400"/>
                <a:gd name="textAreaRight" fmla="*/ 194760 w 194400"/>
                <a:gd name="textAreaTop" fmla="*/ 0 h 235440"/>
                <a:gd name="textAreaBottom" fmla="*/ 235800 h 235440"/>
              </a:gdLst>
              <a:ahLst/>
              <a:cxnLst/>
              <a:rect l="textAreaLeft" t="textAreaTop" r="textAreaRight" b="textAreaBottom"/>
              <a:pathLst>
                <a:path w="3929" h="4751">
                  <a:moveTo>
                    <a:pt x="1662" y="1"/>
                  </a:moveTo>
                  <a:lnTo>
                    <a:pt x="288" y="2979"/>
                  </a:lnTo>
                  <a:cubicBezTo>
                    <a:pt x="0" y="3608"/>
                    <a:pt x="273" y="4349"/>
                    <a:pt x="897" y="4636"/>
                  </a:cubicBezTo>
                  <a:cubicBezTo>
                    <a:pt x="1067" y="4714"/>
                    <a:pt x="1245" y="4751"/>
                    <a:pt x="1420" y="4751"/>
                  </a:cubicBezTo>
                  <a:cubicBezTo>
                    <a:pt x="1893" y="4751"/>
                    <a:pt x="2345" y="4482"/>
                    <a:pt x="2554" y="4027"/>
                  </a:cubicBezTo>
                  <a:lnTo>
                    <a:pt x="3929" y="1044"/>
                  </a:lnTo>
                  <a:lnTo>
                    <a:pt x="166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" name="Google Shape;863;p41"/>
            <p:cNvSpPr/>
            <p:nvPr/>
          </p:nvSpPr>
          <p:spPr>
            <a:xfrm rot="860400">
              <a:off x="1051200" y="586080"/>
              <a:ext cx="187920" cy="239400"/>
            </a:xfrm>
            <a:custGeom>
              <a:avLst/>
              <a:gdLst>
                <a:gd name="textAreaLeft" fmla="*/ 0 w 187920"/>
                <a:gd name="textAreaRight" fmla="*/ 188280 w 187920"/>
                <a:gd name="textAreaTop" fmla="*/ 0 h 239400"/>
                <a:gd name="textAreaBottom" fmla="*/ 239760 h 239400"/>
              </a:gdLst>
              <a:ahLst/>
              <a:cxnLst/>
              <a:rect l="textAreaLeft" t="textAreaTop" r="textAreaRight" b="textAreaBottom"/>
              <a:pathLst>
                <a:path w="3793" h="4832">
                  <a:moveTo>
                    <a:pt x="2541" y="0"/>
                  </a:moveTo>
                  <a:cubicBezTo>
                    <a:pt x="2061" y="0"/>
                    <a:pt x="1614" y="275"/>
                    <a:pt x="1409" y="722"/>
                  </a:cubicBezTo>
                  <a:lnTo>
                    <a:pt x="0" y="3788"/>
                  </a:lnTo>
                  <a:lnTo>
                    <a:pt x="2267" y="4831"/>
                  </a:lnTo>
                  <a:lnTo>
                    <a:pt x="3680" y="1770"/>
                  </a:lnTo>
                  <a:cubicBezTo>
                    <a:pt x="3754" y="1604"/>
                    <a:pt x="3793" y="1429"/>
                    <a:pt x="3793" y="1248"/>
                  </a:cubicBezTo>
                  <a:cubicBezTo>
                    <a:pt x="3793" y="664"/>
                    <a:pt x="3383" y="152"/>
                    <a:pt x="2813" y="30"/>
                  </a:cubicBezTo>
                  <a:cubicBezTo>
                    <a:pt x="2722" y="10"/>
                    <a:pt x="2631" y="0"/>
                    <a:pt x="25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" name="Google Shape;864;p41"/>
            <p:cNvSpPr/>
            <p:nvPr/>
          </p:nvSpPr>
          <p:spPr>
            <a:xfrm rot="860400">
              <a:off x="936360" y="569160"/>
              <a:ext cx="294840" cy="432720"/>
            </a:xfrm>
            <a:custGeom>
              <a:avLst/>
              <a:gdLst>
                <a:gd name="textAreaLeft" fmla="*/ 0 w 294840"/>
                <a:gd name="textAreaRight" fmla="*/ 295200 w 294840"/>
                <a:gd name="textAreaTop" fmla="*/ 0 h 432720"/>
                <a:gd name="textAreaBottom" fmla="*/ 433080 h 432720"/>
              </a:gdLst>
              <a:ahLst/>
              <a:cxnLst/>
              <a:rect l="textAreaLeft" t="textAreaTop" r="textAreaRight" b="textAreaBottom"/>
              <a:pathLst>
                <a:path w="5948" h="8728">
                  <a:moveTo>
                    <a:pt x="4432" y="183"/>
                  </a:moveTo>
                  <a:cubicBezTo>
                    <a:pt x="4593" y="183"/>
                    <a:pt x="4753" y="217"/>
                    <a:pt x="4904" y="285"/>
                  </a:cubicBezTo>
                  <a:cubicBezTo>
                    <a:pt x="5309" y="476"/>
                    <a:pt x="5567" y="880"/>
                    <a:pt x="5572" y="1329"/>
                  </a:cubicBezTo>
                  <a:cubicBezTo>
                    <a:pt x="5572" y="1494"/>
                    <a:pt x="5538" y="1660"/>
                    <a:pt x="5470" y="1806"/>
                  </a:cubicBezTo>
                  <a:lnTo>
                    <a:pt x="2682" y="7855"/>
                  </a:lnTo>
                  <a:cubicBezTo>
                    <a:pt x="2486" y="8275"/>
                    <a:pt x="2073" y="8521"/>
                    <a:pt x="1640" y="8521"/>
                  </a:cubicBezTo>
                  <a:cubicBezTo>
                    <a:pt x="1480" y="8521"/>
                    <a:pt x="1317" y="8487"/>
                    <a:pt x="1161" y="8416"/>
                  </a:cubicBezTo>
                  <a:cubicBezTo>
                    <a:pt x="586" y="8153"/>
                    <a:pt x="337" y="7470"/>
                    <a:pt x="600" y="6895"/>
                  </a:cubicBezTo>
                  <a:lnTo>
                    <a:pt x="3384" y="851"/>
                  </a:lnTo>
                  <a:cubicBezTo>
                    <a:pt x="3574" y="441"/>
                    <a:pt x="3983" y="183"/>
                    <a:pt x="4432" y="183"/>
                  </a:cubicBezTo>
                  <a:close/>
                  <a:moveTo>
                    <a:pt x="4416" y="1"/>
                  </a:moveTo>
                  <a:cubicBezTo>
                    <a:pt x="3913" y="1"/>
                    <a:pt x="3432" y="282"/>
                    <a:pt x="3198" y="763"/>
                  </a:cubicBezTo>
                  <a:lnTo>
                    <a:pt x="415" y="6812"/>
                  </a:lnTo>
                  <a:cubicBezTo>
                    <a:pt x="1" y="7704"/>
                    <a:pt x="654" y="8723"/>
                    <a:pt x="1639" y="8728"/>
                  </a:cubicBezTo>
                  <a:cubicBezTo>
                    <a:pt x="2165" y="8728"/>
                    <a:pt x="2643" y="8421"/>
                    <a:pt x="2867" y="7938"/>
                  </a:cubicBezTo>
                  <a:lnTo>
                    <a:pt x="5655" y="1894"/>
                  </a:lnTo>
                  <a:cubicBezTo>
                    <a:pt x="5948" y="1216"/>
                    <a:pt x="5650" y="432"/>
                    <a:pt x="4982" y="125"/>
                  </a:cubicBezTo>
                  <a:cubicBezTo>
                    <a:pt x="4798" y="41"/>
                    <a:pt x="4606" y="1"/>
                    <a:pt x="441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" name="Google Shape;865;p41"/>
            <p:cNvSpPr/>
            <p:nvPr/>
          </p:nvSpPr>
          <p:spPr>
            <a:xfrm rot="860400">
              <a:off x="1026720" y="756360"/>
              <a:ext cx="116640" cy="60480"/>
            </a:xfrm>
            <a:custGeom>
              <a:avLst/>
              <a:gdLst>
                <a:gd name="textAreaLeft" fmla="*/ 0 w 116640"/>
                <a:gd name="textAreaRight" fmla="*/ 117000 w 116640"/>
                <a:gd name="textAreaTop" fmla="*/ 0 h 60480"/>
                <a:gd name="textAreaBottom" fmla="*/ 60840 h 60480"/>
              </a:gdLst>
              <a:ahLst/>
              <a:cxnLst/>
              <a:rect l="textAreaLeft" t="textAreaTop" r="textAreaRight" b="textAreaBottom"/>
              <a:pathLst>
                <a:path w="2356" h="1229">
                  <a:moveTo>
                    <a:pt x="89" y="1"/>
                  </a:moveTo>
                  <a:lnTo>
                    <a:pt x="1" y="186"/>
                  </a:lnTo>
                  <a:lnTo>
                    <a:pt x="2272" y="1229"/>
                  </a:lnTo>
                  <a:lnTo>
                    <a:pt x="2355" y="1044"/>
                  </a:lnTo>
                  <a:lnTo>
                    <a:pt x="89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0240" bIns="30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07" name="Google Shape;866;p41"/>
          <p:cNvGrpSpPr/>
          <p:nvPr/>
        </p:nvGrpSpPr>
        <p:grpSpPr>
          <a:xfrm>
            <a:off x="7939440" y="3679920"/>
            <a:ext cx="482760" cy="450000"/>
            <a:chOff x="7939440" y="3679920"/>
            <a:chExt cx="482760" cy="450000"/>
          </a:xfrm>
        </p:grpSpPr>
        <p:sp>
          <p:nvSpPr>
            <p:cNvPr id="108" name="Google Shape;867;p41"/>
            <p:cNvSpPr/>
            <p:nvPr/>
          </p:nvSpPr>
          <p:spPr>
            <a:xfrm rot="860400">
              <a:off x="7981200" y="3842640"/>
              <a:ext cx="232200" cy="220320"/>
            </a:xfrm>
            <a:custGeom>
              <a:avLst/>
              <a:gdLst>
                <a:gd name="textAreaLeft" fmla="*/ 0 w 232200"/>
                <a:gd name="textAreaRight" fmla="*/ 232560 w 232200"/>
                <a:gd name="textAreaTop" fmla="*/ 0 h 220320"/>
                <a:gd name="textAreaBottom" fmla="*/ 220680 h 220320"/>
              </a:gdLst>
              <a:ahLst/>
              <a:cxnLst/>
              <a:rect l="textAreaLeft" t="textAreaTop" r="textAreaRight" b="textAreaBottom"/>
              <a:pathLst>
                <a:path w="4686" h="4447">
                  <a:moveTo>
                    <a:pt x="2974" y="0"/>
                  </a:moveTo>
                  <a:lnTo>
                    <a:pt x="586" y="2252"/>
                  </a:lnTo>
                  <a:cubicBezTo>
                    <a:pt x="45" y="2715"/>
                    <a:pt x="1" y="3534"/>
                    <a:pt x="488" y="4051"/>
                  </a:cubicBezTo>
                  <a:cubicBezTo>
                    <a:pt x="735" y="4315"/>
                    <a:pt x="1066" y="4446"/>
                    <a:pt x="1398" y="4446"/>
                  </a:cubicBezTo>
                  <a:cubicBezTo>
                    <a:pt x="1722" y="4446"/>
                    <a:pt x="2046" y="4321"/>
                    <a:pt x="2292" y="4070"/>
                  </a:cubicBezTo>
                  <a:lnTo>
                    <a:pt x="4685" y="1823"/>
                  </a:lnTo>
                  <a:lnTo>
                    <a:pt x="2974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" name="Google Shape;868;p41"/>
            <p:cNvSpPr/>
            <p:nvPr/>
          </p:nvSpPr>
          <p:spPr>
            <a:xfrm rot="860400">
              <a:off x="8156520" y="3751560"/>
              <a:ext cx="232200" cy="221760"/>
            </a:xfrm>
            <a:custGeom>
              <a:avLst/>
              <a:gdLst>
                <a:gd name="textAreaLeft" fmla="*/ 0 w 232200"/>
                <a:gd name="textAreaRight" fmla="*/ 232560 w 232200"/>
                <a:gd name="textAreaTop" fmla="*/ 0 h 221760"/>
                <a:gd name="textAreaBottom" fmla="*/ 222120 h 221760"/>
              </a:gdLst>
              <a:ahLst/>
              <a:cxnLst/>
              <a:rect l="textAreaLeft" t="textAreaTop" r="textAreaRight" b="textAreaBottom"/>
              <a:pathLst>
                <a:path w="4690" h="4475">
                  <a:moveTo>
                    <a:pt x="3313" y="0"/>
                  </a:moveTo>
                  <a:cubicBezTo>
                    <a:pt x="3004" y="0"/>
                    <a:pt x="2696" y="115"/>
                    <a:pt x="2457" y="341"/>
                  </a:cubicBezTo>
                  <a:lnTo>
                    <a:pt x="0" y="2651"/>
                  </a:lnTo>
                  <a:lnTo>
                    <a:pt x="1711" y="4474"/>
                  </a:lnTo>
                  <a:lnTo>
                    <a:pt x="4168" y="2159"/>
                  </a:lnTo>
                  <a:cubicBezTo>
                    <a:pt x="4299" y="2037"/>
                    <a:pt x="4402" y="1886"/>
                    <a:pt x="4470" y="1720"/>
                  </a:cubicBezTo>
                  <a:cubicBezTo>
                    <a:pt x="4689" y="1174"/>
                    <a:pt x="4499" y="551"/>
                    <a:pt x="4017" y="219"/>
                  </a:cubicBezTo>
                  <a:cubicBezTo>
                    <a:pt x="3803" y="73"/>
                    <a:pt x="3557" y="0"/>
                    <a:pt x="331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" name="Google Shape;869;p41"/>
            <p:cNvSpPr/>
            <p:nvPr/>
          </p:nvSpPr>
          <p:spPr>
            <a:xfrm rot="860400">
              <a:off x="7977600" y="3724560"/>
              <a:ext cx="406080" cy="360720"/>
            </a:xfrm>
            <a:custGeom>
              <a:avLst/>
              <a:gdLst>
                <a:gd name="textAreaLeft" fmla="*/ 0 w 406080"/>
                <a:gd name="textAreaRight" fmla="*/ 406440 w 406080"/>
                <a:gd name="textAreaTop" fmla="*/ 0 h 360720"/>
                <a:gd name="textAreaBottom" fmla="*/ 361080 h 360720"/>
              </a:gdLst>
              <a:ahLst/>
              <a:cxnLst/>
              <a:rect l="textAreaLeft" t="textAreaTop" r="textAreaRight" b="textAreaBottom"/>
              <a:pathLst>
                <a:path w="8194" h="7276">
                  <a:moveTo>
                    <a:pt x="6654" y="217"/>
                  </a:moveTo>
                  <a:cubicBezTo>
                    <a:pt x="7692" y="217"/>
                    <a:pt x="8194" y="1489"/>
                    <a:pt x="7438" y="2201"/>
                  </a:cubicBezTo>
                  <a:lnTo>
                    <a:pt x="2589" y="6758"/>
                  </a:lnTo>
                  <a:cubicBezTo>
                    <a:pt x="2366" y="6976"/>
                    <a:pt x="2078" y="7083"/>
                    <a:pt x="1791" y="7083"/>
                  </a:cubicBezTo>
                  <a:cubicBezTo>
                    <a:pt x="1486" y="7083"/>
                    <a:pt x="1181" y="6963"/>
                    <a:pt x="956" y="6724"/>
                  </a:cubicBezTo>
                  <a:cubicBezTo>
                    <a:pt x="517" y="6256"/>
                    <a:pt x="541" y="5520"/>
                    <a:pt x="1019" y="5091"/>
                  </a:cubicBezTo>
                  <a:lnTo>
                    <a:pt x="5864" y="529"/>
                  </a:lnTo>
                  <a:cubicBezTo>
                    <a:pt x="6079" y="329"/>
                    <a:pt x="6361" y="217"/>
                    <a:pt x="6654" y="217"/>
                  </a:cubicBezTo>
                  <a:close/>
                  <a:moveTo>
                    <a:pt x="6669" y="0"/>
                  </a:moveTo>
                  <a:cubicBezTo>
                    <a:pt x="6330" y="0"/>
                    <a:pt x="5990" y="127"/>
                    <a:pt x="5728" y="383"/>
                  </a:cubicBezTo>
                  <a:lnTo>
                    <a:pt x="878" y="4940"/>
                  </a:lnTo>
                  <a:cubicBezTo>
                    <a:pt x="0" y="5764"/>
                    <a:pt x="556" y="7241"/>
                    <a:pt x="1760" y="7275"/>
                  </a:cubicBezTo>
                  <a:lnTo>
                    <a:pt x="1804" y="7275"/>
                  </a:lnTo>
                  <a:cubicBezTo>
                    <a:pt x="2145" y="7275"/>
                    <a:pt x="2476" y="7143"/>
                    <a:pt x="2730" y="6909"/>
                  </a:cubicBezTo>
                  <a:lnTo>
                    <a:pt x="7580" y="2347"/>
                  </a:lnTo>
                  <a:cubicBezTo>
                    <a:pt x="8135" y="1840"/>
                    <a:pt x="8170" y="973"/>
                    <a:pt x="7653" y="427"/>
                  </a:cubicBezTo>
                  <a:cubicBezTo>
                    <a:pt x="7387" y="143"/>
                    <a:pt x="7028" y="0"/>
                    <a:pt x="666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" name="Google Shape;870;p41"/>
            <p:cNvSpPr/>
            <p:nvPr/>
          </p:nvSpPr>
          <p:spPr>
            <a:xfrm rot="860400">
              <a:off x="8138880" y="3858840"/>
              <a:ext cx="91800" cy="96840"/>
            </a:xfrm>
            <a:custGeom>
              <a:avLst/>
              <a:gdLst>
                <a:gd name="textAreaLeft" fmla="*/ 0 w 91800"/>
                <a:gd name="textAreaRight" fmla="*/ 92160 w 91800"/>
                <a:gd name="textAreaTop" fmla="*/ 0 h 96840"/>
                <a:gd name="textAreaBottom" fmla="*/ 97200 h 96840"/>
              </a:gdLst>
              <a:ahLst/>
              <a:cxnLst/>
              <a:rect l="textAreaLeft" t="textAreaTop" r="textAreaRight" b="textAreaBottom"/>
              <a:pathLst>
                <a:path w="1858" h="1960">
                  <a:moveTo>
                    <a:pt x="146" y="0"/>
                  </a:moveTo>
                  <a:lnTo>
                    <a:pt x="0" y="142"/>
                  </a:lnTo>
                  <a:lnTo>
                    <a:pt x="1711" y="1960"/>
                  </a:lnTo>
                  <a:lnTo>
                    <a:pt x="1857" y="1818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8600" bIns="48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12" name="Google Shape;871;p41"/>
          <p:cNvGrpSpPr/>
          <p:nvPr/>
        </p:nvGrpSpPr>
        <p:grpSpPr>
          <a:xfrm>
            <a:off x="6556320" y="4377960"/>
            <a:ext cx="362160" cy="495720"/>
            <a:chOff x="6556320" y="4377960"/>
            <a:chExt cx="362160" cy="495720"/>
          </a:xfrm>
        </p:grpSpPr>
        <p:sp>
          <p:nvSpPr>
            <p:cNvPr id="113" name="Google Shape;872;p41"/>
            <p:cNvSpPr/>
            <p:nvPr/>
          </p:nvSpPr>
          <p:spPr>
            <a:xfrm rot="860400">
              <a:off x="6637680" y="4402800"/>
              <a:ext cx="183600" cy="240120"/>
            </a:xfrm>
            <a:custGeom>
              <a:avLst/>
              <a:gdLst>
                <a:gd name="textAreaLeft" fmla="*/ 0 w 183600"/>
                <a:gd name="textAreaRight" fmla="*/ 183960 w 183600"/>
                <a:gd name="textAreaTop" fmla="*/ 0 h 240120"/>
                <a:gd name="textAreaBottom" fmla="*/ 240480 h 240120"/>
              </a:gdLst>
              <a:ahLst/>
              <a:cxnLst/>
              <a:rect l="textAreaLeft" t="textAreaTop" r="textAreaRight" b="textAreaBottom"/>
              <a:pathLst>
                <a:path w="3706" h="4851">
                  <a:moveTo>
                    <a:pt x="1410" y="1"/>
                  </a:moveTo>
                  <a:cubicBezTo>
                    <a:pt x="1268" y="1"/>
                    <a:pt x="1127" y="25"/>
                    <a:pt x="995" y="74"/>
                  </a:cubicBezTo>
                  <a:cubicBezTo>
                    <a:pt x="347" y="303"/>
                    <a:pt x="1" y="1015"/>
                    <a:pt x="230" y="1663"/>
                  </a:cubicBezTo>
                  <a:lnTo>
                    <a:pt x="1351" y="4851"/>
                  </a:lnTo>
                  <a:lnTo>
                    <a:pt x="3705" y="4022"/>
                  </a:lnTo>
                  <a:lnTo>
                    <a:pt x="2589" y="839"/>
                  </a:lnTo>
                  <a:cubicBezTo>
                    <a:pt x="2414" y="337"/>
                    <a:pt x="1941" y="1"/>
                    <a:pt x="141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" name="Google Shape;873;p41"/>
            <p:cNvSpPr/>
            <p:nvPr/>
          </p:nvSpPr>
          <p:spPr>
            <a:xfrm rot="860400">
              <a:off x="6653520" y="4612680"/>
              <a:ext cx="182160" cy="236160"/>
            </a:xfrm>
            <a:custGeom>
              <a:avLst/>
              <a:gdLst>
                <a:gd name="textAreaLeft" fmla="*/ 0 w 182160"/>
                <a:gd name="textAreaRight" fmla="*/ 182520 w 182160"/>
                <a:gd name="textAreaTop" fmla="*/ 0 h 236160"/>
                <a:gd name="textAreaBottom" fmla="*/ 236520 h 236160"/>
              </a:gdLst>
              <a:ahLst/>
              <a:cxnLst/>
              <a:rect l="textAreaLeft" t="textAreaTop" r="textAreaRight" b="textAreaBottom"/>
              <a:pathLst>
                <a:path w="3676" h="4770">
                  <a:moveTo>
                    <a:pt x="2354" y="0"/>
                  </a:moveTo>
                  <a:lnTo>
                    <a:pt x="0" y="829"/>
                  </a:lnTo>
                  <a:lnTo>
                    <a:pt x="1087" y="3924"/>
                  </a:lnTo>
                  <a:cubicBezTo>
                    <a:pt x="1264" y="4444"/>
                    <a:pt x="1747" y="4770"/>
                    <a:pt x="2266" y="4770"/>
                  </a:cubicBezTo>
                  <a:cubicBezTo>
                    <a:pt x="2403" y="4770"/>
                    <a:pt x="2543" y="4747"/>
                    <a:pt x="2681" y="4699"/>
                  </a:cubicBezTo>
                  <a:cubicBezTo>
                    <a:pt x="3334" y="4470"/>
                    <a:pt x="3675" y="3748"/>
                    <a:pt x="3441" y="3095"/>
                  </a:cubicBezTo>
                  <a:lnTo>
                    <a:pt x="2354" y="0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" name="Google Shape;874;p41"/>
            <p:cNvSpPr/>
            <p:nvPr/>
          </p:nvSpPr>
          <p:spPr>
            <a:xfrm rot="860400">
              <a:off x="6607080" y="4403160"/>
              <a:ext cx="259920" cy="445320"/>
            </a:xfrm>
            <a:custGeom>
              <a:avLst/>
              <a:gdLst>
                <a:gd name="textAreaLeft" fmla="*/ 0 w 259920"/>
                <a:gd name="textAreaRight" fmla="*/ 260280 w 259920"/>
                <a:gd name="textAreaTop" fmla="*/ 0 h 445320"/>
                <a:gd name="textAreaBottom" fmla="*/ 445680 h 445320"/>
              </a:gdLst>
              <a:ahLst/>
              <a:cxnLst/>
              <a:rect l="textAreaLeft" t="textAreaTop" r="textAreaRight" b="textAreaBottom"/>
              <a:pathLst>
                <a:path w="5246" h="8984">
                  <a:moveTo>
                    <a:pt x="1522" y="205"/>
                  </a:moveTo>
                  <a:cubicBezTo>
                    <a:pt x="2009" y="205"/>
                    <a:pt x="2443" y="517"/>
                    <a:pt x="2604" y="975"/>
                  </a:cubicBezTo>
                  <a:lnTo>
                    <a:pt x="4807" y="7258"/>
                  </a:lnTo>
                  <a:cubicBezTo>
                    <a:pt x="5016" y="7853"/>
                    <a:pt x="4704" y="8506"/>
                    <a:pt x="4105" y="8716"/>
                  </a:cubicBezTo>
                  <a:cubicBezTo>
                    <a:pt x="3980" y="8760"/>
                    <a:pt x="3851" y="8781"/>
                    <a:pt x="3725" y="8781"/>
                  </a:cubicBezTo>
                  <a:cubicBezTo>
                    <a:pt x="3253" y="8781"/>
                    <a:pt x="2808" y="8487"/>
                    <a:pt x="2643" y="8014"/>
                  </a:cubicBezTo>
                  <a:lnTo>
                    <a:pt x="440" y="1736"/>
                  </a:lnTo>
                  <a:cubicBezTo>
                    <a:pt x="230" y="1136"/>
                    <a:pt x="542" y="478"/>
                    <a:pt x="1141" y="273"/>
                  </a:cubicBezTo>
                  <a:cubicBezTo>
                    <a:pt x="1263" y="230"/>
                    <a:pt x="1395" y="205"/>
                    <a:pt x="1522" y="205"/>
                  </a:cubicBezTo>
                  <a:close/>
                  <a:moveTo>
                    <a:pt x="1522" y="0"/>
                  </a:moveTo>
                  <a:cubicBezTo>
                    <a:pt x="1370" y="0"/>
                    <a:pt x="1219" y="30"/>
                    <a:pt x="1073" y="78"/>
                  </a:cubicBezTo>
                  <a:cubicBezTo>
                    <a:pt x="371" y="327"/>
                    <a:pt x="1" y="1097"/>
                    <a:pt x="249" y="1799"/>
                  </a:cubicBezTo>
                  <a:lnTo>
                    <a:pt x="2453" y="8082"/>
                  </a:lnTo>
                  <a:cubicBezTo>
                    <a:pt x="2643" y="8623"/>
                    <a:pt x="3150" y="8984"/>
                    <a:pt x="3725" y="8984"/>
                  </a:cubicBezTo>
                  <a:cubicBezTo>
                    <a:pt x="3876" y="8984"/>
                    <a:pt x="4027" y="8959"/>
                    <a:pt x="4173" y="8911"/>
                  </a:cubicBezTo>
                  <a:cubicBezTo>
                    <a:pt x="4875" y="8662"/>
                    <a:pt x="5246" y="7892"/>
                    <a:pt x="5002" y="7190"/>
                  </a:cubicBezTo>
                  <a:lnTo>
                    <a:pt x="2794" y="907"/>
                  </a:lnTo>
                  <a:cubicBezTo>
                    <a:pt x="2609" y="366"/>
                    <a:pt x="2097" y="0"/>
                    <a:pt x="152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" name="Google Shape;875;p41"/>
            <p:cNvSpPr/>
            <p:nvPr/>
          </p:nvSpPr>
          <p:spPr>
            <a:xfrm rot="860400">
              <a:off x="6677280" y="4602960"/>
              <a:ext cx="119880" cy="50400"/>
            </a:xfrm>
            <a:custGeom>
              <a:avLst/>
              <a:gdLst>
                <a:gd name="textAreaLeft" fmla="*/ 0 w 119880"/>
                <a:gd name="textAreaRight" fmla="*/ 120240 w 119880"/>
                <a:gd name="textAreaTop" fmla="*/ 0 h 50400"/>
                <a:gd name="textAreaBottom" fmla="*/ 50760 h 50400"/>
              </a:gdLst>
              <a:ahLst/>
              <a:cxnLst/>
              <a:rect l="textAreaLeft" t="textAreaTop" r="textAreaRight" b="textAreaBottom"/>
              <a:pathLst>
                <a:path w="2424" h="1025">
                  <a:moveTo>
                    <a:pt x="2355" y="1"/>
                  </a:moveTo>
                  <a:lnTo>
                    <a:pt x="1" y="829"/>
                  </a:lnTo>
                  <a:lnTo>
                    <a:pt x="69" y="1024"/>
                  </a:lnTo>
                  <a:lnTo>
                    <a:pt x="2423" y="196"/>
                  </a:lnTo>
                  <a:lnTo>
                    <a:pt x="2355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5200" bIns="252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17" name="Google Shape;876;p41"/>
          <p:cNvGrpSpPr/>
          <p:nvPr/>
        </p:nvGrpSpPr>
        <p:grpSpPr>
          <a:xfrm>
            <a:off x="1297080" y="86040"/>
            <a:ext cx="1505880" cy="1758600"/>
            <a:chOff x="1297080" y="86040"/>
            <a:chExt cx="1505880" cy="1758600"/>
          </a:xfrm>
        </p:grpSpPr>
        <p:sp>
          <p:nvSpPr>
            <p:cNvPr id="118" name="Google Shape;877;p41"/>
            <p:cNvSpPr/>
            <p:nvPr/>
          </p:nvSpPr>
          <p:spPr>
            <a:xfrm rot="860400">
              <a:off x="2430360" y="622800"/>
              <a:ext cx="162000" cy="112320"/>
            </a:xfrm>
            <a:custGeom>
              <a:avLst/>
              <a:gdLst>
                <a:gd name="textAreaLeft" fmla="*/ 0 w 162000"/>
                <a:gd name="textAreaRight" fmla="*/ 162360 w 162000"/>
                <a:gd name="textAreaTop" fmla="*/ 0 h 112320"/>
                <a:gd name="textAreaBottom" fmla="*/ 112680 h 112320"/>
              </a:gdLst>
              <a:ahLst/>
              <a:cxnLst/>
              <a:rect l="textAreaLeft" t="textAreaTop" r="textAreaRight" b="textAreaBottom"/>
              <a:pathLst>
                <a:path w="4573" h="3167">
                  <a:moveTo>
                    <a:pt x="4085" y="0"/>
                  </a:moveTo>
                  <a:lnTo>
                    <a:pt x="0" y="1950"/>
                  </a:lnTo>
                  <a:cubicBezTo>
                    <a:pt x="404" y="2722"/>
                    <a:pt x="1190" y="3167"/>
                    <a:pt x="2007" y="3167"/>
                  </a:cubicBezTo>
                  <a:cubicBezTo>
                    <a:pt x="2335" y="3167"/>
                    <a:pt x="2668" y="3095"/>
                    <a:pt x="2983" y="2944"/>
                  </a:cubicBezTo>
                  <a:cubicBezTo>
                    <a:pt x="4085" y="2423"/>
                    <a:pt x="4572" y="1121"/>
                    <a:pt x="408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6160" bIns="561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" name="Google Shape;878;p41"/>
            <p:cNvSpPr/>
            <p:nvPr/>
          </p:nvSpPr>
          <p:spPr>
            <a:xfrm rot="860400">
              <a:off x="2421360" y="571320"/>
              <a:ext cx="165960" cy="117360"/>
            </a:xfrm>
            <a:custGeom>
              <a:avLst/>
              <a:gdLst>
                <a:gd name="textAreaLeft" fmla="*/ 0 w 165960"/>
                <a:gd name="textAreaRight" fmla="*/ 166320 w 165960"/>
                <a:gd name="textAreaTop" fmla="*/ 0 h 117360"/>
                <a:gd name="textAreaBottom" fmla="*/ 117720 h 117360"/>
              </a:gdLst>
              <a:ahLst/>
              <a:cxnLst/>
              <a:rect l="textAreaLeft" t="textAreaTop" r="textAreaRight" b="textAreaBottom"/>
              <a:pathLst>
                <a:path w="4680" h="3316">
                  <a:moveTo>
                    <a:pt x="2601" y="0"/>
                  </a:moveTo>
                  <a:cubicBezTo>
                    <a:pt x="2274" y="0"/>
                    <a:pt x="1943" y="71"/>
                    <a:pt x="1629" y="221"/>
                  </a:cubicBezTo>
                  <a:cubicBezTo>
                    <a:pt x="469" y="776"/>
                    <a:pt x="1" y="2180"/>
                    <a:pt x="595" y="3316"/>
                  </a:cubicBezTo>
                  <a:lnTo>
                    <a:pt x="4680" y="1366"/>
                  </a:lnTo>
                  <a:cubicBezTo>
                    <a:pt x="4311" y="507"/>
                    <a:pt x="3474" y="0"/>
                    <a:pt x="2601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8680" bIns="58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" name="Google Shape;879;p41"/>
            <p:cNvSpPr/>
            <p:nvPr/>
          </p:nvSpPr>
          <p:spPr>
            <a:xfrm rot="860400">
              <a:off x="2283840" y="835560"/>
              <a:ext cx="162360" cy="112320"/>
            </a:xfrm>
            <a:custGeom>
              <a:avLst/>
              <a:gdLst>
                <a:gd name="textAreaLeft" fmla="*/ 0 w 162360"/>
                <a:gd name="textAreaRight" fmla="*/ 162720 w 162360"/>
                <a:gd name="textAreaTop" fmla="*/ 0 h 112320"/>
                <a:gd name="textAreaBottom" fmla="*/ 112680 h 112320"/>
              </a:gdLst>
              <a:ahLst/>
              <a:cxnLst/>
              <a:rect l="textAreaLeft" t="textAreaTop" r="textAreaRight" b="textAreaBottom"/>
              <a:pathLst>
                <a:path w="4577" h="3176">
                  <a:moveTo>
                    <a:pt x="4085" y="0"/>
                  </a:moveTo>
                  <a:lnTo>
                    <a:pt x="0" y="1950"/>
                  </a:lnTo>
                  <a:cubicBezTo>
                    <a:pt x="401" y="2727"/>
                    <a:pt x="1190" y="3175"/>
                    <a:pt x="2010" y="3175"/>
                  </a:cubicBezTo>
                  <a:cubicBezTo>
                    <a:pt x="2337" y="3175"/>
                    <a:pt x="2669" y="3104"/>
                    <a:pt x="2983" y="2954"/>
                  </a:cubicBezTo>
                  <a:cubicBezTo>
                    <a:pt x="4090" y="2428"/>
                    <a:pt x="4577" y="1116"/>
                    <a:pt x="408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6160" bIns="561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" name="Google Shape;880;p41"/>
            <p:cNvSpPr/>
            <p:nvPr/>
          </p:nvSpPr>
          <p:spPr>
            <a:xfrm rot="860400">
              <a:off x="2274840" y="784080"/>
              <a:ext cx="165600" cy="11736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17360"/>
                <a:gd name="textAreaBottom" fmla="*/ 117720 h 117360"/>
              </a:gdLst>
              <a:ahLst/>
              <a:cxnLst/>
              <a:rect l="textAreaLeft" t="textAreaTop" r="textAreaRight" b="textAreaBottom"/>
              <a:pathLst>
                <a:path w="4675" h="3308">
                  <a:moveTo>
                    <a:pt x="2598" y="1"/>
                  </a:moveTo>
                  <a:cubicBezTo>
                    <a:pt x="2271" y="1"/>
                    <a:pt x="1939" y="72"/>
                    <a:pt x="1623" y="222"/>
                  </a:cubicBezTo>
                  <a:cubicBezTo>
                    <a:pt x="473" y="773"/>
                    <a:pt x="0" y="2167"/>
                    <a:pt x="590" y="3308"/>
                  </a:cubicBezTo>
                  <a:lnTo>
                    <a:pt x="4675" y="1358"/>
                  </a:lnTo>
                  <a:cubicBezTo>
                    <a:pt x="4299" y="504"/>
                    <a:pt x="3468" y="1"/>
                    <a:pt x="2598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8680" bIns="58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" name="Google Shape;881;p41"/>
            <p:cNvSpPr/>
            <p:nvPr/>
          </p:nvSpPr>
          <p:spPr>
            <a:xfrm rot="860400">
              <a:off x="2137320" y="1048680"/>
              <a:ext cx="162720" cy="113040"/>
            </a:xfrm>
            <a:custGeom>
              <a:avLst/>
              <a:gdLst>
                <a:gd name="textAreaLeft" fmla="*/ 0 w 162720"/>
                <a:gd name="textAreaRight" fmla="*/ 163080 w 162720"/>
                <a:gd name="textAreaTop" fmla="*/ 0 h 113040"/>
                <a:gd name="textAreaBottom" fmla="*/ 113400 h 113040"/>
              </a:gdLst>
              <a:ahLst/>
              <a:cxnLst/>
              <a:rect l="textAreaLeft" t="textAreaTop" r="textAreaRight" b="textAreaBottom"/>
              <a:pathLst>
                <a:path w="4593" h="3191">
                  <a:moveTo>
                    <a:pt x="4090" y="0"/>
                  </a:moveTo>
                  <a:lnTo>
                    <a:pt x="1" y="1950"/>
                  </a:lnTo>
                  <a:cubicBezTo>
                    <a:pt x="399" y="2735"/>
                    <a:pt x="1195" y="3191"/>
                    <a:pt x="2022" y="3191"/>
                  </a:cubicBezTo>
                  <a:cubicBezTo>
                    <a:pt x="2350" y="3191"/>
                    <a:pt x="2683" y="3119"/>
                    <a:pt x="2999" y="2969"/>
                  </a:cubicBezTo>
                  <a:cubicBezTo>
                    <a:pt x="4105" y="2442"/>
                    <a:pt x="4593" y="1121"/>
                    <a:pt x="4090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6520" bIns="565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" name="Google Shape;882;p41"/>
            <p:cNvSpPr/>
            <p:nvPr/>
          </p:nvSpPr>
          <p:spPr>
            <a:xfrm rot="860400">
              <a:off x="2128680" y="997200"/>
              <a:ext cx="165600" cy="1166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16640"/>
                <a:gd name="textAreaBottom" fmla="*/ 117000 h 116640"/>
              </a:gdLst>
              <a:ahLst/>
              <a:cxnLst/>
              <a:rect l="textAreaLeft" t="textAreaTop" r="textAreaRight" b="textAreaBottom"/>
              <a:pathLst>
                <a:path w="4666" h="3292">
                  <a:moveTo>
                    <a:pt x="2599" y="1"/>
                  </a:moveTo>
                  <a:cubicBezTo>
                    <a:pt x="2272" y="1"/>
                    <a:pt x="1939" y="71"/>
                    <a:pt x="1624" y="221"/>
                  </a:cubicBezTo>
                  <a:cubicBezTo>
                    <a:pt x="474" y="767"/>
                    <a:pt x="1" y="2156"/>
                    <a:pt x="576" y="3292"/>
                  </a:cubicBezTo>
                  <a:lnTo>
                    <a:pt x="4665" y="1342"/>
                  </a:lnTo>
                  <a:cubicBezTo>
                    <a:pt x="4291" y="497"/>
                    <a:pt x="3464" y="1"/>
                    <a:pt x="2599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8320" bIns="58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" name="Google Shape;883;p41"/>
            <p:cNvSpPr/>
            <p:nvPr/>
          </p:nvSpPr>
          <p:spPr>
            <a:xfrm rot="860400">
              <a:off x="1990800" y="1261080"/>
              <a:ext cx="162360" cy="112320"/>
            </a:xfrm>
            <a:custGeom>
              <a:avLst/>
              <a:gdLst>
                <a:gd name="textAreaLeft" fmla="*/ 0 w 162360"/>
                <a:gd name="textAreaRight" fmla="*/ 162720 w 162360"/>
                <a:gd name="textAreaTop" fmla="*/ 0 h 112320"/>
                <a:gd name="textAreaBottom" fmla="*/ 112680 h 112320"/>
              </a:gdLst>
              <a:ahLst/>
              <a:cxnLst/>
              <a:rect l="textAreaLeft" t="textAreaTop" r="textAreaRight" b="textAreaBottom"/>
              <a:pathLst>
                <a:path w="4578" h="3176">
                  <a:moveTo>
                    <a:pt x="4090" y="0"/>
                  </a:moveTo>
                  <a:lnTo>
                    <a:pt x="1" y="1950"/>
                  </a:lnTo>
                  <a:cubicBezTo>
                    <a:pt x="401" y="2727"/>
                    <a:pt x="1191" y="3175"/>
                    <a:pt x="2013" y="3175"/>
                  </a:cubicBezTo>
                  <a:cubicBezTo>
                    <a:pt x="2340" y="3175"/>
                    <a:pt x="2673" y="3104"/>
                    <a:pt x="2989" y="2954"/>
                  </a:cubicBezTo>
                  <a:cubicBezTo>
                    <a:pt x="4090" y="2428"/>
                    <a:pt x="4578" y="1121"/>
                    <a:pt x="4090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6160" bIns="561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5" name="Google Shape;884;p41"/>
            <p:cNvSpPr/>
            <p:nvPr/>
          </p:nvSpPr>
          <p:spPr>
            <a:xfrm rot="860400">
              <a:off x="1981800" y="1209600"/>
              <a:ext cx="165960" cy="117360"/>
            </a:xfrm>
            <a:custGeom>
              <a:avLst/>
              <a:gdLst>
                <a:gd name="textAreaLeft" fmla="*/ 0 w 165960"/>
                <a:gd name="textAreaRight" fmla="*/ 166320 w 165960"/>
                <a:gd name="textAreaTop" fmla="*/ 0 h 117360"/>
                <a:gd name="textAreaBottom" fmla="*/ 117720 h 117360"/>
              </a:gdLst>
              <a:ahLst/>
              <a:cxnLst/>
              <a:rect l="textAreaLeft" t="textAreaTop" r="textAreaRight" b="textAreaBottom"/>
              <a:pathLst>
                <a:path w="4681" h="3312">
                  <a:moveTo>
                    <a:pt x="2598" y="0"/>
                  </a:moveTo>
                  <a:cubicBezTo>
                    <a:pt x="2272" y="0"/>
                    <a:pt x="1940" y="71"/>
                    <a:pt x="1624" y="221"/>
                  </a:cubicBezTo>
                  <a:cubicBezTo>
                    <a:pt x="469" y="776"/>
                    <a:pt x="1" y="2175"/>
                    <a:pt x="591" y="3311"/>
                  </a:cubicBezTo>
                  <a:lnTo>
                    <a:pt x="4680" y="1361"/>
                  </a:lnTo>
                  <a:cubicBezTo>
                    <a:pt x="4304" y="506"/>
                    <a:pt x="3471" y="0"/>
                    <a:pt x="2598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8680" bIns="58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" name="Google Shape;885;p41"/>
            <p:cNvSpPr/>
            <p:nvPr/>
          </p:nvSpPr>
          <p:spPr>
            <a:xfrm rot="860400">
              <a:off x="1844640" y="1473480"/>
              <a:ext cx="162360" cy="112680"/>
            </a:xfrm>
            <a:custGeom>
              <a:avLst/>
              <a:gdLst>
                <a:gd name="textAreaLeft" fmla="*/ 0 w 162360"/>
                <a:gd name="textAreaRight" fmla="*/ 162720 w 162360"/>
                <a:gd name="textAreaTop" fmla="*/ 0 h 112680"/>
                <a:gd name="textAreaBottom" fmla="*/ 113040 h 112680"/>
              </a:gdLst>
              <a:ahLst/>
              <a:cxnLst/>
              <a:rect l="textAreaLeft" t="textAreaTop" r="textAreaRight" b="textAreaBottom"/>
              <a:pathLst>
                <a:path w="4578" h="3180">
                  <a:moveTo>
                    <a:pt x="4085" y="0"/>
                  </a:moveTo>
                  <a:lnTo>
                    <a:pt x="0" y="1950"/>
                  </a:lnTo>
                  <a:cubicBezTo>
                    <a:pt x="402" y="2729"/>
                    <a:pt x="1193" y="3180"/>
                    <a:pt x="2016" y="3180"/>
                  </a:cubicBezTo>
                  <a:cubicBezTo>
                    <a:pt x="2343" y="3180"/>
                    <a:pt x="2674" y="3109"/>
                    <a:pt x="2988" y="2959"/>
                  </a:cubicBezTo>
                  <a:cubicBezTo>
                    <a:pt x="4090" y="2433"/>
                    <a:pt x="4577" y="1122"/>
                    <a:pt x="408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6520" bIns="565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" name="Google Shape;886;p41"/>
            <p:cNvSpPr/>
            <p:nvPr/>
          </p:nvSpPr>
          <p:spPr>
            <a:xfrm rot="860400">
              <a:off x="1835280" y="1422000"/>
              <a:ext cx="165960" cy="117360"/>
            </a:xfrm>
            <a:custGeom>
              <a:avLst/>
              <a:gdLst>
                <a:gd name="textAreaLeft" fmla="*/ 0 w 165960"/>
                <a:gd name="textAreaRight" fmla="*/ 166320 w 165960"/>
                <a:gd name="textAreaTop" fmla="*/ 0 h 117360"/>
                <a:gd name="textAreaBottom" fmla="*/ 117720 h 117360"/>
              </a:gdLst>
              <a:ahLst/>
              <a:cxnLst/>
              <a:rect l="textAreaLeft" t="textAreaTop" r="textAreaRight" b="textAreaBottom"/>
              <a:pathLst>
                <a:path w="4681" h="3314">
                  <a:moveTo>
                    <a:pt x="2603" y="0"/>
                  </a:moveTo>
                  <a:cubicBezTo>
                    <a:pt x="2276" y="0"/>
                    <a:pt x="1944" y="71"/>
                    <a:pt x="1629" y="223"/>
                  </a:cubicBezTo>
                  <a:cubicBezTo>
                    <a:pt x="469" y="774"/>
                    <a:pt x="1" y="2177"/>
                    <a:pt x="595" y="3313"/>
                  </a:cubicBezTo>
                  <a:lnTo>
                    <a:pt x="4680" y="1363"/>
                  </a:lnTo>
                  <a:cubicBezTo>
                    <a:pt x="4311" y="509"/>
                    <a:pt x="3476" y="0"/>
                    <a:pt x="2603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8680" bIns="58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" name="Google Shape;887;p41"/>
            <p:cNvSpPr/>
            <p:nvPr/>
          </p:nvSpPr>
          <p:spPr>
            <a:xfrm rot="860400">
              <a:off x="2100240" y="395280"/>
              <a:ext cx="162360" cy="112680"/>
            </a:xfrm>
            <a:custGeom>
              <a:avLst/>
              <a:gdLst>
                <a:gd name="textAreaLeft" fmla="*/ 0 w 162360"/>
                <a:gd name="textAreaRight" fmla="*/ 162720 w 162360"/>
                <a:gd name="textAreaTop" fmla="*/ 0 h 112680"/>
                <a:gd name="textAreaBottom" fmla="*/ 113040 h 112680"/>
              </a:gdLst>
              <a:ahLst/>
              <a:cxnLst/>
              <a:rect l="textAreaLeft" t="textAreaTop" r="textAreaRight" b="textAreaBottom"/>
              <a:pathLst>
                <a:path w="4583" h="3185">
                  <a:moveTo>
                    <a:pt x="4090" y="1"/>
                  </a:moveTo>
                  <a:lnTo>
                    <a:pt x="1" y="1950"/>
                  </a:lnTo>
                  <a:cubicBezTo>
                    <a:pt x="402" y="2733"/>
                    <a:pt x="1196" y="3185"/>
                    <a:pt x="2021" y="3185"/>
                  </a:cubicBezTo>
                  <a:cubicBezTo>
                    <a:pt x="2348" y="3185"/>
                    <a:pt x="2679" y="3114"/>
                    <a:pt x="2993" y="2964"/>
                  </a:cubicBezTo>
                  <a:cubicBezTo>
                    <a:pt x="4100" y="2433"/>
                    <a:pt x="4582" y="1122"/>
                    <a:pt x="4090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6520" bIns="565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" name="Google Shape;888;p41"/>
            <p:cNvSpPr/>
            <p:nvPr/>
          </p:nvSpPr>
          <p:spPr>
            <a:xfrm rot="860400">
              <a:off x="1953720" y="608040"/>
              <a:ext cx="162360" cy="112680"/>
            </a:xfrm>
            <a:custGeom>
              <a:avLst/>
              <a:gdLst>
                <a:gd name="textAreaLeft" fmla="*/ 0 w 162360"/>
                <a:gd name="textAreaRight" fmla="*/ 162720 w 162360"/>
                <a:gd name="textAreaTop" fmla="*/ 0 h 112680"/>
                <a:gd name="textAreaBottom" fmla="*/ 113040 h 112680"/>
              </a:gdLst>
              <a:ahLst/>
              <a:cxnLst/>
              <a:rect l="textAreaLeft" t="textAreaTop" r="textAreaRight" b="textAreaBottom"/>
              <a:pathLst>
                <a:path w="4578" h="3179">
                  <a:moveTo>
                    <a:pt x="4085" y="1"/>
                  </a:moveTo>
                  <a:lnTo>
                    <a:pt x="0" y="1951"/>
                  </a:lnTo>
                  <a:cubicBezTo>
                    <a:pt x="401" y="2727"/>
                    <a:pt x="1190" y="3178"/>
                    <a:pt x="2011" y="3178"/>
                  </a:cubicBezTo>
                  <a:cubicBezTo>
                    <a:pt x="2339" y="3178"/>
                    <a:pt x="2673" y="3106"/>
                    <a:pt x="2988" y="2955"/>
                  </a:cubicBezTo>
                  <a:cubicBezTo>
                    <a:pt x="4090" y="2428"/>
                    <a:pt x="4577" y="1122"/>
                    <a:pt x="408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6520" bIns="565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" name="Google Shape;889;p41"/>
            <p:cNvSpPr/>
            <p:nvPr/>
          </p:nvSpPr>
          <p:spPr>
            <a:xfrm rot="860400">
              <a:off x="1944720" y="556560"/>
              <a:ext cx="165600" cy="11700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17000"/>
                <a:gd name="textAreaBottom" fmla="*/ 117360 h 117000"/>
              </a:gdLst>
              <a:ahLst/>
              <a:cxnLst/>
              <a:rect l="textAreaLeft" t="textAreaTop" r="textAreaRight" b="textAreaBottom"/>
              <a:pathLst>
                <a:path w="4675" h="3303">
                  <a:moveTo>
                    <a:pt x="2601" y="0"/>
                  </a:moveTo>
                  <a:cubicBezTo>
                    <a:pt x="2275" y="0"/>
                    <a:pt x="1943" y="71"/>
                    <a:pt x="1629" y="222"/>
                  </a:cubicBezTo>
                  <a:cubicBezTo>
                    <a:pt x="473" y="773"/>
                    <a:pt x="1" y="2167"/>
                    <a:pt x="590" y="3303"/>
                  </a:cubicBezTo>
                  <a:lnTo>
                    <a:pt x="4675" y="1353"/>
                  </a:lnTo>
                  <a:cubicBezTo>
                    <a:pt x="4300" y="503"/>
                    <a:pt x="3469" y="0"/>
                    <a:pt x="2601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8680" bIns="58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" name="Google Shape;890;p41"/>
            <p:cNvSpPr/>
            <p:nvPr/>
          </p:nvSpPr>
          <p:spPr>
            <a:xfrm rot="860400">
              <a:off x="1807200" y="821160"/>
              <a:ext cx="162720" cy="112680"/>
            </a:xfrm>
            <a:custGeom>
              <a:avLst/>
              <a:gdLst>
                <a:gd name="textAreaLeft" fmla="*/ 0 w 162720"/>
                <a:gd name="textAreaRight" fmla="*/ 163080 w 162720"/>
                <a:gd name="textAreaTop" fmla="*/ 0 h 112680"/>
                <a:gd name="textAreaBottom" fmla="*/ 113040 h 112680"/>
              </a:gdLst>
              <a:ahLst/>
              <a:cxnLst/>
              <a:rect l="textAreaLeft" t="textAreaTop" r="textAreaRight" b="textAreaBottom"/>
              <a:pathLst>
                <a:path w="4587" h="3180">
                  <a:moveTo>
                    <a:pt x="4090" y="1"/>
                  </a:moveTo>
                  <a:lnTo>
                    <a:pt x="0" y="1951"/>
                  </a:lnTo>
                  <a:cubicBezTo>
                    <a:pt x="402" y="2729"/>
                    <a:pt x="1195" y="3180"/>
                    <a:pt x="2020" y="3180"/>
                  </a:cubicBezTo>
                  <a:cubicBezTo>
                    <a:pt x="2347" y="3180"/>
                    <a:pt x="2679" y="3109"/>
                    <a:pt x="2993" y="2960"/>
                  </a:cubicBezTo>
                  <a:cubicBezTo>
                    <a:pt x="4099" y="2433"/>
                    <a:pt x="4587" y="1122"/>
                    <a:pt x="4090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6520" bIns="565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2" name="Google Shape;891;p41"/>
            <p:cNvSpPr/>
            <p:nvPr/>
          </p:nvSpPr>
          <p:spPr>
            <a:xfrm rot="860400">
              <a:off x="1798200" y="769320"/>
              <a:ext cx="165600" cy="11700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17000"/>
                <a:gd name="textAreaBottom" fmla="*/ 117360 h 117000"/>
              </a:gdLst>
              <a:ahLst/>
              <a:cxnLst/>
              <a:rect l="textAreaLeft" t="textAreaTop" r="textAreaRight" b="textAreaBottom"/>
              <a:pathLst>
                <a:path w="4675" h="3305">
                  <a:moveTo>
                    <a:pt x="2594" y="0"/>
                  </a:moveTo>
                  <a:cubicBezTo>
                    <a:pt x="2268" y="0"/>
                    <a:pt x="1938" y="71"/>
                    <a:pt x="1623" y="219"/>
                  </a:cubicBezTo>
                  <a:cubicBezTo>
                    <a:pt x="468" y="770"/>
                    <a:pt x="0" y="2164"/>
                    <a:pt x="585" y="3305"/>
                  </a:cubicBezTo>
                  <a:lnTo>
                    <a:pt x="4670" y="1355"/>
                  </a:lnTo>
                  <a:lnTo>
                    <a:pt x="4675" y="1355"/>
                  </a:lnTo>
                  <a:cubicBezTo>
                    <a:pt x="4298" y="503"/>
                    <a:pt x="3465" y="0"/>
                    <a:pt x="2594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8680" bIns="58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" name="Google Shape;892;p41"/>
            <p:cNvSpPr/>
            <p:nvPr/>
          </p:nvSpPr>
          <p:spPr>
            <a:xfrm rot="860400">
              <a:off x="1660680" y="1033560"/>
              <a:ext cx="162000" cy="112320"/>
            </a:xfrm>
            <a:custGeom>
              <a:avLst/>
              <a:gdLst>
                <a:gd name="textAreaLeft" fmla="*/ 0 w 162000"/>
                <a:gd name="textAreaRight" fmla="*/ 162360 w 162000"/>
                <a:gd name="textAreaTop" fmla="*/ 0 h 112320"/>
                <a:gd name="textAreaBottom" fmla="*/ 112680 h 112320"/>
              </a:gdLst>
              <a:ahLst/>
              <a:cxnLst/>
              <a:rect l="textAreaLeft" t="textAreaTop" r="textAreaRight" b="textAreaBottom"/>
              <a:pathLst>
                <a:path w="4573" h="3167">
                  <a:moveTo>
                    <a:pt x="4090" y="1"/>
                  </a:moveTo>
                  <a:lnTo>
                    <a:pt x="1" y="1951"/>
                  </a:lnTo>
                  <a:cubicBezTo>
                    <a:pt x="405" y="2720"/>
                    <a:pt x="1192" y="3167"/>
                    <a:pt x="2011" y="3167"/>
                  </a:cubicBezTo>
                  <a:cubicBezTo>
                    <a:pt x="2338" y="3167"/>
                    <a:pt x="2669" y="3095"/>
                    <a:pt x="2984" y="2945"/>
                  </a:cubicBezTo>
                  <a:cubicBezTo>
                    <a:pt x="4086" y="2419"/>
                    <a:pt x="4573" y="1117"/>
                    <a:pt x="4090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6160" bIns="561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" name="Google Shape;893;p41"/>
            <p:cNvSpPr/>
            <p:nvPr/>
          </p:nvSpPr>
          <p:spPr>
            <a:xfrm rot="860400">
              <a:off x="1651320" y="982080"/>
              <a:ext cx="165960" cy="117360"/>
            </a:xfrm>
            <a:custGeom>
              <a:avLst/>
              <a:gdLst>
                <a:gd name="textAreaLeft" fmla="*/ 0 w 165960"/>
                <a:gd name="textAreaRight" fmla="*/ 166320 w 165960"/>
                <a:gd name="textAreaTop" fmla="*/ 0 h 117360"/>
                <a:gd name="textAreaBottom" fmla="*/ 117720 h 117360"/>
              </a:gdLst>
              <a:ahLst/>
              <a:cxnLst/>
              <a:rect l="textAreaLeft" t="textAreaTop" r="textAreaRight" b="textAreaBottom"/>
              <a:pathLst>
                <a:path w="4685" h="3317">
                  <a:moveTo>
                    <a:pt x="2603" y="1"/>
                  </a:moveTo>
                  <a:cubicBezTo>
                    <a:pt x="2276" y="1"/>
                    <a:pt x="1944" y="72"/>
                    <a:pt x="1628" y="221"/>
                  </a:cubicBezTo>
                  <a:cubicBezTo>
                    <a:pt x="468" y="772"/>
                    <a:pt x="0" y="2176"/>
                    <a:pt x="595" y="3317"/>
                  </a:cubicBezTo>
                  <a:lnTo>
                    <a:pt x="4684" y="1367"/>
                  </a:lnTo>
                  <a:cubicBezTo>
                    <a:pt x="4312" y="508"/>
                    <a:pt x="3477" y="1"/>
                    <a:pt x="2603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8680" bIns="58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5" name="Google Shape;894;p41"/>
            <p:cNvSpPr/>
            <p:nvPr/>
          </p:nvSpPr>
          <p:spPr>
            <a:xfrm rot="860400">
              <a:off x="1514160" y="1246320"/>
              <a:ext cx="162360" cy="112680"/>
            </a:xfrm>
            <a:custGeom>
              <a:avLst/>
              <a:gdLst>
                <a:gd name="textAreaLeft" fmla="*/ 0 w 162360"/>
                <a:gd name="textAreaRight" fmla="*/ 162720 w 162360"/>
                <a:gd name="textAreaTop" fmla="*/ 0 h 112680"/>
                <a:gd name="textAreaBottom" fmla="*/ 113040 h 112680"/>
              </a:gdLst>
              <a:ahLst/>
              <a:cxnLst/>
              <a:rect l="textAreaLeft" t="textAreaTop" r="textAreaRight" b="textAreaBottom"/>
              <a:pathLst>
                <a:path w="4578" h="3178">
                  <a:moveTo>
                    <a:pt x="4085" y="0"/>
                  </a:moveTo>
                  <a:lnTo>
                    <a:pt x="1" y="1950"/>
                  </a:lnTo>
                  <a:cubicBezTo>
                    <a:pt x="401" y="2727"/>
                    <a:pt x="1190" y="3177"/>
                    <a:pt x="2012" y="3177"/>
                  </a:cubicBezTo>
                  <a:cubicBezTo>
                    <a:pt x="2340" y="3177"/>
                    <a:pt x="2673" y="3105"/>
                    <a:pt x="2989" y="2954"/>
                  </a:cubicBezTo>
                  <a:cubicBezTo>
                    <a:pt x="4090" y="2427"/>
                    <a:pt x="4578" y="1121"/>
                    <a:pt x="408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6520" bIns="565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" name="Google Shape;895;p41"/>
            <p:cNvSpPr/>
            <p:nvPr/>
          </p:nvSpPr>
          <p:spPr>
            <a:xfrm rot="860400">
              <a:off x="1505160" y="1194480"/>
              <a:ext cx="165960" cy="117360"/>
            </a:xfrm>
            <a:custGeom>
              <a:avLst/>
              <a:gdLst>
                <a:gd name="textAreaLeft" fmla="*/ 0 w 165960"/>
                <a:gd name="textAreaRight" fmla="*/ 166320 w 165960"/>
                <a:gd name="textAreaTop" fmla="*/ 0 h 117360"/>
                <a:gd name="textAreaBottom" fmla="*/ 117720 h 117360"/>
              </a:gdLst>
              <a:ahLst/>
              <a:cxnLst/>
              <a:rect l="textAreaLeft" t="textAreaTop" r="textAreaRight" b="textAreaBottom"/>
              <a:pathLst>
                <a:path w="4680" h="3316">
                  <a:moveTo>
                    <a:pt x="2597" y="1"/>
                  </a:moveTo>
                  <a:cubicBezTo>
                    <a:pt x="2272" y="1"/>
                    <a:pt x="1941" y="71"/>
                    <a:pt x="1628" y="221"/>
                  </a:cubicBezTo>
                  <a:cubicBezTo>
                    <a:pt x="468" y="776"/>
                    <a:pt x="0" y="2180"/>
                    <a:pt x="595" y="3316"/>
                  </a:cubicBezTo>
                  <a:lnTo>
                    <a:pt x="4679" y="1366"/>
                  </a:lnTo>
                  <a:cubicBezTo>
                    <a:pt x="4310" y="510"/>
                    <a:pt x="3472" y="1"/>
                    <a:pt x="2597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8680" bIns="58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" name="Google Shape;896;p41"/>
            <p:cNvSpPr/>
            <p:nvPr/>
          </p:nvSpPr>
          <p:spPr>
            <a:xfrm rot="860400">
              <a:off x="2090880" y="343800"/>
              <a:ext cx="166320" cy="117360"/>
            </a:xfrm>
            <a:custGeom>
              <a:avLst/>
              <a:gdLst>
                <a:gd name="textAreaLeft" fmla="*/ 0 w 166320"/>
                <a:gd name="textAreaRight" fmla="*/ 166680 w 166320"/>
                <a:gd name="textAreaTop" fmla="*/ 0 h 117360"/>
                <a:gd name="textAreaBottom" fmla="*/ 117720 h 117360"/>
              </a:gdLst>
              <a:ahLst/>
              <a:cxnLst/>
              <a:rect l="textAreaLeft" t="textAreaTop" r="textAreaRight" b="textAreaBottom"/>
              <a:pathLst>
                <a:path w="4686" h="3317">
                  <a:moveTo>
                    <a:pt x="2601" y="1"/>
                  </a:moveTo>
                  <a:cubicBezTo>
                    <a:pt x="2275" y="1"/>
                    <a:pt x="1943" y="71"/>
                    <a:pt x="1629" y="221"/>
                  </a:cubicBezTo>
                  <a:cubicBezTo>
                    <a:pt x="469" y="772"/>
                    <a:pt x="1" y="2176"/>
                    <a:pt x="596" y="3316"/>
                  </a:cubicBezTo>
                  <a:lnTo>
                    <a:pt x="4685" y="1367"/>
                  </a:lnTo>
                  <a:cubicBezTo>
                    <a:pt x="4312" y="508"/>
                    <a:pt x="3475" y="1"/>
                    <a:pt x="2601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8680" bIns="58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" name="Google Shape;897;p41"/>
            <p:cNvSpPr/>
            <p:nvPr/>
          </p:nvSpPr>
          <p:spPr>
            <a:xfrm rot="860400">
              <a:off x="2405880" y="553680"/>
              <a:ext cx="209880" cy="200520"/>
            </a:xfrm>
            <a:custGeom>
              <a:avLst/>
              <a:gdLst>
                <a:gd name="textAreaLeft" fmla="*/ 0 w 209880"/>
                <a:gd name="textAreaRight" fmla="*/ 210240 w 209880"/>
                <a:gd name="textAreaTop" fmla="*/ 0 h 200520"/>
                <a:gd name="textAreaBottom" fmla="*/ 200880 h 200520"/>
              </a:gdLst>
              <a:ahLst/>
              <a:cxnLst/>
              <a:rect l="textAreaLeft" t="textAreaTop" r="textAreaRight" b="textAreaBottom"/>
              <a:pathLst>
                <a:path w="5918" h="5655">
                  <a:moveTo>
                    <a:pt x="2876" y="564"/>
                  </a:moveTo>
                  <a:cubicBezTo>
                    <a:pt x="3435" y="564"/>
                    <a:pt x="3985" y="770"/>
                    <a:pt x="4412" y="1163"/>
                  </a:cubicBezTo>
                  <a:cubicBezTo>
                    <a:pt x="5084" y="1787"/>
                    <a:pt x="5318" y="2752"/>
                    <a:pt x="5002" y="3610"/>
                  </a:cubicBezTo>
                  <a:cubicBezTo>
                    <a:pt x="4672" y="4530"/>
                    <a:pt x="3806" y="5100"/>
                    <a:pt x="2885" y="5100"/>
                  </a:cubicBezTo>
                  <a:cubicBezTo>
                    <a:pt x="2622" y="5100"/>
                    <a:pt x="2353" y="5054"/>
                    <a:pt x="2092" y="4955"/>
                  </a:cubicBezTo>
                  <a:cubicBezTo>
                    <a:pt x="1234" y="4638"/>
                    <a:pt x="649" y="3834"/>
                    <a:pt x="610" y="2917"/>
                  </a:cubicBezTo>
                  <a:cubicBezTo>
                    <a:pt x="576" y="2006"/>
                    <a:pt x="1092" y="1158"/>
                    <a:pt x="1926" y="773"/>
                  </a:cubicBezTo>
                  <a:cubicBezTo>
                    <a:pt x="2231" y="632"/>
                    <a:pt x="2555" y="564"/>
                    <a:pt x="2876" y="564"/>
                  </a:cubicBezTo>
                  <a:close/>
                  <a:moveTo>
                    <a:pt x="2872" y="1"/>
                  </a:moveTo>
                  <a:cubicBezTo>
                    <a:pt x="2471" y="1"/>
                    <a:pt x="2067" y="86"/>
                    <a:pt x="1687" y="261"/>
                  </a:cubicBezTo>
                  <a:cubicBezTo>
                    <a:pt x="649" y="743"/>
                    <a:pt x="1" y="1801"/>
                    <a:pt x="44" y="2942"/>
                  </a:cubicBezTo>
                  <a:cubicBezTo>
                    <a:pt x="93" y="4082"/>
                    <a:pt x="824" y="5086"/>
                    <a:pt x="1897" y="5481"/>
                  </a:cubicBezTo>
                  <a:cubicBezTo>
                    <a:pt x="2218" y="5599"/>
                    <a:pt x="2547" y="5654"/>
                    <a:pt x="2870" y="5654"/>
                  </a:cubicBezTo>
                  <a:cubicBezTo>
                    <a:pt x="4021" y="5654"/>
                    <a:pt x="5101" y="4946"/>
                    <a:pt x="5523" y="3805"/>
                  </a:cubicBezTo>
                  <a:cubicBezTo>
                    <a:pt x="5918" y="2732"/>
                    <a:pt x="5630" y="1528"/>
                    <a:pt x="4787" y="753"/>
                  </a:cubicBezTo>
                  <a:cubicBezTo>
                    <a:pt x="4255" y="258"/>
                    <a:pt x="3568" y="1"/>
                    <a:pt x="287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" name="Google Shape;898;p41"/>
            <p:cNvSpPr/>
            <p:nvPr/>
          </p:nvSpPr>
          <p:spPr>
            <a:xfrm rot="860400">
              <a:off x="2253240" y="766440"/>
              <a:ext cx="221400" cy="200520"/>
            </a:xfrm>
            <a:custGeom>
              <a:avLst/>
              <a:gdLst>
                <a:gd name="textAreaLeft" fmla="*/ 0 w 221400"/>
                <a:gd name="textAreaRight" fmla="*/ 221760 w 221400"/>
                <a:gd name="textAreaTop" fmla="*/ 0 h 200520"/>
                <a:gd name="textAreaBottom" fmla="*/ 200880 h 200520"/>
              </a:gdLst>
              <a:ahLst/>
              <a:cxnLst/>
              <a:rect l="textAreaLeft" t="textAreaTop" r="textAreaRight" b="textAreaBottom"/>
              <a:pathLst>
                <a:path w="6240" h="5656">
                  <a:moveTo>
                    <a:pt x="3043" y="555"/>
                  </a:moveTo>
                  <a:cubicBezTo>
                    <a:pt x="3306" y="555"/>
                    <a:pt x="3573" y="601"/>
                    <a:pt x="3832" y="697"/>
                  </a:cubicBezTo>
                  <a:lnTo>
                    <a:pt x="3832" y="702"/>
                  </a:lnTo>
                  <a:cubicBezTo>
                    <a:pt x="4407" y="911"/>
                    <a:pt x="4875" y="1350"/>
                    <a:pt x="5124" y="1915"/>
                  </a:cubicBezTo>
                  <a:cubicBezTo>
                    <a:pt x="5558" y="2905"/>
                    <a:pt x="5231" y="4065"/>
                    <a:pt x="4349" y="4684"/>
                  </a:cubicBezTo>
                  <a:cubicBezTo>
                    <a:pt x="3955" y="4962"/>
                    <a:pt x="3498" y="5099"/>
                    <a:pt x="3042" y="5099"/>
                  </a:cubicBezTo>
                  <a:cubicBezTo>
                    <a:pt x="2478" y="5099"/>
                    <a:pt x="1917" y="4889"/>
                    <a:pt x="1483" y="4479"/>
                  </a:cubicBezTo>
                  <a:cubicBezTo>
                    <a:pt x="698" y="3738"/>
                    <a:pt x="542" y="2544"/>
                    <a:pt x="1112" y="1628"/>
                  </a:cubicBezTo>
                  <a:cubicBezTo>
                    <a:pt x="1537" y="945"/>
                    <a:pt x="2275" y="555"/>
                    <a:pt x="3043" y="555"/>
                  </a:cubicBezTo>
                  <a:close/>
                  <a:moveTo>
                    <a:pt x="3047" y="1"/>
                  </a:moveTo>
                  <a:cubicBezTo>
                    <a:pt x="2271" y="1"/>
                    <a:pt x="1515" y="319"/>
                    <a:pt x="971" y="911"/>
                  </a:cubicBezTo>
                  <a:cubicBezTo>
                    <a:pt x="196" y="1750"/>
                    <a:pt x="1" y="2973"/>
                    <a:pt x="483" y="4011"/>
                  </a:cubicBezTo>
                  <a:cubicBezTo>
                    <a:pt x="946" y="5016"/>
                    <a:pt x="1952" y="5656"/>
                    <a:pt x="3050" y="5656"/>
                  </a:cubicBezTo>
                  <a:cubicBezTo>
                    <a:pt x="3087" y="5656"/>
                    <a:pt x="3123" y="5655"/>
                    <a:pt x="3159" y="5654"/>
                  </a:cubicBezTo>
                  <a:cubicBezTo>
                    <a:pt x="4305" y="5605"/>
                    <a:pt x="5304" y="4879"/>
                    <a:pt x="5704" y="3806"/>
                  </a:cubicBezTo>
                  <a:cubicBezTo>
                    <a:pt x="6240" y="2339"/>
                    <a:pt x="5489" y="716"/>
                    <a:pt x="4027" y="175"/>
                  </a:cubicBezTo>
                  <a:cubicBezTo>
                    <a:pt x="3707" y="58"/>
                    <a:pt x="3375" y="1"/>
                    <a:pt x="304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" name="Google Shape;899;p41"/>
            <p:cNvSpPr/>
            <p:nvPr/>
          </p:nvSpPr>
          <p:spPr>
            <a:xfrm rot="860400">
              <a:off x="2112840" y="979200"/>
              <a:ext cx="210240" cy="200520"/>
            </a:xfrm>
            <a:custGeom>
              <a:avLst/>
              <a:gdLst>
                <a:gd name="textAreaLeft" fmla="*/ 0 w 210240"/>
                <a:gd name="textAreaRight" fmla="*/ 210600 w 210240"/>
                <a:gd name="textAreaTop" fmla="*/ 0 h 200520"/>
                <a:gd name="textAreaBottom" fmla="*/ 200880 h 200520"/>
              </a:gdLst>
              <a:ahLst/>
              <a:cxnLst/>
              <a:rect l="textAreaLeft" t="textAreaTop" r="textAreaRight" b="textAreaBottom"/>
              <a:pathLst>
                <a:path w="5923" h="5655">
                  <a:moveTo>
                    <a:pt x="2875" y="563"/>
                  </a:moveTo>
                  <a:cubicBezTo>
                    <a:pt x="3434" y="563"/>
                    <a:pt x="3984" y="769"/>
                    <a:pt x="4411" y="1165"/>
                  </a:cubicBezTo>
                  <a:cubicBezTo>
                    <a:pt x="5089" y="1784"/>
                    <a:pt x="5318" y="2749"/>
                    <a:pt x="5006" y="3612"/>
                  </a:cubicBezTo>
                  <a:cubicBezTo>
                    <a:pt x="4668" y="4531"/>
                    <a:pt x="3800" y="5098"/>
                    <a:pt x="2877" y="5098"/>
                  </a:cubicBezTo>
                  <a:cubicBezTo>
                    <a:pt x="2616" y="5098"/>
                    <a:pt x="2350" y="5053"/>
                    <a:pt x="2091" y="4957"/>
                  </a:cubicBezTo>
                  <a:cubicBezTo>
                    <a:pt x="1233" y="4640"/>
                    <a:pt x="648" y="3836"/>
                    <a:pt x="614" y="2919"/>
                  </a:cubicBezTo>
                  <a:cubicBezTo>
                    <a:pt x="575" y="2003"/>
                    <a:pt x="1097" y="1155"/>
                    <a:pt x="1926" y="770"/>
                  </a:cubicBezTo>
                  <a:cubicBezTo>
                    <a:pt x="2230" y="631"/>
                    <a:pt x="2554" y="563"/>
                    <a:pt x="2875" y="563"/>
                  </a:cubicBezTo>
                  <a:close/>
                  <a:moveTo>
                    <a:pt x="2873" y="1"/>
                  </a:moveTo>
                  <a:cubicBezTo>
                    <a:pt x="2471" y="1"/>
                    <a:pt x="2066" y="87"/>
                    <a:pt x="1687" y="263"/>
                  </a:cubicBezTo>
                  <a:cubicBezTo>
                    <a:pt x="648" y="741"/>
                    <a:pt x="0" y="1798"/>
                    <a:pt x="49" y="2944"/>
                  </a:cubicBezTo>
                  <a:cubicBezTo>
                    <a:pt x="93" y="4084"/>
                    <a:pt x="824" y="5089"/>
                    <a:pt x="1896" y="5483"/>
                  </a:cubicBezTo>
                  <a:lnTo>
                    <a:pt x="1901" y="5483"/>
                  </a:lnTo>
                  <a:cubicBezTo>
                    <a:pt x="2220" y="5599"/>
                    <a:pt x="2546" y="5654"/>
                    <a:pt x="2866" y="5654"/>
                  </a:cubicBezTo>
                  <a:cubicBezTo>
                    <a:pt x="4018" y="5654"/>
                    <a:pt x="5101" y="4946"/>
                    <a:pt x="5528" y="3807"/>
                  </a:cubicBezTo>
                  <a:cubicBezTo>
                    <a:pt x="5922" y="2729"/>
                    <a:pt x="5630" y="1525"/>
                    <a:pt x="4792" y="750"/>
                  </a:cubicBezTo>
                  <a:cubicBezTo>
                    <a:pt x="4257" y="259"/>
                    <a:pt x="3569" y="1"/>
                    <a:pt x="2873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" name="Google Shape;900;p41"/>
            <p:cNvSpPr/>
            <p:nvPr/>
          </p:nvSpPr>
          <p:spPr>
            <a:xfrm rot="860400">
              <a:off x="1955520" y="1190520"/>
              <a:ext cx="221400" cy="200520"/>
            </a:xfrm>
            <a:custGeom>
              <a:avLst/>
              <a:gdLst>
                <a:gd name="textAreaLeft" fmla="*/ 0 w 221400"/>
                <a:gd name="textAreaRight" fmla="*/ 221760 w 221400"/>
                <a:gd name="textAreaTop" fmla="*/ 0 h 200520"/>
                <a:gd name="textAreaBottom" fmla="*/ 200880 h 200520"/>
              </a:gdLst>
              <a:ahLst/>
              <a:cxnLst/>
              <a:rect l="textAreaLeft" t="textAreaTop" r="textAreaRight" b="textAreaBottom"/>
              <a:pathLst>
                <a:path w="6240" h="5656">
                  <a:moveTo>
                    <a:pt x="3195" y="561"/>
                  </a:moveTo>
                  <a:cubicBezTo>
                    <a:pt x="3734" y="561"/>
                    <a:pt x="4271" y="752"/>
                    <a:pt x="4699" y="1129"/>
                  </a:cubicBezTo>
                  <a:cubicBezTo>
                    <a:pt x="5518" y="1855"/>
                    <a:pt x="5703" y="3054"/>
                    <a:pt x="5142" y="3995"/>
                  </a:cubicBezTo>
                  <a:cubicBezTo>
                    <a:pt x="4722" y="4696"/>
                    <a:pt x="3971" y="5099"/>
                    <a:pt x="3190" y="5099"/>
                  </a:cubicBezTo>
                  <a:cubicBezTo>
                    <a:pt x="2929" y="5099"/>
                    <a:pt x="2665" y="5054"/>
                    <a:pt x="2408" y="4960"/>
                  </a:cubicBezTo>
                  <a:lnTo>
                    <a:pt x="2408" y="4955"/>
                  </a:lnTo>
                  <a:cubicBezTo>
                    <a:pt x="1877" y="4760"/>
                    <a:pt x="1438" y="4375"/>
                    <a:pt x="1180" y="3873"/>
                  </a:cubicBezTo>
                  <a:cubicBezTo>
                    <a:pt x="678" y="2898"/>
                    <a:pt x="941" y="1709"/>
                    <a:pt x="1799" y="1041"/>
                  </a:cubicBezTo>
                  <a:cubicBezTo>
                    <a:pt x="2211" y="720"/>
                    <a:pt x="2703" y="561"/>
                    <a:pt x="3195" y="561"/>
                  </a:cubicBezTo>
                  <a:close/>
                  <a:moveTo>
                    <a:pt x="3197" y="0"/>
                  </a:moveTo>
                  <a:cubicBezTo>
                    <a:pt x="3156" y="0"/>
                    <a:pt x="3116" y="1"/>
                    <a:pt x="3076" y="3"/>
                  </a:cubicBezTo>
                  <a:cubicBezTo>
                    <a:pt x="1935" y="47"/>
                    <a:pt x="931" y="778"/>
                    <a:pt x="536" y="1850"/>
                  </a:cubicBezTo>
                  <a:cubicBezTo>
                    <a:pt x="0" y="3317"/>
                    <a:pt x="751" y="4940"/>
                    <a:pt x="2213" y="5481"/>
                  </a:cubicBezTo>
                  <a:cubicBezTo>
                    <a:pt x="2532" y="5598"/>
                    <a:pt x="2862" y="5655"/>
                    <a:pt x="3189" y="5655"/>
                  </a:cubicBezTo>
                  <a:cubicBezTo>
                    <a:pt x="3966" y="5655"/>
                    <a:pt x="4724" y="5335"/>
                    <a:pt x="5269" y="4745"/>
                  </a:cubicBezTo>
                  <a:cubicBezTo>
                    <a:pt x="6044" y="3902"/>
                    <a:pt x="6239" y="2679"/>
                    <a:pt x="5757" y="1641"/>
                  </a:cubicBezTo>
                  <a:cubicBezTo>
                    <a:pt x="5296" y="639"/>
                    <a:pt x="4295" y="0"/>
                    <a:pt x="3197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" name="Google Shape;901;p41"/>
            <p:cNvSpPr/>
            <p:nvPr/>
          </p:nvSpPr>
          <p:spPr>
            <a:xfrm rot="860400">
              <a:off x="1814040" y="1404720"/>
              <a:ext cx="221040" cy="200520"/>
            </a:xfrm>
            <a:custGeom>
              <a:avLst/>
              <a:gdLst>
                <a:gd name="textAreaLeft" fmla="*/ 0 w 221040"/>
                <a:gd name="textAreaRight" fmla="*/ 221400 w 221040"/>
                <a:gd name="textAreaTop" fmla="*/ 0 h 200520"/>
                <a:gd name="textAreaBottom" fmla="*/ 200880 h 200520"/>
              </a:gdLst>
              <a:ahLst/>
              <a:cxnLst/>
              <a:rect l="textAreaLeft" t="textAreaTop" r="textAreaRight" b="textAreaBottom"/>
              <a:pathLst>
                <a:path w="6235" h="5657">
                  <a:moveTo>
                    <a:pt x="3033" y="561"/>
                  </a:moveTo>
                  <a:cubicBezTo>
                    <a:pt x="3143" y="561"/>
                    <a:pt x="3253" y="569"/>
                    <a:pt x="3363" y="585"/>
                  </a:cubicBezTo>
                  <a:cubicBezTo>
                    <a:pt x="4426" y="736"/>
                    <a:pt x="5230" y="1613"/>
                    <a:pt x="5298" y="2681"/>
                  </a:cubicBezTo>
                  <a:cubicBezTo>
                    <a:pt x="5367" y="3748"/>
                    <a:pt x="4679" y="4718"/>
                    <a:pt x="3646" y="5006"/>
                  </a:cubicBezTo>
                  <a:cubicBezTo>
                    <a:pt x="3444" y="5062"/>
                    <a:pt x="3241" y="5089"/>
                    <a:pt x="3040" y="5089"/>
                  </a:cubicBezTo>
                  <a:cubicBezTo>
                    <a:pt x="2211" y="5089"/>
                    <a:pt x="1429" y="4630"/>
                    <a:pt x="1029" y="3865"/>
                  </a:cubicBezTo>
                  <a:cubicBezTo>
                    <a:pt x="736" y="3305"/>
                    <a:pt x="697" y="2642"/>
                    <a:pt x="916" y="2042"/>
                  </a:cubicBezTo>
                  <a:lnTo>
                    <a:pt x="912" y="2042"/>
                  </a:lnTo>
                  <a:cubicBezTo>
                    <a:pt x="1243" y="1143"/>
                    <a:pt x="2099" y="561"/>
                    <a:pt x="3033" y="561"/>
                  </a:cubicBezTo>
                  <a:close/>
                  <a:moveTo>
                    <a:pt x="3043" y="1"/>
                  </a:moveTo>
                  <a:cubicBezTo>
                    <a:pt x="2268" y="1"/>
                    <a:pt x="1510" y="319"/>
                    <a:pt x="965" y="911"/>
                  </a:cubicBezTo>
                  <a:cubicBezTo>
                    <a:pt x="190" y="1750"/>
                    <a:pt x="0" y="2973"/>
                    <a:pt x="478" y="4011"/>
                  </a:cubicBezTo>
                  <a:cubicBezTo>
                    <a:pt x="940" y="5017"/>
                    <a:pt x="1946" y="5656"/>
                    <a:pt x="3049" y="5656"/>
                  </a:cubicBezTo>
                  <a:cubicBezTo>
                    <a:pt x="3086" y="5656"/>
                    <a:pt x="3122" y="5655"/>
                    <a:pt x="3159" y="5654"/>
                  </a:cubicBezTo>
                  <a:cubicBezTo>
                    <a:pt x="4299" y="5605"/>
                    <a:pt x="5303" y="4879"/>
                    <a:pt x="5698" y="3802"/>
                  </a:cubicBezTo>
                  <a:cubicBezTo>
                    <a:pt x="6234" y="2340"/>
                    <a:pt x="5484" y="716"/>
                    <a:pt x="4021" y="175"/>
                  </a:cubicBezTo>
                  <a:cubicBezTo>
                    <a:pt x="3702" y="58"/>
                    <a:pt x="3371" y="1"/>
                    <a:pt x="3043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" name="Google Shape;902;p41"/>
            <p:cNvSpPr/>
            <p:nvPr/>
          </p:nvSpPr>
          <p:spPr>
            <a:xfrm rot="860400">
              <a:off x="1483560" y="1175760"/>
              <a:ext cx="210240" cy="200520"/>
            </a:xfrm>
            <a:custGeom>
              <a:avLst/>
              <a:gdLst>
                <a:gd name="textAreaLeft" fmla="*/ 0 w 210240"/>
                <a:gd name="textAreaRight" fmla="*/ 210600 w 210240"/>
                <a:gd name="textAreaTop" fmla="*/ 0 h 200520"/>
                <a:gd name="textAreaBottom" fmla="*/ 200880 h 200520"/>
              </a:gdLst>
              <a:ahLst/>
              <a:cxnLst/>
              <a:rect l="textAreaLeft" t="textAreaTop" r="textAreaRight" b="textAreaBottom"/>
              <a:pathLst>
                <a:path w="5923" h="5654">
                  <a:moveTo>
                    <a:pt x="3058" y="561"/>
                  </a:moveTo>
                  <a:cubicBezTo>
                    <a:pt x="4614" y="561"/>
                    <a:pt x="5725" y="2123"/>
                    <a:pt x="5177" y="3612"/>
                  </a:cubicBezTo>
                  <a:lnTo>
                    <a:pt x="5172" y="3612"/>
                  </a:lnTo>
                  <a:cubicBezTo>
                    <a:pt x="4860" y="4456"/>
                    <a:pt x="4085" y="5031"/>
                    <a:pt x="3188" y="5089"/>
                  </a:cubicBezTo>
                  <a:cubicBezTo>
                    <a:pt x="3143" y="5092"/>
                    <a:pt x="3097" y="5093"/>
                    <a:pt x="3052" y="5093"/>
                  </a:cubicBezTo>
                  <a:cubicBezTo>
                    <a:pt x="2207" y="5093"/>
                    <a:pt x="1427" y="4624"/>
                    <a:pt x="1034" y="3866"/>
                  </a:cubicBezTo>
                  <a:cubicBezTo>
                    <a:pt x="283" y="2413"/>
                    <a:pt x="1278" y="668"/>
                    <a:pt x="2910" y="566"/>
                  </a:cubicBezTo>
                  <a:cubicBezTo>
                    <a:pt x="2960" y="563"/>
                    <a:pt x="3009" y="561"/>
                    <a:pt x="3058" y="561"/>
                  </a:cubicBezTo>
                  <a:close/>
                  <a:moveTo>
                    <a:pt x="3048" y="0"/>
                  </a:moveTo>
                  <a:cubicBezTo>
                    <a:pt x="1897" y="0"/>
                    <a:pt x="818" y="709"/>
                    <a:pt x="400" y="1853"/>
                  </a:cubicBezTo>
                  <a:cubicBezTo>
                    <a:pt x="0" y="2925"/>
                    <a:pt x="293" y="4129"/>
                    <a:pt x="1131" y="4904"/>
                  </a:cubicBezTo>
                  <a:cubicBezTo>
                    <a:pt x="1666" y="5396"/>
                    <a:pt x="2354" y="5654"/>
                    <a:pt x="3050" y="5654"/>
                  </a:cubicBezTo>
                  <a:cubicBezTo>
                    <a:pt x="3452" y="5654"/>
                    <a:pt x="3856" y="5568"/>
                    <a:pt x="4236" y="5391"/>
                  </a:cubicBezTo>
                  <a:cubicBezTo>
                    <a:pt x="5274" y="4914"/>
                    <a:pt x="5923" y="3856"/>
                    <a:pt x="5874" y="2715"/>
                  </a:cubicBezTo>
                  <a:cubicBezTo>
                    <a:pt x="5830" y="1570"/>
                    <a:pt x="5099" y="566"/>
                    <a:pt x="4027" y="176"/>
                  </a:cubicBezTo>
                  <a:cubicBezTo>
                    <a:pt x="3703" y="57"/>
                    <a:pt x="3373" y="0"/>
                    <a:pt x="3048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" name="Google Shape;903;p41"/>
            <p:cNvSpPr/>
            <p:nvPr/>
          </p:nvSpPr>
          <p:spPr>
            <a:xfrm rot="860400">
              <a:off x="1630080" y="964440"/>
              <a:ext cx="221400" cy="200520"/>
            </a:xfrm>
            <a:custGeom>
              <a:avLst/>
              <a:gdLst>
                <a:gd name="textAreaLeft" fmla="*/ 0 w 221400"/>
                <a:gd name="textAreaRight" fmla="*/ 221760 w 221400"/>
                <a:gd name="textAreaTop" fmla="*/ 0 h 200520"/>
                <a:gd name="textAreaBottom" fmla="*/ 200880 h 200520"/>
              </a:gdLst>
              <a:ahLst/>
              <a:cxnLst/>
              <a:rect l="textAreaLeft" t="textAreaTop" r="textAreaRight" b="textAreaBottom"/>
              <a:pathLst>
                <a:path w="6240" h="5653">
                  <a:moveTo>
                    <a:pt x="3049" y="560"/>
                  </a:moveTo>
                  <a:cubicBezTo>
                    <a:pt x="3588" y="560"/>
                    <a:pt x="4125" y="750"/>
                    <a:pt x="4553" y="1127"/>
                  </a:cubicBezTo>
                  <a:cubicBezTo>
                    <a:pt x="5372" y="1854"/>
                    <a:pt x="5557" y="3058"/>
                    <a:pt x="4997" y="3994"/>
                  </a:cubicBezTo>
                  <a:cubicBezTo>
                    <a:pt x="4577" y="4694"/>
                    <a:pt x="3827" y="5100"/>
                    <a:pt x="3046" y="5100"/>
                  </a:cubicBezTo>
                  <a:cubicBezTo>
                    <a:pt x="2785" y="5100"/>
                    <a:pt x="2519" y="5054"/>
                    <a:pt x="2262" y="4959"/>
                  </a:cubicBezTo>
                  <a:cubicBezTo>
                    <a:pt x="1731" y="4764"/>
                    <a:pt x="1292" y="4374"/>
                    <a:pt x="1034" y="3872"/>
                  </a:cubicBezTo>
                  <a:cubicBezTo>
                    <a:pt x="532" y="2902"/>
                    <a:pt x="795" y="1712"/>
                    <a:pt x="1653" y="1040"/>
                  </a:cubicBezTo>
                  <a:cubicBezTo>
                    <a:pt x="2065" y="719"/>
                    <a:pt x="2558" y="560"/>
                    <a:pt x="3049" y="560"/>
                  </a:cubicBezTo>
                  <a:close/>
                  <a:moveTo>
                    <a:pt x="3044" y="0"/>
                  </a:moveTo>
                  <a:cubicBezTo>
                    <a:pt x="2270" y="0"/>
                    <a:pt x="1515" y="320"/>
                    <a:pt x="971" y="908"/>
                  </a:cubicBezTo>
                  <a:cubicBezTo>
                    <a:pt x="196" y="1746"/>
                    <a:pt x="1" y="2970"/>
                    <a:pt x="478" y="4008"/>
                  </a:cubicBezTo>
                  <a:cubicBezTo>
                    <a:pt x="941" y="5013"/>
                    <a:pt x="1947" y="5653"/>
                    <a:pt x="3050" y="5653"/>
                  </a:cubicBezTo>
                  <a:cubicBezTo>
                    <a:pt x="3086" y="5653"/>
                    <a:pt x="3123" y="5652"/>
                    <a:pt x="3159" y="5651"/>
                  </a:cubicBezTo>
                  <a:cubicBezTo>
                    <a:pt x="4300" y="5607"/>
                    <a:pt x="5304" y="4881"/>
                    <a:pt x="5699" y="3808"/>
                  </a:cubicBezTo>
                  <a:cubicBezTo>
                    <a:pt x="6240" y="2341"/>
                    <a:pt x="5489" y="713"/>
                    <a:pt x="4027" y="177"/>
                  </a:cubicBezTo>
                  <a:cubicBezTo>
                    <a:pt x="3706" y="58"/>
                    <a:pt x="3373" y="0"/>
                    <a:pt x="3044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" name="Google Shape;904;p41"/>
            <p:cNvSpPr/>
            <p:nvPr/>
          </p:nvSpPr>
          <p:spPr>
            <a:xfrm rot="860400">
              <a:off x="1782360" y="752040"/>
              <a:ext cx="209880" cy="200520"/>
            </a:xfrm>
            <a:custGeom>
              <a:avLst/>
              <a:gdLst>
                <a:gd name="textAreaLeft" fmla="*/ 0 w 209880"/>
                <a:gd name="textAreaRight" fmla="*/ 210240 w 209880"/>
                <a:gd name="textAreaTop" fmla="*/ 0 h 200520"/>
                <a:gd name="textAreaBottom" fmla="*/ 200880 h 200520"/>
              </a:gdLst>
              <a:ahLst/>
              <a:cxnLst/>
              <a:rect l="textAreaLeft" t="textAreaTop" r="textAreaRight" b="textAreaBottom"/>
              <a:pathLst>
                <a:path w="5918" h="5652">
                  <a:moveTo>
                    <a:pt x="2869" y="561"/>
                  </a:moveTo>
                  <a:cubicBezTo>
                    <a:pt x="3428" y="561"/>
                    <a:pt x="3979" y="768"/>
                    <a:pt x="4407" y="1164"/>
                  </a:cubicBezTo>
                  <a:cubicBezTo>
                    <a:pt x="5084" y="1783"/>
                    <a:pt x="5313" y="2748"/>
                    <a:pt x="5001" y="3611"/>
                  </a:cubicBezTo>
                  <a:cubicBezTo>
                    <a:pt x="4667" y="4528"/>
                    <a:pt x="3798" y="5097"/>
                    <a:pt x="2874" y="5097"/>
                  </a:cubicBezTo>
                  <a:cubicBezTo>
                    <a:pt x="2614" y="5097"/>
                    <a:pt x="2350" y="5052"/>
                    <a:pt x="2091" y="4957"/>
                  </a:cubicBezTo>
                  <a:cubicBezTo>
                    <a:pt x="1229" y="4635"/>
                    <a:pt x="644" y="3835"/>
                    <a:pt x="610" y="2919"/>
                  </a:cubicBezTo>
                  <a:cubicBezTo>
                    <a:pt x="571" y="2003"/>
                    <a:pt x="1092" y="1155"/>
                    <a:pt x="1921" y="770"/>
                  </a:cubicBezTo>
                  <a:cubicBezTo>
                    <a:pt x="2225" y="629"/>
                    <a:pt x="2548" y="561"/>
                    <a:pt x="2869" y="561"/>
                  </a:cubicBezTo>
                  <a:close/>
                  <a:moveTo>
                    <a:pt x="2872" y="0"/>
                  </a:moveTo>
                  <a:cubicBezTo>
                    <a:pt x="2471" y="0"/>
                    <a:pt x="2067" y="86"/>
                    <a:pt x="1687" y="263"/>
                  </a:cubicBezTo>
                  <a:cubicBezTo>
                    <a:pt x="649" y="740"/>
                    <a:pt x="0" y="1798"/>
                    <a:pt x="44" y="2939"/>
                  </a:cubicBezTo>
                  <a:cubicBezTo>
                    <a:pt x="93" y="4084"/>
                    <a:pt x="824" y="5083"/>
                    <a:pt x="1896" y="5478"/>
                  </a:cubicBezTo>
                  <a:cubicBezTo>
                    <a:pt x="2218" y="5596"/>
                    <a:pt x="2547" y="5652"/>
                    <a:pt x="2870" y="5652"/>
                  </a:cubicBezTo>
                  <a:cubicBezTo>
                    <a:pt x="4020" y="5652"/>
                    <a:pt x="5101" y="4946"/>
                    <a:pt x="5523" y="3801"/>
                  </a:cubicBezTo>
                  <a:cubicBezTo>
                    <a:pt x="5918" y="2729"/>
                    <a:pt x="5630" y="1525"/>
                    <a:pt x="4787" y="750"/>
                  </a:cubicBezTo>
                  <a:cubicBezTo>
                    <a:pt x="4255" y="258"/>
                    <a:pt x="3568" y="0"/>
                    <a:pt x="2872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" name="Google Shape;905;p41"/>
            <p:cNvSpPr/>
            <p:nvPr/>
          </p:nvSpPr>
          <p:spPr>
            <a:xfrm rot="860400">
              <a:off x="1923120" y="539280"/>
              <a:ext cx="221400" cy="200520"/>
            </a:xfrm>
            <a:custGeom>
              <a:avLst/>
              <a:gdLst>
                <a:gd name="textAreaLeft" fmla="*/ 0 w 221400"/>
                <a:gd name="textAreaRight" fmla="*/ 221760 w 221400"/>
                <a:gd name="textAreaTop" fmla="*/ 0 h 200520"/>
                <a:gd name="textAreaBottom" fmla="*/ 200880 h 200520"/>
              </a:gdLst>
              <a:ahLst/>
              <a:cxnLst/>
              <a:rect l="textAreaLeft" t="textAreaTop" r="textAreaRight" b="textAreaBottom"/>
              <a:pathLst>
                <a:path w="6236" h="5652">
                  <a:moveTo>
                    <a:pt x="3047" y="558"/>
                  </a:moveTo>
                  <a:cubicBezTo>
                    <a:pt x="3585" y="558"/>
                    <a:pt x="4121" y="748"/>
                    <a:pt x="4549" y="1125"/>
                  </a:cubicBezTo>
                  <a:cubicBezTo>
                    <a:pt x="5368" y="1847"/>
                    <a:pt x="5553" y="3051"/>
                    <a:pt x="4992" y="3986"/>
                  </a:cubicBezTo>
                  <a:cubicBezTo>
                    <a:pt x="4573" y="4690"/>
                    <a:pt x="3827" y="5093"/>
                    <a:pt x="3049" y="5093"/>
                  </a:cubicBezTo>
                  <a:cubicBezTo>
                    <a:pt x="2787" y="5093"/>
                    <a:pt x="2521" y="5047"/>
                    <a:pt x="2263" y="4952"/>
                  </a:cubicBezTo>
                  <a:cubicBezTo>
                    <a:pt x="1731" y="4757"/>
                    <a:pt x="1293" y="4367"/>
                    <a:pt x="1034" y="3865"/>
                  </a:cubicBezTo>
                  <a:cubicBezTo>
                    <a:pt x="532" y="2895"/>
                    <a:pt x="791" y="1705"/>
                    <a:pt x="1653" y="1037"/>
                  </a:cubicBezTo>
                  <a:cubicBezTo>
                    <a:pt x="2065" y="716"/>
                    <a:pt x="2557" y="558"/>
                    <a:pt x="3047" y="558"/>
                  </a:cubicBezTo>
                  <a:close/>
                  <a:moveTo>
                    <a:pt x="3043" y="0"/>
                  </a:moveTo>
                  <a:cubicBezTo>
                    <a:pt x="2268" y="0"/>
                    <a:pt x="1510" y="317"/>
                    <a:pt x="966" y="906"/>
                  </a:cubicBezTo>
                  <a:cubicBezTo>
                    <a:pt x="191" y="1749"/>
                    <a:pt x="1" y="2973"/>
                    <a:pt x="479" y="4011"/>
                  </a:cubicBezTo>
                  <a:cubicBezTo>
                    <a:pt x="939" y="5012"/>
                    <a:pt x="1940" y="5651"/>
                    <a:pt x="3039" y="5651"/>
                  </a:cubicBezTo>
                  <a:cubicBezTo>
                    <a:pt x="3079" y="5651"/>
                    <a:pt x="3119" y="5650"/>
                    <a:pt x="3159" y="5649"/>
                  </a:cubicBezTo>
                  <a:cubicBezTo>
                    <a:pt x="4300" y="5605"/>
                    <a:pt x="5304" y="4874"/>
                    <a:pt x="5699" y="3801"/>
                  </a:cubicBezTo>
                  <a:cubicBezTo>
                    <a:pt x="6235" y="2339"/>
                    <a:pt x="5485" y="711"/>
                    <a:pt x="4022" y="175"/>
                  </a:cubicBezTo>
                  <a:cubicBezTo>
                    <a:pt x="3703" y="57"/>
                    <a:pt x="3371" y="0"/>
                    <a:pt x="3043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7" name="Google Shape;906;p41"/>
            <p:cNvSpPr/>
            <p:nvPr/>
          </p:nvSpPr>
          <p:spPr>
            <a:xfrm rot="860400">
              <a:off x="2069640" y="326160"/>
              <a:ext cx="221400" cy="200520"/>
            </a:xfrm>
            <a:custGeom>
              <a:avLst/>
              <a:gdLst>
                <a:gd name="textAreaLeft" fmla="*/ 0 w 221400"/>
                <a:gd name="textAreaRight" fmla="*/ 221760 w 221400"/>
                <a:gd name="textAreaTop" fmla="*/ 0 h 200520"/>
                <a:gd name="textAreaBottom" fmla="*/ 200880 h 200520"/>
              </a:gdLst>
              <a:ahLst/>
              <a:cxnLst/>
              <a:rect l="textAreaLeft" t="textAreaTop" r="textAreaRight" b="textAreaBottom"/>
              <a:pathLst>
                <a:path w="6240" h="5656">
                  <a:moveTo>
                    <a:pt x="3049" y="558"/>
                  </a:moveTo>
                  <a:cubicBezTo>
                    <a:pt x="3587" y="558"/>
                    <a:pt x="4125" y="748"/>
                    <a:pt x="4553" y="1125"/>
                  </a:cubicBezTo>
                  <a:cubicBezTo>
                    <a:pt x="5372" y="1852"/>
                    <a:pt x="5557" y="3055"/>
                    <a:pt x="4996" y="3991"/>
                  </a:cubicBezTo>
                  <a:cubicBezTo>
                    <a:pt x="4577" y="4695"/>
                    <a:pt x="3828" y="5098"/>
                    <a:pt x="3049" y="5098"/>
                  </a:cubicBezTo>
                  <a:cubicBezTo>
                    <a:pt x="2786" y="5098"/>
                    <a:pt x="2520" y="5052"/>
                    <a:pt x="2262" y="4956"/>
                  </a:cubicBezTo>
                  <a:cubicBezTo>
                    <a:pt x="1731" y="4761"/>
                    <a:pt x="1292" y="4372"/>
                    <a:pt x="1034" y="3869"/>
                  </a:cubicBezTo>
                  <a:cubicBezTo>
                    <a:pt x="531" y="2899"/>
                    <a:pt x="790" y="1705"/>
                    <a:pt x="1653" y="1037"/>
                  </a:cubicBezTo>
                  <a:cubicBezTo>
                    <a:pt x="2064" y="716"/>
                    <a:pt x="2557" y="558"/>
                    <a:pt x="3049" y="558"/>
                  </a:cubicBezTo>
                  <a:close/>
                  <a:moveTo>
                    <a:pt x="3044" y="0"/>
                  </a:moveTo>
                  <a:cubicBezTo>
                    <a:pt x="2271" y="0"/>
                    <a:pt x="1515" y="318"/>
                    <a:pt x="970" y="911"/>
                  </a:cubicBezTo>
                  <a:cubicBezTo>
                    <a:pt x="190" y="1749"/>
                    <a:pt x="0" y="2973"/>
                    <a:pt x="478" y="4011"/>
                  </a:cubicBezTo>
                  <a:cubicBezTo>
                    <a:pt x="940" y="5016"/>
                    <a:pt x="1946" y="5656"/>
                    <a:pt x="3045" y="5656"/>
                  </a:cubicBezTo>
                  <a:cubicBezTo>
                    <a:pt x="3081" y="5656"/>
                    <a:pt x="3117" y="5655"/>
                    <a:pt x="3154" y="5653"/>
                  </a:cubicBezTo>
                  <a:cubicBezTo>
                    <a:pt x="4299" y="5610"/>
                    <a:pt x="5303" y="4878"/>
                    <a:pt x="5698" y="3806"/>
                  </a:cubicBezTo>
                  <a:cubicBezTo>
                    <a:pt x="6239" y="2339"/>
                    <a:pt x="5489" y="716"/>
                    <a:pt x="4021" y="175"/>
                  </a:cubicBezTo>
                  <a:cubicBezTo>
                    <a:pt x="3702" y="57"/>
                    <a:pt x="3372" y="0"/>
                    <a:pt x="3044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8" name="Google Shape;907;p41"/>
            <p:cNvSpPr/>
            <p:nvPr/>
          </p:nvSpPr>
          <p:spPr>
            <a:xfrm rot="860400">
              <a:off x="1470600" y="210240"/>
              <a:ext cx="1158120" cy="1510200"/>
            </a:xfrm>
            <a:custGeom>
              <a:avLst/>
              <a:gdLst>
                <a:gd name="textAreaLeft" fmla="*/ 0 w 1158120"/>
                <a:gd name="textAreaRight" fmla="*/ 1158480 w 1158120"/>
                <a:gd name="textAreaTop" fmla="*/ 0 h 1510200"/>
                <a:gd name="textAreaBottom" fmla="*/ 1510560 h 1510200"/>
              </a:gdLst>
              <a:ahLst/>
              <a:cxnLst/>
              <a:rect l="textAreaLeft" t="textAreaTop" r="textAreaRight" b="textAreaBottom"/>
              <a:pathLst>
                <a:path w="32605" h="42505">
                  <a:moveTo>
                    <a:pt x="16030" y="2845"/>
                  </a:moveTo>
                  <a:cubicBezTo>
                    <a:pt x="16727" y="2845"/>
                    <a:pt x="17416" y="3101"/>
                    <a:pt x="17947" y="3593"/>
                  </a:cubicBezTo>
                  <a:cubicBezTo>
                    <a:pt x="18786" y="4373"/>
                    <a:pt x="19078" y="5576"/>
                    <a:pt x="18683" y="6649"/>
                  </a:cubicBezTo>
                  <a:lnTo>
                    <a:pt x="18683" y="6639"/>
                  </a:lnTo>
                  <a:cubicBezTo>
                    <a:pt x="18264" y="7786"/>
                    <a:pt x="17181" y="8498"/>
                    <a:pt x="16024" y="8498"/>
                  </a:cubicBezTo>
                  <a:cubicBezTo>
                    <a:pt x="15702" y="8498"/>
                    <a:pt x="15373" y="8443"/>
                    <a:pt x="15052" y="8326"/>
                  </a:cubicBezTo>
                  <a:cubicBezTo>
                    <a:pt x="13980" y="7931"/>
                    <a:pt x="13253" y="6927"/>
                    <a:pt x="13205" y="5786"/>
                  </a:cubicBezTo>
                  <a:cubicBezTo>
                    <a:pt x="13161" y="4646"/>
                    <a:pt x="13804" y="3588"/>
                    <a:pt x="14842" y="3105"/>
                  </a:cubicBezTo>
                  <a:cubicBezTo>
                    <a:pt x="15222" y="2930"/>
                    <a:pt x="15628" y="2845"/>
                    <a:pt x="16030" y="2845"/>
                  </a:cubicBezTo>
                  <a:close/>
                  <a:moveTo>
                    <a:pt x="26620" y="6737"/>
                  </a:moveTo>
                  <a:cubicBezTo>
                    <a:pt x="27316" y="6737"/>
                    <a:pt x="28004" y="6996"/>
                    <a:pt x="28539" y="7487"/>
                  </a:cubicBezTo>
                  <a:cubicBezTo>
                    <a:pt x="29377" y="8262"/>
                    <a:pt x="29670" y="9466"/>
                    <a:pt x="29275" y="10543"/>
                  </a:cubicBezTo>
                  <a:lnTo>
                    <a:pt x="29275" y="10539"/>
                  </a:lnTo>
                  <a:cubicBezTo>
                    <a:pt x="28852" y="11684"/>
                    <a:pt x="27770" y="12393"/>
                    <a:pt x="26617" y="12393"/>
                  </a:cubicBezTo>
                  <a:cubicBezTo>
                    <a:pt x="26294" y="12393"/>
                    <a:pt x="25965" y="12338"/>
                    <a:pt x="25644" y="12220"/>
                  </a:cubicBezTo>
                  <a:cubicBezTo>
                    <a:pt x="24571" y="11825"/>
                    <a:pt x="23840" y="10821"/>
                    <a:pt x="23796" y="9676"/>
                  </a:cubicBezTo>
                  <a:cubicBezTo>
                    <a:pt x="23748" y="8535"/>
                    <a:pt x="24396" y="7477"/>
                    <a:pt x="25434" y="7000"/>
                  </a:cubicBezTo>
                  <a:cubicBezTo>
                    <a:pt x="25814" y="6823"/>
                    <a:pt x="26218" y="6737"/>
                    <a:pt x="26620" y="6737"/>
                  </a:cubicBezTo>
                  <a:close/>
                  <a:moveTo>
                    <a:pt x="13523" y="9669"/>
                  </a:moveTo>
                  <a:cubicBezTo>
                    <a:pt x="14219" y="9669"/>
                    <a:pt x="14905" y="9925"/>
                    <a:pt x="15437" y="10417"/>
                  </a:cubicBezTo>
                  <a:cubicBezTo>
                    <a:pt x="16275" y="11197"/>
                    <a:pt x="16568" y="12400"/>
                    <a:pt x="16173" y="13473"/>
                  </a:cubicBezTo>
                  <a:lnTo>
                    <a:pt x="16173" y="13458"/>
                  </a:lnTo>
                  <a:cubicBezTo>
                    <a:pt x="15754" y="14609"/>
                    <a:pt x="14667" y="15322"/>
                    <a:pt x="13512" y="15322"/>
                  </a:cubicBezTo>
                  <a:cubicBezTo>
                    <a:pt x="13189" y="15322"/>
                    <a:pt x="12862" y="15267"/>
                    <a:pt x="12542" y="15150"/>
                  </a:cubicBezTo>
                  <a:cubicBezTo>
                    <a:pt x="11469" y="14750"/>
                    <a:pt x="10738" y="13751"/>
                    <a:pt x="10694" y="12605"/>
                  </a:cubicBezTo>
                  <a:cubicBezTo>
                    <a:pt x="10650" y="11465"/>
                    <a:pt x="11299" y="10407"/>
                    <a:pt x="12337" y="9929"/>
                  </a:cubicBezTo>
                  <a:cubicBezTo>
                    <a:pt x="12717" y="9754"/>
                    <a:pt x="13122" y="9669"/>
                    <a:pt x="13523" y="9669"/>
                  </a:cubicBezTo>
                  <a:close/>
                  <a:moveTo>
                    <a:pt x="24106" y="13560"/>
                  </a:moveTo>
                  <a:cubicBezTo>
                    <a:pt x="24805" y="13560"/>
                    <a:pt x="25496" y="13818"/>
                    <a:pt x="26029" y="14311"/>
                  </a:cubicBezTo>
                  <a:cubicBezTo>
                    <a:pt x="26867" y="15086"/>
                    <a:pt x="27160" y="16290"/>
                    <a:pt x="26765" y="17367"/>
                  </a:cubicBezTo>
                  <a:lnTo>
                    <a:pt x="26765" y="17362"/>
                  </a:lnTo>
                  <a:cubicBezTo>
                    <a:pt x="26342" y="18504"/>
                    <a:pt x="25260" y="19212"/>
                    <a:pt x="24107" y="19212"/>
                  </a:cubicBezTo>
                  <a:cubicBezTo>
                    <a:pt x="23784" y="19212"/>
                    <a:pt x="23455" y="19157"/>
                    <a:pt x="23133" y="19039"/>
                  </a:cubicBezTo>
                  <a:cubicBezTo>
                    <a:pt x="22061" y="18644"/>
                    <a:pt x="21330" y="17640"/>
                    <a:pt x="21286" y="16500"/>
                  </a:cubicBezTo>
                  <a:cubicBezTo>
                    <a:pt x="21242" y="15354"/>
                    <a:pt x="21886" y="14301"/>
                    <a:pt x="22924" y="13819"/>
                  </a:cubicBezTo>
                  <a:cubicBezTo>
                    <a:pt x="23302" y="13645"/>
                    <a:pt x="23705" y="13560"/>
                    <a:pt x="24106" y="13560"/>
                  </a:cubicBezTo>
                  <a:close/>
                  <a:moveTo>
                    <a:pt x="11008" y="16488"/>
                  </a:moveTo>
                  <a:cubicBezTo>
                    <a:pt x="11704" y="16488"/>
                    <a:pt x="12390" y="16744"/>
                    <a:pt x="12922" y="17236"/>
                  </a:cubicBezTo>
                  <a:cubicBezTo>
                    <a:pt x="13765" y="18016"/>
                    <a:pt x="14053" y="19220"/>
                    <a:pt x="13658" y="20292"/>
                  </a:cubicBezTo>
                  <a:lnTo>
                    <a:pt x="13658" y="20277"/>
                  </a:lnTo>
                  <a:cubicBezTo>
                    <a:pt x="13242" y="21428"/>
                    <a:pt x="12157" y="22141"/>
                    <a:pt x="11001" y="22141"/>
                  </a:cubicBezTo>
                  <a:cubicBezTo>
                    <a:pt x="10679" y="22141"/>
                    <a:pt x="10351" y="22086"/>
                    <a:pt x="10031" y="21969"/>
                  </a:cubicBezTo>
                  <a:cubicBezTo>
                    <a:pt x="8959" y="21574"/>
                    <a:pt x="8228" y="20570"/>
                    <a:pt x="8179" y="19429"/>
                  </a:cubicBezTo>
                  <a:cubicBezTo>
                    <a:pt x="8135" y="18289"/>
                    <a:pt x="8784" y="17231"/>
                    <a:pt x="9822" y="16748"/>
                  </a:cubicBezTo>
                  <a:cubicBezTo>
                    <a:pt x="10202" y="16574"/>
                    <a:pt x="10607" y="16488"/>
                    <a:pt x="11008" y="16488"/>
                  </a:cubicBezTo>
                  <a:close/>
                  <a:moveTo>
                    <a:pt x="21596" y="20381"/>
                  </a:moveTo>
                  <a:cubicBezTo>
                    <a:pt x="22293" y="20381"/>
                    <a:pt x="22982" y="20639"/>
                    <a:pt x="23514" y="21130"/>
                  </a:cubicBezTo>
                  <a:cubicBezTo>
                    <a:pt x="24352" y="21905"/>
                    <a:pt x="24644" y="23109"/>
                    <a:pt x="24250" y="24186"/>
                  </a:cubicBezTo>
                  <a:lnTo>
                    <a:pt x="24250" y="24182"/>
                  </a:lnTo>
                  <a:cubicBezTo>
                    <a:pt x="23831" y="25328"/>
                    <a:pt x="22746" y="26036"/>
                    <a:pt x="21594" y="26036"/>
                  </a:cubicBezTo>
                  <a:cubicBezTo>
                    <a:pt x="21271" y="26036"/>
                    <a:pt x="20943" y="25981"/>
                    <a:pt x="20623" y="25863"/>
                  </a:cubicBezTo>
                  <a:cubicBezTo>
                    <a:pt x="19546" y="25468"/>
                    <a:pt x="18820" y="24464"/>
                    <a:pt x="18771" y="23324"/>
                  </a:cubicBezTo>
                  <a:cubicBezTo>
                    <a:pt x="18727" y="22178"/>
                    <a:pt x="19370" y="21121"/>
                    <a:pt x="20409" y="20643"/>
                  </a:cubicBezTo>
                  <a:cubicBezTo>
                    <a:pt x="20788" y="20466"/>
                    <a:pt x="21194" y="20381"/>
                    <a:pt x="21596" y="20381"/>
                  </a:cubicBezTo>
                  <a:close/>
                  <a:moveTo>
                    <a:pt x="8497" y="23310"/>
                  </a:moveTo>
                  <a:cubicBezTo>
                    <a:pt x="9193" y="23310"/>
                    <a:pt x="9880" y="23568"/>
                    <a:pt x="10412" y="24060"/>
                  </a:cubicBezTo>
                  <a:cubicBezTo>
                    <a:pt x="11255" y="24840"/>
                    <a:pt x="11542" y="26044"/>
                    <a:pt x="11148" y="27116"/>
                  </a:cubicBezTo>
                  <a:lnTo>
                    <a:pt x="11148" y="27101"/>
                  </a:lnTo>
                  <a:cubicBezTo>
                    <a:pt x="10728" y="28250"/>
                    <a:pt x="9641" y="28963"/>
                    <a:pt x="8485" y="28963"/>
                  </a:cubicBezTo>
                  <a:cubicBezTo>
                    <a:pt x="8165" y="28963"/>
                    <a:pt x="7839" y="28908"/>
                    <a:pt x="7521" y="28793"/>
                  </a:cubicBezTo>
                  <a:cubicBezTo>
                    <a:pt x="6444" y="28398"/>
                    <a:pt x="5718" y="27394"/>
                    <a:pt x="5669" y="26248"/>
                  </a:cubicBezTo>
                  <a:cubicBezTo>
                    <a:pt x="5625" y="25108"/>
                    <a:pt x="6273" y="24050"/>
                    <a:pt x="7312" y="23572"/>
                  </a:cubicBezTo>
                  <a:cubicBezTo>
                    <a:pt x="7691" y="23396"/>
                    <a:pt x="8096" y="23310"/>
                    <a:pt x="8497" y="23310"/>
                  </a:cubicBezTo>
                  <a:close/>
                  <a:moveTo>
                    <a:pt x="19084" y="27203"/>
                  </a:moveTo>
                  <a:cubicBezTo>
                    <a:pt x="19782" y="27203"/>
                    <a:pt x="20470" y="27462"/>
                    <a:pt x="21003" y="27954"/>
                  </a:cubicBezTo>
                  <a:cubicBezTo>
                    <a:pt x="21847" y="28729"/>
                    <a:pt x="22134" y="29933"/>
                    <a:pt x="21739" y="31010"/>
                  </a:cubicBezTo>
                  <a:lnTo>
                    <a:pt x="21739" y="31001"/>
                  </a:lnTo>
                  <a:cubicBezTo>
                    <a:pt x="21317" y="32147"/>
                    <a:pt x="20234" y="32855"/>
                    <a:pt x="19081" y="32855"/>
                  </a:cubicBezTo>
                  <a:cubicBezTo>
                    <a:pt x="18758" y="32855"/>
                    <a:pt x="18429" y="32800"/>
                    <a:pt x="18108" y="32682"/>
                  </a:cubicBezTo>
                  <a:cubicBezTo>
                    <a:pt x="17036" y="32288"/>
                    <a:pt x="16309" y="31288"/>
                    <a:pt x="16261" y="30143"/>
                  </a:cubicBezTo>
                  <a:cubicBezTo>
                    <a:pt x="16217" y="29002"/>
                    <a:pt x="16865" y="27945"/>
                    <a:pt x="17903" y="27462"/>
                  </a:cubicBezTo>
                  <a:cubicBezTo>
                    <a:pt x="18281" y="27288"/>
                    <a:pt x="18684" y="27203"/>
                    <a:pt x="19084" y="27203"/>
                  </a:cubicBezTo>
                  <a:close/>
                  <a:moveTo>
                    <a:pt x="5983" y="30134"/>
                  </a:moveTo>
                  <a:cubicBezTo>
                    <a:pt x="6681" y="30134"/>
                    <a:pt x="7370" y="30392"/>
                    <a:pt x="7901" y="30884"/>
                  </a:cubicBezTo>
                  <a:cubicBezTo>
                    <a:pt x="8740" y="31659"/>
                    <a:pt x="9032" y="32863"/>
                    <a:pt x="8637" y="33935"/>
                  </a:cubicBezTo>
                  <a:lnTo>
                    <a:pt x="8637" y="33920"/>
                  </a:lnTo>
                  <a:cubicBezTo>
                    <a:pt x="8218" y="35071"/>
                    <a:pt x="7134" y="35784"/>
                    <a:pt x="5978" y="35784"/>
                  </a:cubicBezTo>
                  <a:cubicBezTo>
                    <a:pt x="5655" y="35784"/>
                    <a:pt x="5327" y="35729"/>
                    <a:pt x="5006" y="35612"/>
                  </a:cubicBezTo>
                  <a:cubicBezTo>
                    <a:pt x="3934" y="35217"/>
                    <a:pt x="3203" y="34213"/>
                    <a:pt x="3159" y="33072"/>
                  </a:cubicBezTo>
                  <a:cubicBezTo>
                    <a:pt x="3115" y="31932"/>
                    <a:pt x="3763" y="30874"/>
                    <a:pt x="4796" y="30396"/>
                  </a:cubicBezTo>
                  <a:cubicBezTo>
                    <a:pt x="5176" y="30220"/>
                    <a:pt x="5581" y="30134"/>
                    <a:pt x="5983" y="30134"/>
                  </a:cubicBezTo>
                  <a:close/>
                  <a:moveTo>
                    <a:pt x="16574" y="34027"/>
                  </a:moveTo>
                  <a:cubicBezTo>
                    <a:pt x="17271" y="34027"/>
                    <a:pt x="17960" y="34286"/>
                    <a:pt x="18493" y="34778"/>
                  </a:cubicBezTo>
                  <a:cubicBezTo>
                    <a:pt x="19331" y="35553"/>
                    <a:pt x="19624" y="36762"/>
                    <a:pt x="19229" y="37834"/>
                  </a:cubicBezTo>
                  <a:lnTo>
                    <a:pt x="19229" y="37820"/>
                  </a:lnTo>
                  <a:cubicBezTo>
                    <a:pt x="18807" y="38970"/>
                    <a:pt x="17724" y="39679"/>
                    <a:pt x="16571" y="39679"/>
                  </a:cubicBezTo>
                  <a:cubicBezTo>
                    <a:pt x="16247" y="39679"/>
                    <a:pt x="15919" y="39624"/>
                    <a:pt x="15598" y="39506"/>
                  </a:cubicBezTo>
                  <a:cubicBezTo>
                    <a:pt x="14525" y="39112"/>
                    <a:pt x="13794" y="38107"/>
                    <a:pt x="13750" y="36967"/>
                  </a:cubicBezTo>
                  <a:cubicBezTo>
                    <a:pt x="13707" y="35826"/>
                    <a:pt x="14355" y="34769"/>
                    <a:pt x="15393" y="34286"/>
                  </a:cubicBezTo>
                  <a:cubicBezTo>
                    <a:pt x="15771" y="34112"/>
                    <a:pt x="16174" y="34027"/>
                    <a:pt x="16574" y="34027"/>
                  </a:cubicBezTo>
                  <a:close/>
                  <a:moveTo>
                    <a:pt x="13952" y="0"/>
                  </a:moveTo>
                  <a:cubicBezTo>
                    <a:pt x="13335" y="0"/>
                    <a:pt x="12756" y="380"/>
                    <a:pt x="12527" y="990"/>
                  </a:cubicBezTo>
                  <a:lnTo>
                    <a:pt x="288" y="34227"/>
                  </a:lnTo>
                  <a:cubicBezTo>
                    <a:pt x="0" y="35007"/>
                    <a:pt x="400" y="35880"/>
                    <a:pt x="1185" y="36167"/>
                  </a:cubicBezTo>
                  <a:lnTo>
                    <a:pt x="18132" y="42411"/>
                  </a:lnTo>
                  <a:cubicBezTo>
                    <a:pt x="18305" y="42475"/>
                    <a:pt x="18481" y="42505"/>
                    <a:pt x="18655" y="42505"/>
                  </a:cubicBezTo>
                  <a:cubicBezTo>
                    <a:pt x="19272" y="42505"/>
                    <a:pt x="19853" y="42126"/>
                    <a:pt x="20077" y="41510"/>
                  </a:cubicBezTo>
                  <a:lnTo>
                    <a:pt x="32317" y="8282"/>
                  </a:lnTo>
                  <a:cubicBezTo>
                    <a:pt x="32604" y="7497"/>
                    <a:pt x="32204" y="6624"/>
                    <a:pt x="31420" y="6337"/>
                  </a:cubicBezTo>
                  <a:lnTo>
                    <a:pt x="14472" y="93"/>
                  </a:lnTo>
                  <a:cubicBezTo>
                    <a:pt x="14300" y="30"/>
                    <a:pt x="14125" y="0"/>
                    <a:pt x="13952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9" name="Google Shape;908;p41"/>
            <p:cNvSpPr/>
            <p:nvPr/>
          </p:nvSpPr>
          <p:spPr>
            <a:xfrm rot="860400">
              <a:off x="1466640" y="206640"/>
              <a:ext cx="1166400" cy="1517040"/>
            </a:xfrm>
            <a:custGeom>
              <a:avLst/>
              <a:gdLst>
                <a:gd name="textAreaLeft" fmla="*/ 0 w 1166400"/>
                <a:gd name="textAreaRight" fmla="*/ 1166760 w 1166400"/>
                <a:gd name="textAreaTop" fmla="*/ 0 h 1517040"/>
                <a:gd name="textAreaBottom" fmla="*/ 1517400 h 1517040"/>
              </a:gdLst>
              <a:ahLst/>
              <a:cxnLst/>
              <a:rect l="textAreaLeft" t="textAreaTop" r="textAreaRight" b="textAreaBottom"/>
              <a:pathLst>
                <a:path w="32834" h="42707">
                  <a:moveTo>
                    <a:pt x="14062" y="203"/>
                  </a:moveTo>
                  <a:cubicBezTo>
                    <a:pt x="14228" y="203"/>
                    <a:pt x="14394" y="237"/>
                    <a:pt x="14550" y="295"/>
                  </a:cubicBezTo>
                  <a:lnTo>
                    <a:pt x="31498" y="6534"/>
                  </a:lnTo>
                  <a:cubicBezTo>
                    <a:pt x="32229" y="6802"/>
                    <a:pt x="32604" y="7612"/>
                    <a:pt x="32336" y="8348"/>
                  </a:cubicBezTo>
                  <a:lnTo>
                    <a:pt x="20097" y="41576"/>
                  </a:lnTo>
                  <a:cubicBezTo>
                    <a:pt x="19888" y="42149"/>
                    <a:pt x="19348" y="42503"/>
                    <a:pt x="18774" y="42503"/>
                  </a:cubicBezTo>
                  <a:cubicBezTo>
                    <a:pt x="18611" y="42503"/>
                    <a:pt x="18445" y="42474"/>
                    <a:pt x="18283" y="42414"/>
                  </a:cubicBezTo>
                  <a:lnTo>
                    <a:pt x="1336" y="36175"/>
                  </a:lnTo>
                  <a:cubicBezTo>
                    <a:pt x="604" y="35902"/>
                    <a:pt x="229" y="35093"/>
                    <a:pt x="502" y="34362"/>
                  </a:cubicBezTo>
                  <a:lnTo>
                    <a:pt x="12741" y="1129"/>
                  </a:lnTo>
                  <a:cubicBezTo>
                    <a:pt x="12941" y="573"/>
                    <a:pt x="13473" y="208"/>
                    <a:pt x="14062" y="203"/>
                  </a:cubicBezTo>
                  <a:close/>
                  <a:moveTo>
                    <a:pt x="14061" y="1"/>
                  </a:moveTo>
                  <a:cubicBezTo>
                    <a:pt x="13403" y="1"/>
                    <a:pt x="12786" y="405"/>
                    <a:pt x="12546" y="1056"/>
                  </a:cubicBezTo>
                  <a:lnTo>
                    <a:pt x="307" y="34293"/>
                  </a:lnTo>
                  <a:cubicBezTo>
                    <a:pt x="0" y="35127"/>
                    <a:pt x="424" y="36053"/>
                    <a:pt x="1262" y="36365"/>
                  </a:cubicBezTo>
                  <a:lnTo>
                    <a:pt x="18210" y="42604"/>
                  </a:lnTo>
                  <a:cubicBezTo>
                    <a:pt x="18391" y="42672"/>
                    <a:pt x="18581" y="42706"/>
                    <a:pt x="18771" y="42706"/>
                  </a:cubicBezTo>
                  <a:cubicBezTo>
                    <a:pt x="19448" y="42706"/>
                    <a:pt x="20053" y="42282"/>
                    <a:pt x="20282" y="41649"/>
                  </a:cubicBezTo>
                  <a:lnTo>
                    <a:pt x="32526" y="8416"/>
                  </a:lnTo>
                  <a:cubicBezTo>
                    <a:pt x="32833" y="7577"/>
                    <a:pt x="32404" y="6651"/>
                    <a:pt x="31566" y="6339"/>
                  </a:cubicBezTo>
                  <a:lnTo>
                    <a:pt x="14618" y="100"/>
                  </a:lnTo>
                  <a:cubicBezTo>
                    <a:pt x="14434" y="33"/>
                    <a:pt x="14246" y="1"/>
                    <a:pt x="1406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" name="Google Shape;909;p41"/>
            <p:cNvSpPr/>
            <p:nvPr/>
          </p:nvSpPr>
          <p:spPr>
            <a:xfrm rot="860400">
              <a:off x="2063880" y="322920"/>
              <a:ext cx="221400" cy="206280"/>
            </a:xfrm>
            <a:custGeom>
              <a:avLst/>
              <a:gdLst>
                <a:gd name="textAreaLeft" fmla="*/ 0 w 221400"/>
                <a:gd name="textAreaRight" fmla="*/ 221760 w 221400"/>
                <a:gd name="textAreaTop" fmla="*/ 0 h 206280"/>
                <a:gd name="textAreaBottom" fmla="*/ 206640 h 206280"/>
              </a:gdLst>
              <a:ahLst/>
              <a:cxnLst/>
              <a:rect l="textAreaLeft" t="textAreaTop" r="textAreaRight" b="textAreaBottom"/>
              <a:pathLst>
                <a:path w="6240" h="5819">
                  <a:moveTo>
                    <a:pt x="3202" y="161"/>
                  </a:moveTo>
                  <a:cubicBezTo>
                    <a:pt x="3874" y="161"/>
                    <a:pt x="4537" y="410"/>
                    <a:pt x="5050" y="886"/>
                  </a:cubicBezTo>
                  <a:cubicBezTo>
                    <a:pt x="5859" y="1632"/>
                    <a:pt x="6142" y="2797"/>
                    <a:pt x="5757" y="3830"/>
                  </a:cubicBezTo>
                  <a:cubicBezTo>
                    <a:pt x="5350" y="4930"/>
                    <a:pt x="4307" y="5610"/>
                    <a:pt x="3199" y="5610"/>
                  </a:cubicBezTo>
                  <a:cubicBezTo>
                    <a:pt x="2887" y="5610"/>
                    <a:pt x="2571" y="5557"/>
                    <a:pt x="2262" y="5443"/>
                  </a:cubicBezTo>
                  <a:cubicBezTo>
                    <a:pt x="1224" y="5063"/>
                    <a:pt x="522" y="4098"/>
                    <a:pt x="478" y="2996"/>
                  </a:cubicBezTo>
                  <a:cubicBezTo>
                    <a:pt x="434" y="1895"/>
                    <a:pt x="1058" y="876"/>
                    <a:pt x="2057" y="413"/>
                  </a:cubicBezTo>
                  <a:cubicBezTo>
                    <a:pt x="2424" y="244"/>
                    <a:pt x="2815" y="161"/>
                    <a:pt x="3202" y="161"/>
                  </a:cubicBezTo>
                  <a:close/>
                  <a:moveTo>
                    <a:pt x="3202" y="1"/>
                  </a:moveTo>
                  <a:cubicBezTo>
                    <a:pt x="1913" y="1"/>
                    <a:pt x="753" y="857"/>
                    <a:pt x="400" y="2139"/>
                  </a:cubicBezTo>
                  <a:cubicBezTo>
                    <a:pt x="0" y="3591"/>
                    <a:pt x="780" y="5107"/>
                    <a:pt x="2189" y="5633"/>
                  </a:cubicBezTo>
                  <a:cubicBezTo>
                    <a:pt x="2515" y="5755"/>
                    <a:pt x="2857" y="5819"/>
                    <a:pt x="3203" y="5819"/>
                  </a:cubicBezTo>
                  <a:cubicBezTo>
                    <a:pt x="4709" y="5819"/>
                    <a:pt x="5966" y="4673"/>
                    <a:pt x="6103" y="3172"/>
                  </a:cubicBezTo>
                  <a:cubicBezTo>
                    <a:pt x="6239" y="1671"/>
                    <a:pt x="5206" y="316"/>
                    <a:pt x="3724" y="48"/>
                  </a:cubicBezTo>
                  <a:cubicBezTo>
                    <a:pt x="3549" y="16"/>
                    <a:pt x="3375" y="1"/>
                    <a:pt x="320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" name="Google Shape;910;p41"/>
            <p:cNvSpPr/>
            <p:nvPr/>
          </p:nvSpPr>
          <p:spPr>
            <a:xfrm rot="860400">
              <a:off x="2086560" y="342360"/>
              <a:ext cx="182520" cy="167760"/>
            </a:xfrm>
            <a:custGeom>
              <a:avLst/>
              <a:gdLst>
                <a:gd name="textAreaLeft" fmla="*/ 0 w 182520"/>
                <a:gd name="textAreaRight" fmla="*/ 182880 w 182520"/>
                <a:gd name="textAreaTop" fmla="*/ 0 h 167760"/>
                <a:gd name="textAreaBottom" fmla="*/ 168120 h 167760"/>
              </a:gdLst>
              <a:ahLst/>
              <a:cxnLst/>
              <a:rect l="textAreaLeft" t="textAreaTop" r="textAreaRight" b="textAreaBottom"/>
              <a:pathLst>
                <a:path w="5144" h="4736">
                  <a:moveTo>
                    <a:pt x="2560" y="197"/>
                  </a:moveTo>
                  <a:cubicBezTo>
                    <a:pt x="3418" y="197"/>
                    <a:pt x="4197" y="709"/>
                    <a:pt x="4544" y="1494"/>
                  </a:cubicBezTo>
                  <a:cubicBezTo>
                    <a:pt x="4929" y="2376"/>
                    <a:pt x="4690" y="3404"/>
                    <a:pt x="3959" y="4023"/>
                  </a:cubicBezTo>
                  <a:cubicBezTo>
                    <a:pt x="3555" y="4363"/>
                    <a:pt x="3055" y="4536"/>
                    <a:pt x="2554" y="4536"/>
                  </a:cubicBezTo>
                  <a:cubicBezTo>
                    <a:pt x="2143" y="4536"/>
                    <a:pt x="1731" y="4420"/>
                    <a:pt x="1370" y="4184"/>
                  </a:cubicBezTo>
                  <a:cubicBezTo>
                    <a:pt x="566" y="3658"/>
                    <a:pt x="201" y="2664"/>
                    <a:pt x="478" y="1747"/>
                  </a:cubicBezTo>
                  <a:cubicBezTo>
                    <a:pt x="751" y="826"/>
                    <a:pt x="1600" y="197"/>
                    <a:pt x="2560" y="197"/>
                  </a:cubicBezTo>
                  <a:close/>
                  <a:moveTo>
                    <a:pt x="2569" y="1"/>
                  </a:moveTo>
                  <a:cubicBezTo>
                    <a:pt x="2096" y="1"/>
                    <a:pt x="1622" y="143"/>
                    <a:pt x="1214" y="426"/>
                  </a:cubicBezTo>
                  <a:cubicBezTo>
                    <a:pt x="366" y="1016"/>
                    <a:pt x="1" y="2088"/>
                    <a:pt x="308" y="3073"/>
                  </a:cubicBezTo>
                  <a:cubicBezTo>
                    <a:pt x="615" y="4058"/>
                    <a:pt x="1526" y="4730"/>
                    <a:pt x="2560" y="4735"/>
                  </a:cubicBezTo>
                  <a:cubicBezTo>
                    <a:pt x="2564" y="4735"/>
                    <a:pt x="2567" y="4735"/>
                    <a:pt x="2571" y="4735"/>
                  </a:cubicBezTo>
                  <a:cubicBezTo>
                    <a:pt x="3561" y="4735"/>
                    <a:pt x="4447" y="4112"/>
                    <a:pt x="4787" y="3180"/>
                  </a:cubicBezTo>
                  <a:cubicBezTo>
                    <a:pt x="5143" y="2210"/>
                    <a:pt x="4831" y="1123"/>
                    <a:pt x="4012" y="495"/>
                  </a:cubicBezTo>
                  <a:cubicBezTo>
                    <a:pt x="3587" y="166"/>
                    <a:pt x="3078" y="1"/>
                    <a:pt x="256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" name="Google Shape;911;p41"/>
            <p:cNvSpPr/>
            <p:nvPr/>
          </p:nvSpPr>
          <p:spPr>
            <a:xfrm rot="860400">
              <a:off x="2103840" y="391320"/>
              <a:ext cx="147960" cy="75240"/>
            </a:xfrm>
            <a:custGeom>
              <a:avLst/>
              <a:gdLst>
                <a:gd name="textAreaLeft" fmla="*/ 0 w 147960"/>
                <a:gd name="textAreaRight" fmla="*/ 148320 w 147960"/>
                <a:gd name="textAreaTop" fmla="*/ 0 h 75240"/>
                <a:gd name="textAreaBottom" fmla="*/ 75600 h 75240"/>
              </a:gdLst>
              <a:ahLst/>
              <a:cxnLst/>
              <a:rect l="textAreaLeft" t="textAreaTop" r="textAreaRight" b="textAreaBottom"/>
              <a:pathLst>
                <a:path w="4178" h="2131">
                  <a:moveTo>
                    <a:pt x="4090" y="1"/>
                  </a:moveTo>
                  <a:lnTo>
                    <a:pt x="1" y="1946"/>
                  </a:lnTo>
                  <a:lnTo>
                    <a:pt x="88" y="2131"/>
                  </a:lnTo>
                  <a:lnTo>
                    <a:pt x="4178" y="186"/>
                  </a:lnTo>
                  <a:lnTo>
                    <a:pt x="4090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7800" bIns="378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" name="Google Shape;912;p41"/>
            <p:cNvSpPr/>
            <p:nvPr/>
          </p:nvSpPr>
          <p:spPr>
            <a:xfrm rot="860400">
              <a:off x="1921320" y="534600"/>
              <a:ext cx="225360" cy="208440"/>
            </a:xfrm>
            <a:custGeom>
              <a:avLst/>
              <a:gdLst>
                <a:gd name="textAreaLeft" fmla="*/ 0 w 225360"/>
                <a:gd name="textAreaRight" fmla="*/ 225720 w 225360"/>
                <a:gd name="textAreaTop" fmla="*/ 0 h 208440"/>
                <a:gd name="textAreaBottom" fmla="*/ 208800 h 208440"/>
              </a:gdLst>
              <a:ahLst/>
              <a:cxnLst/>
              <a:rect l="textAreaLeft" t="textAreaTop" r="textAreaRight" b="textAreaBottom"/>
              <a:pathLst>
                <a:path w="6352" h="5881">
                  <a:moveTo>
                    <a:pt x="3086" y="227"/>
                  </a:moveTo>
                  <a:cubicBezTo>
                    <a:pt x="3089" y="227"/>
                    <a:pt x="3092" y="227"/>
                    <a:pt x="3095" y="227"/>
                  </a:cubicBezTo>
                  <a:cubicBezTo>
                    <a:pt x="3417" y="227"/>
                    <a:pt x="3734" y="285"/>
                    <a:pt x="4036" y="392"/>
                  </a:cubicBezTo>
                  <a:cubicBezTo>
                    <a:pt x="5362" y="880"/>
                    <a:pt x="6093" y="2303"/>
                    <a:pt x="5723" y="3668"/>
                  </a:cubicBezTo>
                  <a:cubicBezTo>
                    <a:pt x="5395" y="4869"/>
                    <a:pt x="4303" y="5675"/>
                    <a:pt x="3095" y="5675"/>
                  </a:cubicBezTo>
                  <a:cubicBezTo>
                    <a:pt x="2936" y="5675"/>
                    <a:pt x="2775" y="5661"/>
                    <a:pt x="2613" y="5632"/>
                  </a:cubicBezTo>
                  <a:cubicBezTo>
                    <a:pt x="1219" y="5384"/>
                    <a:pt x="249" y="4116"/>
                    <a:pt x="376" y="2708"/>
                  </a:cubicBezTo>
                  <a:cubicBezTo>
                    <a:pt x="502" y="1302"/>
                    <a:pt x="1677" y="227"/>
                    <a:pt x="3086" y="227"/>
                  </a:cubicBezTo>
                  <a:close/>
                  <a:moveTo>
                    <a:pt x="3090" y="0"/>
                  </a:moveTo>
                  <a:cubicBezTo>
                    <a:pt x="2879" y="0"/>
                    <a:pt x="2665" y="23"/>
                    <a:pt x="2452" y="71"/>
                  </a:cubicBezTo>
                  <a:cubicBezTo>
                    <a:pt x="985" y="397"/>
                    <a:pt x="0" y="1772"/>
                    <a:pt x="161" y="3263"/>
                  </a:cubicBezTo>
                  <a:cubicBezTo>
                    <a:pt x="326" y="4752"/>
                    <a:pt x="1584" y="5881"/>
                    <a:pt x="3081" y="5881"/>
                  </a:cubicBezTo>
                  <a:cubicBezTo>
                    <a:pt x="3084" y="5881"/>
                    <a:pt x="3087" y="5881"/>
                    <a:pt x="3090" y="5881"/>
                  </a:cubicBezTo>
                  <a:cubicBezTo>
                    <a:pt x="3515" y="5881"/>
                    <a:pt x="3934" y="5788"/>
                    <a:pt x="4319" y="5608"/>
                  </a:cubicBezTo>
                  <a:cubicBezTo>
                    <a:pt x="5684" y="4979"/>
                    <a:pt x="6351" y="3424"/>
                    <a:pt x="5874" y="2001"/>
                  </a:cubicBezTo>
                  <a:cubicBezTo>
                    <a:pt x="5462" y="785"/>
                    <a:pt x="4324" y="0"/>
                    <a:pt x="309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" name="Google Shape;913;p41"/>
            <p:cNvSpPr/>
            <p:nvPr/>
          </p:nvSpPr>
          <p:spPr>
            <a:xfrm rot="860400">
              <a:off x="1942920" y="555120"/>
              <a:ext cx="181800" cy="168480"/>
            </a:xfrm>
            <a:custGeom>
              <a:avLst/>
              <a:gdLst>
                <a:gd name="textAreaLeft" fmla="*/ 0 w 181800"/>
                <a:gd name="textAreaRight" fmla="*/ 182160 w 181800"/>
                <a:gd name="textAreaTop" fmla="*/ 0 h 168480"/>
                <a:gd name="textAreaBottom" fmla="*/ 168840 h 168480"/>
              </a:gdLst>
              <a:ahLst/>
              <a:cxnLst/>
              <a:rect l="textAreaLeft" t="textAreaTop" r="textAreaRight" b="textAreaBottom"/>
              <a:pathLst>
                <a:path w="5129" h="4747">
                  <a:moveTo>
                    <a:pt x="2480" y="213"/>
                  </a:moveTo>
                  <a:cubicBezTo>
                    <a:pt x="2484" y="213"/>
                    <a:pt x="2488" y="213"/>
                    <a:pt x="2491" y="213"/>
                  </a:cubicBezTo>
                  <a:cubicBezTo>
                    <a:pt x="3354" y="213"/>
                    <a:pt x="4129" y="720"/>
                    <a:pt x="4475" y="1510"/>
                  </a:cubicBezTo>
                  <a:cubicBezTo>
                    <a:pt x="4860" y="2387"/>
                    <a:pt x="4622" y="3416"/>
                    <a:pt x="3890" y="4035"/>
                  </a:cubicBezTo>
                  <a:cubicBezTo>
                    <a:pt x="3486" y="4375"/>
                    <a:pt x="2985" y="4549"/>
                    <a:pt x="2484" y="4549"/>
                  </a:cubicBezTo>
                  <a:cubicBezTo>
                    <a:pt x="2073" y="4549"/>
                    <a:pt x="1662" y="4432"/>
                    <a:pt x="1302" y="4195"/>
                  </a:cubicBezTo>
                  <a:cubicBezTo>
                    <a:pt x="498" y="3669"/>
                    <a:pt x="137" y="2680"/>
                    <a:pt x="410" y="1758"/>
                  </a:cubicBezTo>
                  <a:cubicBezTo>
                    <a:pt x="687" y="841"/>
                    <a:pt x="1525" y="213"/>
                    <a:pt x="2480" y="213"/>
                  </a:cubicBezTo>
                  <a:close/>
                  <a:moveTo>
                    <a:pt x="2496" y="0"/>
                  </a:moveTo>
                  <a:cubicBezTo>
                    <a:pt x="2325" y="0"/>
                    <a:pt x="2152" y="19"/>
                    <a:pt x="1980" y="57"/>
                  </a:cubicBezTo>
                  <a:cubicBezTo>
                    <a:pt x="795" y="320"/>
                    <a:pt x="1" y="1432"/>
                    <a:pt x="132" y="2636"/>
                  </a:cubicBezTo>
                  <a:cubicBezTo>
                    <a:pt x="264" y="3836"/>
                    <a:pt x="1277" y="4746"/>
                    <a:pt x="2487" y="4746"/>
                  </a:cubicBezTo>
                  <a:cubicBezTo>
                    <a:pt x="2490" y="4746"/>
                    <a:pt x="2493" y="4746"/>
                    <a:pt x="2496" y="4746"/>
                  </a:cubicBezTo>
                  <a:cubicBezTo>
                    <a:pt x="2838" y="4746"/>
                    <a:pt x="3174" y="4673"/>
                    <a:pt x="3486" y="4527"/>
                  </a:cubicBezTo>
                  <a:cubicBezTo>
                    <a:pt x="4587" y="4020"/>
                    <a:pt x="5128" y="2762"/>
                    <a:pt x="4739" y="1617"/>
                  </a:cubicBezTo>
                  <a:cubicBezTo>
                    <a:pt x="4410" y="634"/>
                    <a:pt x="3494" y="0"/>
                    <a:pt x="249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4240" bIns="84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" name="Google Shape;914;p41"/>
            <p:cNvSpPr/>
            <p:nvPr/>
          </p:nvSpPr>
          <p:spPr>
            <a:xfrm rot="860400">
              <a:off x="1957680" y="603360"/>
              <a:ext cx="147960" cy="75960"/>
            </a:xfrm>
            <a:custGeom>
              <a:avLst/>
              <a:gdLst>
                <a:gd name="textAreaLeft" fmla="*/ 0 w 147960"/>
                <a:gd name="textAreaRight" fmla="*/ 148320 w 14796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4173" h="2145">
                  <a:moveTo>
                    <a:pt x="4085" y="0"/>
                  </a:moveTo>
                  <a:lnTo>
                    <a:pt x="0" y="1955"/>
                  </a:lnTo>
                  <a:lnTo>
                    <a:pt x="44" y="2043"/>
                  </a:lnTo>
                  <a:lnTo>
                    <a:pt x="44" y="2145"/>
                  </a:lnTo>
                  <a:lnTo>
                    <a:pt x="69" y="2145"/>
                  </a:lnTo>
                  <a:lnTo>
                    <a:pt x="4173" y="185"/>
                  </a:lnTo>
                  <a:lnTo>
                    <a:pt x="4085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8160" bIns="381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" name="Google Shape;915;p41"/>
            <p:cNvSpPr/>
            <p:nvPr/>
          </p:nvSpPr>
          <p:spPr>
            <a:xfrm rot="860400">
              <a:off x="1770840" y="747000"/>
              <a:ext cx="222480" cy="207360"/>
            </a:xfrm>
            <a:custGeom>
              <a:avLst/>
              <a:gdLst>
                <a:gd name="textAreaLeft" fmla="*/ 0 w 222480"/>
                <a:gd name="textAreaRight" fmla="*/ 222840 w 222480"/>
                <a:gd name="textAreaTop" fmla="*/ 0 h 207360"/>
                <a:gd name="textAreaBottom" fmla="*/ 207720 h 207360"/>
              </a:gdLst>
              <a:ahLst/>
              <a:cxnLst/>
              <a:rect l="textAreaLeft" t="textAreaTop" r="textAreaRight" b="textAreaBottom"/>
              <a:pathLst>
                <a:path w="6274" h="5848">
                  <a:moveTo>
                    <a:pt x="3208" y="192"/>
                  </a:moveTo>
                  <a:cubicBezTo>
                    <a:pt x="4271" y="192"/>
                    <a:pt x="5244" y="808"/>
                    <a:pt x="5693" y="1778"/>
                  </a:cubicBezTo>
                  <a:cubicBezTo>
                    <a:pt x="6152" y="2777"/>
                    <a:pt x="5966" y="3957"/>
                    <a:pt x="5221" y="4766"/>
                  </a:cubicBezTo>
                  <a:cubicBezTo>
                    <a:pt x="4693" y="5338"/>
                    <a:pt x="3963" y="5645"/>
                    <a:pt x="3217" y="5645"/>
                  </a:cubicBezTo>
                  <a:cubicBezTo>
                    <a:pt x="2902" y="5645"/>
                    <a:pt x="2583" y="5590"/>
                    <a:pt x="2277" y="5477"/>
                  </a:cubicBezTo>
                  <a:lnTo>
                    <a:pt x="2281" y="5477"/>
                  </a:lnTo>
                  <a:cubicBezTo>
                    <a:pt x="858" y="4966"/>
                    <a:pt x="127" y="3391"/>
                    <a:pt x="658" y="1978"/>
                  </a:cubicBezTo>
                  <a:cubicBezTo>
                    <a:pt x="1043" y="944"/>
                    <a:pt x="2008" y="238"/>
                    <a:pt x="3110" y="194"/>
                  </a:cubicBezTo>
                  <a:cubicBezTo>
                    <a:pt x="3143" y="193"/>
                    <a:pt x="3175" y="192"/>
                    <a:pt x="3208" y="192"/>
                  </a:cubicBezTo>
                  <a:close/>
                  <a:moveTo>
                    <a:pt x="3222" y="1"/>
                  </a:moveTo>
                  <a:cubicBezTo>
                    <a:pt x="1927" y="1"/>
                    <a:pt x="758" y="862"/>
                    <a:pt x="405" y="2153"/>
                  </a:cubicBezTo>
                  <a:cubicBezTo>
                    <a:pt x="0" y="3611"/>
                    <a:pt x="785" y="5136"/>
                    <a:pt x="2208" y="5668"/>
                  </a:cubicBezTo>
                  <a:cubicBezTo>
                    <a:pt x="2530" y="5785"/>
                    <a:pt x="2871" y="5848"/>
                    <a:pt x="3212" y="5848"/>
                  </a:cubicBezTo>
                  <a:cubicBezTo>
                    <a:pt x="3216" y="5848"/>
                    <a:pt x="3219" y="5848"/>
                    <a:pt x="3222" y="5848"/>
                  </a:cubicBezTo>
                  <a:cubicBezTo>
                    <a:pt x="4734" y="5848"/>
                    <a:pt x="5996" y="4694"/>
                    <a:pt x="6137" y="3191"/>
                  </a:cubicBezTo>
                  <a:cubicBezTo>
                    <a:pt x="6273" y="1680"/>
                    <a:pt x="5235" y="320"/>
                    <a:pt x="3744" y="48"/>
                  </a:cubicBezTo>
                  <a:cubicBezTo>
                    <a:pt x="3569" y="16"/>
                    <a:pt x="3394" y="1"/>
                    <a:pt x="322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" name="Google Shape;916;p41"/>
            <p:cNvSpPr/>
            <p:nvPr/>
          </p:nvSpPr>
          <p:spPr>
            <a:xfrm rot="860400">
              <a:off x="1777680" y="766440"/>
              <a:ext cx="208440" cy="168120"/>
            </a:xfrm>
            <a:custGeom>
              <a:avLst/>
              <a:gdLst>
                <a:gd name="textAreaLeft" fmla="*/ 0 w 208440"/>
                <a:gd name="textAreaRight" fmla="*/ 208800 w 208440"/>
                <a:gd name="textAreaTop" fmla="*/ 0 h 168120"/>
                <a:gd name="textAreaBottom" fmla="*/ 168480 h 168120"/>
              </a:gdLst>
              <a:ahLst/>
              <a:cxnLst/>
              <a:rect l="textAreaLeft" t="textAreaTop" r="textAreaRight" b="textAreaBottom"/>
              <a:pathLst>
                <a:path w="5874" h="4741">
                  <a:moveTo>
                    <a:pt x="3022" y="207"/>
                  </a:moveTo>
                  <a:cubicBezTo>
                    <a:pt x="3880" y="207"/>
                    <a:pt x="4660" y="714"/>
                    <a:pt x="5006" y="1504"/>
                  </a:cubicBezTo>
                  <a:cubicBezTo>
                    <a:pt x="5386" y="2381"/>
                    <a:pt x="5147" y="3410"/>
                    <a:pt x="4416" y="4029"/>
                  </a:cubicBezTo>
                  <a:cubicBezTo>
                    <a:pt x="4015" y="4369"/>
                    <a:pt x="3516" y="4541"/>
                    <a:pt x="3016" y="4541"/>
                  </a:cubicBezTo>
                  <a:cubicBezTo>
                    <a:pt x="2605" y="4541"/>
                    <a:pt x="2193" y="4425"/>
                    <a:pt x="1833" y="4190"/>
                  </a:cubicBezTo>
                  <a:cubicBezTo>
                    <a:pt x="1029" y="3663"/>
                    <a:pt x="663" y="2674"/>
                    <a:pt x="936" y="1757"/>
                  </a:cubicBezTo>
                  <a:cubicBezTo>
                    <a:pt x="1214" y="836"/>
                    <a:pt x="2057" y="207"/>
                    <a:pt x="3017" y="207"/>
                  </a:cubicBezTo>
                  <a:close/>
                  <a:moveTo>
                    <a:pt x="3010" y="0"/>
                  </a:moveTo>
                  <a:cubicBezTo>
                    <a:pt x="2259" y="0"/>
                    <a:pt x="1505" y="350"/>
                    <a:pt x="1033" y="1075"/>
                  </a:cubicBezTo>
                  <a:cubicBezTo>
                    <a:pt x="1" y="2649"/>
                    <a:pt x="1130" y="4739"/>
                    <a:pt x="3015" y="4740"/>
                  </a:cubicBezTo>
                  <a:lnTo>
                    <a:pt x="3015" y="4740"/>
                  </a:lnTo>
                  <a:cubicBezTo>
                    <a:pt x="4724" y="4739"/>
                    <a:pt x="5873" y="2990"/>
                    <a:pt x="5186" y="1421"/>
                  </a:cubicBezTo>
                  <a:cubicBezTo>
                    <a:pt x="4777" y="487"/>
                    <a:pt x="3896" y="0"/>
                    <a:pt x="3010" y="0"/>
                  </a:cubicBezTo>
                  <a:close/>
                  <a:moveTo>
                    <a:pt x="3015" y="4740"/>
                  </a:moveTo>
                  <a:cubicBezTo>
                    <a:pt x="3014" y="4740"/>
                    <a:pt x="3013" y="4740"/>
                    <a:pt x="3012" y="4740"/>
                  </a:cubicBezTo>
                  <a:lnTo>
                    <a:pt x="3017" y="4740"/>
                  </a:lnTo>
                  <a:cubicBezTo>
                    <a:pt x="3016" y="4740"/>
                    <a:pt x="3016" y="4740"/>
                    <a:pt x="3015" y="474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4240" bIns="84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" name="Google Shape;917;p41"/>
            <p:cNvSpPr/>
            <p:nvPr/>
          </p:nvSpPr>
          <p:spPr>
            <a:xfrm rot="860400">
              <a:off x="1810800" y="816480"/>
              <a:ext cx="147960" cy="75600"/>
            </a:xfrm>
            <a:custGeom>
              <a:avLst/>
              <a:gdLst>
                <a:gd name="textAreaLeft" fmla="*/ 0 w 147960"/>
                <a:gd name="textAreaRight" fmla="*/ 148320 w 147960"/>
                <a:gd name="textAreaTop" fmla="*/ 0 h 75600"/>
                <a:gd name="textAreaBottom" fmla="*/ 75960 h 75600"/>
              </a:gdLst>
              <a:ahLst/>
              <a:cxnLst/>
              <a:rect l="textAreaLeft" t="textAreaTop" r="textAreaRight" b="textAreaBottom"/>
              <a:pathLst>
                <a:path w="4178" h="2136">
                  <a:moveTo>
                    <a:pt x="4090" y="1"/>
                  </a:moveTo>
                  <a:lnTo>
                    <a:pt x="0" y="1951"/>
                  </a:lnTo>
                  <a:lnTo>
                    <a:pt x="88" y="2136"/>
                  </a:lnTo>
                  <a:lnTo>
                    <a:pt x="4178" y="186"/>
                  </a:lnTo>
                  <a:lnTo>
                    <a:pt x="4090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7800" bIns="378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" name="Google Shape;918;p41"/>
            <p:cNvSpPr/>
            <p:nvPr/>
          </p:nvSpPr>
          <p:spPr>
            <a:xfrm rot="860400">
              <a:off x="1624680" y="961560"/>
              <a:ext cx="220680" cy="205920"/>
            </a:xfrm>
            <a:custGeom>
              <a:avLst/>
              <a:gdLst>
                <a:gd name="textAreaLeft" fmla="*/ 0 w 220680"/>
                <a:gd name="textAreaRight" fmla="*/ 221040 w 220680"/>
                <a:gd name="textAreaTop" fmla="*/ 0 h 205920"/>
                <a:gd name="textAreaBottom" fmla="*/ 206280 h 205920"/>
              </a:gdLst>
              <a:ahLst/>
              <a:cxnLst/>
              <a:rect l="textAreaLeft" t="textAreaTop" r="textAreaRight" b="textAreaBottom"/>
              <a:pathLst>
                <a:path w="6225" h="5809">
                  <a:moveTo>
                    <a:pt x="3203" y="150"/>
                  </a:moveTo>
                  <a:cubicBezTo>
                    <a:pt x="4899" y="150"/>
                    <a:pt x="6181" y="1685"/>
                    <a:pt x="5879" y="3357"/>
                  </a:cubicBezTo>
                  <a:cubicBezTo>
                    <a:pt x="5640" y="4697"/>
                    <a:pt x="4472" y="5602"/>
                    <a:pt x="3198" y="5602"/>
                  </a:cubicBezTo>
                  <a:cubicBezTo>
                    <a:pt x="2887" y="5602"/>
                    <a:pt x="2569" y="5548"/>
                    <a:pt x="2257" y="5434"/>
                  </a:cubicBezTo>
                  <a:cubicBezTo>
                    <a:pt x="1014" y="4975"/>
                    <a:pt x="283" y="3698"/>
                    <a:pt x="517" y="2397"/>
                  </a:cubicBezTo>
                  <a:cubicBezTo>
                    <a:pt x="746" y="1095"/>
                    <a:pt x="1882" y="150"/>
                    <a:pt x="3203" y="150"/>
                  </a:cubicBezTo>
                  <a:close/>
                  <a:moveTo>
                    <a:pt x="3196" y="1"/>
                  </a:moveTo>
                  <a:cubicBezTo>
                    <a:pt x="1913" y="1"/>
                    <a:pt x="753" y="857"/>
                    <a:pt x="400" y="2134"/>
                  </a:cubicBezTo>
                  <a:cubicBezTo>
                    <a:pt x="0" y="3586"/>
                    <a:pt x="775" y="5097"/>
                    <a:pt x="2184" y="5624"/>
                  </a:cubicBezTo>
                  <a:cubicBezTo>
                    <a:pt x="2511" y="5746"/>
                    <a:pt x="2852" y="5804"/>
                    <a:pt x="3198" y="5809"/>
                  </a:cubicBezTo>
                  <a:cubicBezTo>
                    <a:pt x="4699" y="5809"/>
                    <a:pt x="5957" y="4659"/>
                    <a:pt x="6093" y="3162"/>
                  </a:cubicBezTo>
                  <a:cubicBezTo>
                    <a:pt x="6225" y="1666"/>
                    <a:pt x="5196" y="316"/>
                    <a:pt x="3715" y="47"/>
                  </a:cubicBezTo>
                  <a:cubicBezTo>
                    <a:pt x="3541" y="16"/>
                    <a:pt x="3367" y="1"/>
                    <a:pt x="319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" name="Google Shape;919;p41"/>
            <p:cNvSpPr/>
            <p:nvPr/>
          </p:nvSpPr>
          <p:spPr>
            <a:xfrm rot="860400">
              <a:off x="1645920" y="979560"/>
              <a:ext cx="180000" cy="167760"/>
            </a:xfrm>
            <a:custGeom>
              <a:avLst/>
              <a:gdLst>
                <a:gd name="textAreaLeft" fmla="*/ 0 w 180000"/>
                <a:gd name="textAreaRight" fmla="*/ 180360 w 180000"/>
                <a:gd name="textAreaTop" fmla="*/ 0 h 167760"/>
                <a:gd name="textAreaBottom" fmla="*/ 168120 h 167760"/>
              </a:gdLst>
              <a:ahLst/>
              <a:cxnLst/>
              <a:rect l="textAreaLeft" t="textAreaTop" r="textAreaRight" b="textAreaBottom"/>
              <a:pathLst>
                <a:path w="5075" h="4732">
                  <a:moveTo>
                    <a:pt x="2608" y="198"/>
                  </a:moveTo>
                  <a:cubicBezTo>
                    <a:pt x="2861" y="198"/>
                    <a:pt x="3115" y="242"/>
                    <a:pt x="3354" y="335"/>
                  </a:cubicBezTo>
                  <a:cubicBezTo>
                    <a:pt x="3909" y="535"/>
                    <a:pt x="4353" y="954"/>
                    <a:pt x="4587" y="1495"/>
                  </a:cubicBezTo>
                  <a:cubicBezTo>
                    <a:pt x="4972" y="2372"/>
                    <a:pt x="4733" y="3401"/>
                    <a:pt x="4002" y="4020"/>
                  </a:cubicBezTo>
                  <a:cubicBezTo>
                    <a:pt x="3602" y="4359"/>
                    <a:pt x="3104" y="4531"/>
                    <a:pt x="2605" y="4531"/>
                  </a:cubicBezTo>
                  <a:cubicBezTo>
                    <a:pt x="2193" y="4531"/>
                    <a:pt x="1780" y="4414"/>
                    <a:pt x="1419" y="4176"/>
                  </a:cubicBezTo>
                  <a:cubicBezTo>
                    <a:pt x="614" y="3654"/>
                    <a:pt x="254" y="2665"/>
                    <a:pt x="527" y="1744"/>
                  </a:cubicBezTo>
                  <a:cubicBezTo>
                    <a:pt x="800" y="827"/>
                    <a:pt x="1648" y="198"/>
                    <a:pt x="2603" y="198"/>
                  </a:cubicBezTo>
                  <a:close/>
                  <a:moveTo>
                    <a:pt x="2605" y="1"/>
                  </a:moveTo>
                  <a:cubicBezTo>
                    <a:pt x="1554" y="1"/>
                    <a:pt x="606" y="701"/>
                    <a:pt x="322" y="1748"/>
                  </a:cubicBezTo>
                  <a:cubicBezTo>
                    <a:pt x="0" y="2933"/>
                    <a:pt x="639" y="4166"/>
                    <a:pt x="1789" y="4590"/>
                  </a:cubicBezTo>
                  <a:cubicBezTo>
                    <a:pt x="2052" y="4683"/>
                    <a:pt x="2325" y="4731"/>
                    <a:pt x="2603" y="4731"/>
                  </a:cubicBezTo>
                  <a:cubicBezTo>
                    <a:pt x="2606" y="4731"/>
                    <a:pt x="2609" y="4731"/>
                    <a:pt x="2613" y="4731"/>
                  </a:cubicBezTo>
                  <a:cubicBezTo>
                    <a:pt x="3837" y="4731"/>
                    <a:pt x="4855" y="3792"/>
                    <a:pt x="4967" y="2577"/>
                  </a:cubicBezTo>
                  <a:cubicBezTo>
                    <a:pt x="5074" y="1354"/>
                    <a:pt x="4231" y="252"/>
                    <a:pt x="3022" y="38"/>
                  </a:cubicBezTo>
                  <a:cubicBezTo>
                    <a:pt x="2882" y="13"/>
                    <a:pt x="2743" y="1"/>
                    <a:pt x="260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" name="Google Shape;920;p41"/>
            <p:cNvSpPr/>
            <p:nvPr/>
          </p:nvSpPr>
          <p:spPr>
            <a:xfrm rot="860400">
              <a:off x="1664640" y="1028880"/>
              <a:ext cx="147960" cy="75960"/>
            </a:xfrm>
            <a:custGeom>
              <a:avLst/>
              <a:gdLst>
                <a:gd name="textAreaLeft" fmla="*/ 0 w 147960"/>
                <a:gd name="textAreaRight" fmla="*/ 148320 w 14796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4178" h="2146">
                  <a:moveTo>
                    <a:pt x="4090" y="0"/>
                  </a:moveTo>
                  <a:lnTo>
                    <a:pt x="0" y="1950"/>
                  </a:lnTo>
                  <a:lnTo>
                    <a:pt x="44" y="2038"/>
                  </a:lnTo>
                  <a:lnTo>
                    <a:pt x="44" y="2145"/>
                  </a:lnTo>
                  <a:lnTo>
                    <a:pt x="68" y="2145"/>
                  </a:lnTo>
                  <a:lnTo>
                    <a:pt x="4177" y="186"/>
                  </a:lnTo>
                  <a:lnTo>
                    <a:pt x="4090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8160" bIns="381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" name="Google Shape;921;p41"/>
            <p:cNvSpPr/>
            <p:nvPr/>
          </p:nvSpPr>
          <p:spPr>
            <a:xfrm rot="860400">
              <a:off x="1481760" y="1172880"/>
              <a:ext cx="225360" cy="208440"/>
            </a:xfrm>
            <a:custGeom>
              <a:avLst/>
              <a:gdLst>
                <a:gd name="textAreaLeft" fmla="*/ 0 w 225360"/>
                <a:gd name="textAreaRight" fmla="*/ 225720 w 225360"/>
                <a:gd name="textAreaTop" fmla="*/ 0 h 208440"/>
                <a:gd name="textAreaBottom" fmla="*/ 208800 h 208440"/>
              </a:gdLst>
              <a:ahLst/>
              <a:cxnLst/>
              <a:rect l="textAreaLeft" t="textAreaTop" r="textAreaRight" b="textAreaBottom"/>
              <a:pathLst>
                <a:path w="6352" h="5880">
                  <a:moveTo>
                    <a:pt x="3086" y="226"/>
                  </a:moveTo>
                  <a:cubicBezTo>
                    <a:pt x="3089" y="226"/>
                    <a:pt x="3092" y="226"/>
                    <a:pt x="3096" y="226"/>
                  </a:cubicBezTo>
                  <a:cubicBezTo>
                    <a:pt x="4792" y="226"/>
                    <a:pt x="6079" y="1761"/>
                    <a:pt x="5777" y="3428"/>
                  </a:cubicBezTo>
                  <a:cubicBezTo>
                    <a:pt x="5538" y="4770"/>
                    <a:pt x="4373" y="5676"/>
                    <a:pt x="3098" y="5676"/>
                  </a:cubicBezTo>
                  <a:cubicBezTo>
                    <a:pt x="2785" y="5676"/>
                    <a:pt x="2465" y="5621"/>
                    <a:pt x="2150" y="5505"/>
                  </a:cubicBezTo>
                  <a:cubicBezTo>
                    <a:pt x="912" y="5046"/>
                    <a:pt x="181" y="3769"/>
                    <a:pt x="410" y="2468"/>
                  </a:cubicBezTo>
                  <a:cubicBezTo>
                    <a:pt x="643" y="1175"/>
                    <a:pt x="1769" y="226"/>
                    <a:pt x="3086" y="226"/>
                  </a:cubicBezTo>
                  <a:close/>
                  <a:moveTo>
                    <a:pt x="3086" y="1"/>
                  </a:moveTo>
                  <a:cubicBezTo>
                    <a:pt x="2876" y="1"/>
                    <a:pt x="2664" y="23"/>
                    <a:pt x="2452" y="70"/>
                  </a:cubicBezTo>
                  <a:cubicBezTo>
                    <a:pt x="985" y="396"/>
                    <a:pt x="1" y="1771"/>
                    <a:pt x="166" y="3263"/>
                  </a:cubicBezTo>
                  <a:cubicBezTo>
                    <a:pt x="327" y="4754"/>
                    <a:pt x="1590" y="5880"/>
                    <a:pt x="3091" y="5880"/>
                  </a:cubicBezTo>
                  <a:cubicBezTo>
                    <a:pt x="3515" y="5880"/>
                    <a:pt x="3934" y="5787"/>
                    <a:pt x="4319" y="5607"/>
                  </a:cubicBezTo>
                  <a:cubicBezTo>
                    <a:pt x="5684" y="4978"/>
                    <a:pt x="6352" y="3423"/>
                    <a:pt x="5869" y="2000"/>
                  </a:cubicBezTo>
                  <a:cubicBezTo>
                    <a:pt x="5461" y="783"/>
                    <a:pt x="4322" y="1"/>
                    <a:pt x="308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" name="Google Shape;922;p41"/>
            <p:cNvSpPr/>
            <p:nvPr/>
          </p:nvSpPr>
          <p:spPr>
            <a:xfrm rot="860400">
              <a:off x="1489320" y="1192680"/>
              <a:ext cx="201600" cy="167760"/>
            </a:xfrm>
            <a:custGeom>
              <a:avLst/>
              <a:gdLst>
                <a:gd name="textAreaLeft" fmla="*/ 0 w 201600"/>
                <a:gd name="textAreaRight" fmla="*/ 201960 w 201600"/>
                <a:gd name="textAreaTop" fmla="*/ 0 h 167760"/>
                <a:gd name="textAreaBottom" fmla="*/ 168120 h 167760"/>
              </a:gdLst>
              <a:ahLst/>
              <a:cxnLst/>
              <a:rect l="textAreaLeft" t="textAreaTop" r="textAreaRight" b="textAreaBottom"/>
              <a:pathLst>
                <a:path w="5681" h="4734">
                  <a:moveTo>
                    <a:pt x="2894" y="1"/>
                  </a:moveTo>
                  <a:cubicBezTo>
                    <a:pt x="2843" y="1"/>
                    <a:pt x="2792" y="2"/>
                    <a:pt x="2740" y="5"/>
                  </a:cubicBezTo>
                  <a:cubicBezTo>
                    <a:pt x="1034" y="108"/>
                    <a:pt x="0" y="1936"/>
                    <a:pt x="785" y="3452"/>
                  </a:cubicBezTo>
                  <a:lnTo>
                    <a:pt x="965" y="3359"/>
                  </a:lnTo>
                  <a:cubicBezTo>
                    <a:pt x="556" y="2564"/>
                    <a:pt x="673" y="1604"/>
                    <a:pt x="1268" y="932"/>
                  </a:cubicBezTo>
                  <a:cubicBezTo>
                    <a:pt x="1686" y="458"/>
                    <a:pt x="2282" y="200"/>
                    <a:pt x="2892" y="200"/>
                  </a:cubicBezTo>
                  <a:cubicBezTo>
                    <a:pt x="3141" y="200"/>
                    <a:pt x="3393" y="243"/>
                    <a:pt x="3637" y="332"/>
                  </a:cubicBezTo>
                  <a:cubicBezTo>
                    <a:pt x="5065" y="858"/>
                    <a:pt x="5518" y="2652"/>
                    <a:pt x="4509" y="3793"/>
                  </a:cubicBezTo>
                  <a:cubicBezTo>
                    <a:pt x="4073" y="4288"/>
                    <a:pt x="3479" y="4526"/>
                    <a:pt x="2891" y="4526"/>
                  </a:cubicBezTo>
                  <a:cubicBezTo>
                    <a:pt x="2124" y="4526"/>
                    <a:pt x="1365" y="4123"/>
                    <a:pt x="970" y="3359"/>
                  </a:cubicBezTo>
                  <a:lnTo>
                    <a:pt x="785" y="3452"/>
                  </a:lnTo>
                  <a:cubicBezTo>
                    <a:pt x="1195" y="4236"/>
                    <a:pt x="2004" y="4733"/>
                    <a:pt x="2891" y="4733"/>
                  </a:cubicBezTo>
                  <a:cubicBezTo>
                    <a:pt x="3880" y="4733"/>
                    <a:pt x="4767" y="4114"/>
                    <a:pt x="5109" y="3183"/>
                  </a:cubicBezTo>
                  <a:cubicBezTo>
                    <a:pt x="5680" y="1629"/>
                    <a:pt x="4520" y="1"/>
                    <a:pt x="289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" name="Google Shape;923;p41"/>
            <p:cNvSpPr/>
            <p:nvPr/>
          </p:nvSpPr>
          <p:spPr>
            <a:xfrm rot="860400">
              <a:off x="1518120" y="1241640"/>
              <a:ext cx="147960" cy="75960"/>
            </a:xfrm>
            <a:custGeom>
              <a:avLst/>
              <a:gdLst>
                <a:gd name="textAreaLeft" fmla="*/ 0 w 147960"/>
                <a:gd name="textAreaRight" fmla="*/ 148320 w 14796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4174" h="2146">
                  <a:moveTo>
                    <a:pt x="4085" y="0"/>
                  </a:moveTo>
                  <a:lnTo>
                    <a:pt x="1" y="1950"/>
                  </a:lnTo>
                  <a:lnTo>
                    <a:pt x="45" y="2043"/>
                  </a:lnTo>
                  <a:lnTo>
                    <a:pt x="45" y="2145"/>
                  </a:lnTo>
                  <a:lnTo>
                    <a:pt x="69" y="2145"/>
                  </a:lnTo>
                  <a:lnTo>
                    <a:pt x="4173" y="186"/>
                  </a:lnTo>
                  <a:lnTo>
                    <a:pt x="4085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8160" bIns="381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" name="Google Shape;924;p41"/>
            <p:cNvSpPr/>
            <p:nvPr/>
          </p:nvSpPr>
          <p:spPr>
            <a:xfrm rot="860400">
              <a:off x="2398680" y="550440"/>
              <a:ext cx="224640" cy="208080"/>
            </a:xfrm>
            <a:custGeom>
              <a:avLst/>
              <a:gdLst>
                <a:gd name="textAreaLeft" fmla="*/ 0 w 224640"/>
                <a:gd name="textAreaRight" fmla="*/ 225000 w 224640"/>
                <a:gd name="textAreaTop" fmla="*/ 0 h 208080"/>
                <a:gd name="textAreaBottom" fmla="*/ 208440 h 208080"/>
              </a:gdLst>
              <a:ahLst/>
              <a:cxnLst/>
              <a:rect l="textAreaLeft" t="textAreaTop" r="textAreaRight" b="textAreaBottom"/>
              <a:pathLst>
                <a:path w="6328" h="5861">
                  <a:moveTo>
                    <a:pt x="3063" y="204"/>
                  </a:moveTo>
                  <a:cubicBezTo>
                    <a:pt x="4126" y="204"/>
                    <a:pt x="5098" y="816"/>
                    <a:pt x="5548" y="1790"/>
                  </a:cubicBezTo>
                  <a:cubicBezTo>
                    <a:pt x="6006" y="2789"/>
                    <a:pt x="5821" y="3969"/>
                    <a:pt x="5075" y="4778"/>
                  </a:cubicBezTo>
                  <a:cubicBezTo>
                    <a:pt x="4549" y="5348"/>
                    <a:pt x="3818" y="5654"/>
                    <a:pt x="3071" y="5654"/>
                  </a:cubicBezTo>
                  <a:cubicBezTo>
                    <a:pt x="2757" y="5654"/>
                    <a:pt x="2441" y="5601"/>
                    <a:pt x="2136" y="5490"/>
                  </a:cubicBezTo>
                  <a:cubicBezTo>
                    <a:pt x="722" y="4963"/>
                    <a:pt x="1" y="3399"/>
                    <a:pt x="517" y="1985"/>
                  </a:cubicBezTo>
                  <a:cubicBezTo>
                    <a:pt x="898" y="952"/>
                    <a:pt x="1863" y="250"/>
                    <a:pt x="2964" y="206"/>
                  </a:cubicBezTo>
                  <a:cubicBezTo>
                    <a:pt x="2997" y="205"/>
                    <a:pt x="3030" y="204"/>
                    <a:pt x="3063" y="204"/>
                  </a:cubicBezTo>
                  <a:close/>
                  <a:moveTo>
                    <a:pt x="3067" y="0"/>
                  </a:moveTo>
                  <a:cubicBezTo>
                    <a:pt x="2661" y="0"/>
                    <a:pt x="2247" y="86"/>
                    <a:pt x="1848" y="269"/>
                  </a:cubicBezTo>
                  <a:cubicBezTo>
                    <a:pt x="771" y="762"/>
                    <a:pt x="98" y="1858"/>
                    <a:pt x="147" y="3043"/>
                  </a:cubicBezTo>
                  <a:cubicBezTo>
                    <a:pt x="196" y="4227"/>
                    <a:pt x="951" y="5265"/>
                    <a:pt x="2063" y="5675"/>
                  </a:cubicBezTo>
                  <a:cubicBezTo>
                    <a:pt x="2384" y="5797"/>
                    <a:pt x="2730" y="5860"/>
                    <a:pt x="3072" y="5860"/>
                  </a:cubicBezTo>
                  <a:cubicBezTo>
                    <a:pt x="4938" y="5855"/>
                    <a:pt x="6328" y="4125"/>
                    <a:pt x="5928" y="2302"/>
                  </a:cubicBezTo>
                  <a:cubicBezTo>
                    <a:pt x="5622" y="907"/>
                    <a:pt x="4389" y="0"/>
                    <a:pt x="306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" name="Google Shape;925;p41"/>
            <p:cNvSpPr/>
            <p:nvPr/>
          </p:nvSpPr>
          <p:spPr>
            <a:xfrm rot="860400">
              <a:off x="2401200" y="568800"/>
              <a:ext cx="208440" cy="168120"/>
            </a:xfrm>
            <a:custGeom>
              <a:avLst/>
              <a:gdLst>
                <a:gd name="textAreaLeft" fmla="*/ 0 w 208440"/>
                <a:gd name="textAreaRight" fmla="*/ 208800 w 208440"/>
                <a:gd name="textAreaTop" fmla="*/ 0 h 168120"/>
                <a:gd name="textAreaBottom" fmla="*/ 168480 h 168120"/>
              </a:gdLst>
              <a:ahLst/>
              <a:cxnLst/>
              <a:rect l="textAreaLeft" t="textAreaTop" r="textAreaRight" b="textAreaBottom"/>
              <a:pathLst>
                <a:path w="5873" h="4742">
                  <a:moveTo>
                    <a:pt x="3017" y="204"/>
                  </a:moveTo>
                  <a:lnTo>
                    <a:pt x="3017" y="208"/>
                  </a:lnTo>
                  <a:cubicBezTo>
                    <a:pt x="3875" y="208"/>
                    <a:pt x="4655" y="715"/>
                    <a:pt x="4996" y="1500"/>
                  </a:cubicBezTo>
                  <a:cubicBezTo>
                    <a:pt x="5381" y="2382"/>
                    <a:pt x="5147" y="3406"/>
                    <a:pt x="4411" y="4030"/>
                  </a:cubicBezTo>
                  <a:cubicBezTo>
                    <a:pt x="4011" y="4369"/>
                    <a:pt x="3514" y="4541"/>
                    <a:pt x="3014" y="4541"/>
                  </a:cubicBezTo>
                  <a:cubicBezTo>
                    <a:pt x="2601" y="4541"/>
                    <a:pt x="2187" y="4424"/>
                    <a:pt x="1823" y="4186"/>
                  </a:cubicBezTo>
                  <a:cubicBezTo>
                    <a:pt x="1024" y="3659"/>
                    <a:pt x="658" y="2670"/>
                    <a:pt x="936" y="1749"/>
                  </a:cubicBezTo>
                  <a:cubicBezTo>
                    <a:pt x="1214" y="832"/>
                    <a:pt x="2057" y="204"/>
                    <a:pt x="3017" y="204"/>
                  </a:cubicBezTo>
                  <a:close/>
                  <a:moveTo>
                    <a:pt x="3008" y="1"/>
                  </a:moveTo>
                  <a:cubicBezTo>
                    <a:pt x="2257" y="1"/>
                    <a:pt x="1502" y="350"/>
                    <a:pt x="1029" y="1071"/>
                  </a:cubicBezTo>
                  <a:cubicBezTo>
                    <a:pt x="0" y="2650"/>
                    <a:pt x="1131" y="4737"/>
                    <a:pt x="3013" y="4742"/>
                  </a:cubicBezTo>
                  <a:cubicBezTo>
                    <a:pt x="3015" y="4742"/>
                    <a:pt x="3017" y="4742"/>
                    <a:pt x="3020" y="4742"/>
                  </a:cubicBezTo>
                  <a:cubicBezTo>
                    <a:pt x="4727" y="4742"/>
                    <a:pt x="5873" y="2985"/>
                    <a:pt x="5186" y="1422"/>
                  </a:cubicBezTo>
                  <a:cubicBezTo>
                    <a:pt x="4777" y="488"/>
                    <a:pt x="3895" y="1"/>
                    <a:pt x="3008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4240" bIns="84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" name="Google Shape;926;p41"/>
            <p:cNvSpPr/>
            <p:nvPr/>
          </p:nvSpPr>
          <p:spPr>
            <a:xfrm rot="860400">
              <a:off x="2434320" y="618480"/>
              <a:ext cx="147960" cy="75240"/>
            </a:xfrm>
            <a:custGeom>
              <a:avLst/>
              <a:gdLst>
                <a:gd name="textAreaLeft" fmla="*/ 0 w 147960"/>
                <a:gd name="textAreaRight" fmla="*/ 148320 w 147960"/>
                <a:gd name="textAreaTop" fmla="*/ 0 h 75240"/>
                <a:gd name="textAreaBottom" fmla="*/ 75600 h 75240"/>
              </a:gdLst>
              <a:ahLst/>
              <a:cxnLst/>
              <a:rect l="textAreaLeft" t="textAreaTop" r="textAreaRight" b="textAreaBottom"/>
              <a:pathLst>
                <a:path w="4178" h="2131">
                  <a:moveTo>
                    <a:pt x="4090" y="0"/>
                  </a:moveTo>
                  <a:lnTo>
                    <a:pt x="0" y="1945"/>
                  </a:lnTo>
                  <a:lnTo>
                    <a:pt x="88" y="2130"/>
                  </a:lnTo>
                  <a:lnTo>
                    <a:pt x="4178" y="185"/>
                  </a:lnTo>
                  <a:lnTo>
                    <a:pt x="4090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7800" bIns="378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" name="Google Shape;927;p41"/>
            <p:cNvSpPr/>
            <p:nvPr/>
          </p:nvSpPr>
          <p:spPr>
            <a:xfrm rot="860400">
              <a:off x="2247120" y="761400"/>
              <a:ext cx="222840" cy="207720"/>
            </a:xfrm>
            <a:custGeom>
              <a:avLst/>
              <a:gdLst>
                <a:gd name="textAreaLeft" fmla="*/ 0 w 222840"/>
                <a:gd name="textAreaRight" fmla="*/ 223200 w 222840"/>
                <a:gd name="textAreaTop" fmla="*/ 0 h 207720"/>
                <a:gd name="textAreaBottom" fmla="*/ 208080 h 207720"/>
              </a:gdLst>
              <a:ahLst/>
              <a:cxnLst/>
              <a:rect l="textAreaLeft" t="textAreaTop" r="textAreaRight" b="textAreaBottom"/>
              <a:pathLst>
                <a:path w="6279" h="5858">
                  <a:moveTo>
                    <a:pt x="3219" y="206"/>
                  </a:moveTo>
                  <a:cubicBezTo>
                    <a:pt x="4278" y="206"/>
                    <a:pt x="5246" y="821"/>
                    <a:pt x="5693" y="1787"/>
                  </a:cubicBezTo>
                  <a:cubicBezTo>
                    <a:pt x="6152" y="2786"/>
                    <a:pt x="5966" y="3966"/>
                    <a:pt x="5221" y="4775"/>
                  </a:cubicBezTo>
                  <a:cubicBezTo>
                    <a:pt x="4692" y="5345"/>
                    <a:pt x="3960" y="5654"/>
                    <a:pt x="3213" y="5654"/>
                  </a:cubicBezTo>
                  <a:cubicBezTo>
                    <a:pt x="2899" y="5654"/>
                    <a:pt x="2582" y="5599"/>
                    <a:pt x="2277" y="5487"/>
                  </a:cubicBezTo>
                  <a:cubicBezTo>
                    <a:pt x="868" y="4960"/>
                    <a:pt x="146" y="3396"/>
                    <a:pt x="663" y="1987"/>
                  </a:cubicBezTo>
                  <a:cubicBezTo>
                    <a:pt x="1043" y="954"/>
                    <a:pt x="2008" y="252"/>
                    <a:pt x="3110" y="208"/>
                  </a:cubicBezTo>
                  <a:cubicBezTo>
                    <a:pt x="3146" y="206"/>
                    <a:pt x="3183" y="206"/>
                    <a:pt x="3219" y="206"/>
                  </a:cubicBezTo>
                  <a:close/>
                  <a:moveTo>
                    <a:pt x="3222" y="0"/>
                  </a:moveTo>
                  <a:cubicBezTo>
                    <a:pt x="1926" y="0"/>
                    <a:pt x="753" y="862"/>
                    <a:pt x="400" y="2153"/>
                  </a:cubicBezTo>
                  <a:cubicBezTo>
                    <a:pt x="0" y="3620"/>
                    <a:pt x="785" y="5146"/>
                    <a:pt x="2208" y="5672"/>
                  </a:cubicBezTo>
                  <a:cubicBezTo>
                    <a:pt x="2530" y="5794"/>
                    <a:pt x="2871" y="5857"/>
                    <a:pt x="3217" y="5857"/>
                  </a:cubicBezTo>
                  <a:cubicBezTo>
                    <a:pt x="3220" y="5857"/>
                    <a:pt x="3224" y="5857"/>
                    <a:pt x="3227" y="5857"/>
                  </a:cubicBezTo>
                  <a:cubicBezTo>
                    <a:pt x="4739" y="5857"/>
                    <a:pt x="6006" y="4704"/>
                    <a:pt x="6142" y="3196"/>
                  </a:cubicBezTo>
                  <a:cubicBezTo>
                    <a:pt x="6278" y="1685"/>
                    <a:pt x="5240" y="320"/>
                    <a:pt x="3744" y="47"/>
                  </a:cubicBezTo>
                  <a:cubicBezTo>
                    <a:pt x="3569" y="16"/>
                    <a:pt x="3394" y="0"/>
                    <a:pt x="322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" name="Google Shape;928;p41"/>
            <p:cNvSpPr/>
            <p:nvPr/>
          </p:nvSpPr>
          <p:spPr>
            <a:xfrm rot="860400">
              <a:off x="2273040" y="782640"/>
              <a:ext cx="181800" cy="168120"/>
            </a:xfrm>
            <a:custGeom>
              <a:avLst/>
              <a:gdLst>
                <a:gd name="textAreaLeft" fmla="*/ 0 w 181800"/>
                <a:gd name="textAreaRight" fmla="*/ 182160 w 181800"/>
                <a:gd name="textAreaTop" fmla="*/ 0 h 168120"/>
                <a:gd name="textAreaBottom" fmla="*/ 168480 h 168120"/>
              </a:gdLst>
              <a:ahLst/>
              <a:cxnLst/>
              <a:rect l="textAreaLeft" t="textAreaTop" r="textAreaRight" b="textAreaBottom"/>
              <a:pathLst>
                <a:path w="5124" h="4742">
                  <a:moveTo>
                    <a:pt x="2480" y="209"/>
                  </a:moveTo>
                  <a:cubicBezTo>
                    <a:pt x="2484" y="209"/>
                    <a:pt x="2488" y="209"/>
                    <a:pt x="2491" y="209"/>
                  </a:cubicBezTo>
                  <a:cubicBezTo>
                    <a:pt x="3349" y="209"/>
                    <a:pt x="4129" y="716"/>
                    <a:pt x="4475" y="1505"/>
                  </a:cubicBezTo>
                  <a:cubicBezTo>
                    <a:pt x="4860" y="2383"/>
                    <a:pt x="4621" y="3411"/>
                    <a:pt x="3890" y="4030"/>
                  </a:cubicBezTo>
                  <a:cubicBezTo>
                    <a:pt x="3486" y="4372"/>
                    <a:pt x="2987" y="4546"/>
                    <a:pt x="2486" y="4546"/>
                  </a:cubicBezTo>
                  <a:cubicBezTo>
                    <a:pt x="2074" y="4546"/>
                    <a:pt x="1660" y="4428"/>
                    <a:pt x="1297" y="4191"/>
                  </a:cubicBezTo>
                  <a:cubicBezTo>
                    <a:pt x="498" y="3664"/>
                    <a:pt x="132" y="2675"/>
                    <a:pt x="410" y="1754"/>
                  </a:cubicBezTo>
                  <a:cubicBezTo>
                    <a:pt x="682" y="836"/>
                    <a:pt x="1525" y="209"/>
                    <a:pt x="2480" y="209"/>
                  </a:cubicBezTo>
                  <a:close/>
                  <a:moveTo>
                    <a:pt x="2494" y="1"/>
                  </a:moveTo>
                  <a:cubicBezTo>
                    <a:pt x="2324" y="1"/>
                    <a:pt x="2152" y="19"/>
                    <a:pt x="1979" y="57"/>
                  </a:cubicBezTo>
                  <a:cubicBezTo>
                    <a:pt x="795" y="316"/>
                    <a:pt x="1" y="1427"/>
                    <a:pt x="132" y="2631"/>
                  </a:cubicBezTo>
                  <a:cubicBezTo>
                    <a:pt x="263" y="3832"/>
                    <a:pt x="1277" y="4742"/>
                    <a:pt x="2486" y="4742"/>
                  </a:cubicBezTo>
                  <a:cubicBezTo>
                    <a:pt x="2490" y="4742"/>
                    <a:pt x="2493" y="4742"/>
                    <a:pt x="2496" y="4742"/>
                  </a:cubicBezTo>
                  <a:cubicBezTo>
                    <a:pt x="2837" y="4742"/>
                    <a:pt x="3174" y="4669"/>
                    <a:pt x="3486" y="4522"/>
                  </a:cubicBezTo>
                  <a:cubicBezTo>
                    <a:pt x="4587" y="4015"/>
                    <a:pt x="5123" y="2763"/>
                    <a:pt x="4738" y="1612"/>
                  </a:cubicBezTo>
                  <a:cubicBezTo>
                    <a:pt x="4409" y="634"/>
                    <a:pt x="3490" y="1"/>
                    <a:pt x="249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4240" bIns="84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" name="Google Shape;929;p41"/>
            <p:cNvSpPr/>
            <p:nvPr/>
          </p:nvSpPr>
          <p:spPr>
            <a:xfrm rot="860400">
              <a:off x="2287800" y="830880"/>
              <a:ext cx="147960" cy="75960"/>
            </a:xfrm>
            <a:custGeom>
              <a:avLst/>
              <a:gdLst>
                <a:gd name="textAreaLeft" fmla="*/ 0 w 147960"/>
                <a:gd name="textAreaRight" fmla="*/ 148320 w 14796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4173" h="2146">
                  <a:moveTo>
                    <a:pt x="4085" y="1"/>
                  </a:moveTo>
                  <a:lnTo>
                    <a:pt x="0" y="1950"/>
                  </a:lnTo>
                  <a:lnTo>
                    <a:pt x="39" y="2038"/>
                  </a:lnTo>
                  <a:lnTo>
                    <a:pt x="44" y="2145"/>
                  </a:lnTo>
                  <a:lnTo>
                    <a:pt x="64" y="2145"/>
                  </a:lnTo>
                  <a:lnTo>
                    <a:pt x="4173" y="181"/>
                  </a:lnTo>
                  <a:lnTo>
                    <a:pt x="4085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8160" bIns="381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" name="Google Shape;930;p41"/>
            <p:cNvSpPr/>
            <p:nvPr/>
          </p:nvSpPr>
          <p:spPr>
            <a:xfrm rot="860400">
              <a:off x="2082960" y="974160"/>
              <a:ext cx="257760" cy="207720"/>
            </a:xfrm>
            <a:custGeom>
              <a:avLst/>
              <a:gdLst>
                <a:gd name="textAreaLeft" fmla="*/ 0 w 257760"/>
                <a:gd name="textAreaRight" fmla="*/ 258120 w 257760"/>
                <a:gd name="textAreaTop" fmla="*/ 0 h 207720"/>
                <a:gd name="textAreaBottom" fmla="*/ 208080 h 207720"/>
              </a:gdLst>
              <a:ahLst/>
              <a:cxnLst/>
              <a:rect l="textAreaLeft" t="textAreaTop" r="textAreaRight" b="textAreaBottom"/>
              <a:pathLst>
                <a:path w="7269" h="5860">
                  <a:moveTo>
                    <a:pt x="3725" y="205"/>
                  </a:moveTo>
                  <a:cubicBezTo>
                    <a:pt x="5421" y="210"/>
                    <a:pt x="6703" y="1741"/>
                    <a:pt x="6401" y="3412"/>
                  </a:cubicBezTo>
                  <a:cubicBezTo>
                    <a:pt x="6162" y="4752"/>
                    <a:pt x="4994" y="5658"/>
                    <a:pt x="3720" y="5658"/>
                  </a:cubicBezTo>
                  <a:cubicBezTo>
                    <a:pt x="3409" y="5658"/>
                    <a:pt x="3091" y="5604"/>
                    <a:pt x="2779" y="5489"/>
                  </a:cubicBezTo>
                  <a:cubicBezTo>
                    <a:pt x="1536" y="5036"/>
                    <a:pt x="800" y="3754"/>
                    <a:pt x="1034" y="2452"/>
                  </a:cubicBezTo>
                  <a:cubicBezTo>
                    <a:pt x="1268" y="1151"/>
                    <a:pt x="2404" y="205"/>
                    <a:pt x="3725" y="205"/>
                  </a:cubicBezTo>
                  <a:close/>
                  <a:moveTo>
                    <a:pt x="3715" y="1"/>
                  </a:moveTo>
                  <a:cubicBezTo>
                    <a:pt x="2777" y="1"/>
                    <a:pt x="1835" y="442"/>
                    <a:pt x="1254" y="1351"/>
                  </a:cubicBezTo>
                  <a:cubicBezTo>
                    <a:pt x="1" y="3300"/>
                    <a:pt x="1405" y="5859"/>
                    <a:pt x="3720" y="5859"/>
                  </a:cubicBezTo>
                  <a:cubicBezTo>
                    <a:pt x="5855" y="5854"/>
                    <a:pt x="7268" y="3646"/>
                    <a:pt x="6381" y="1706"/>
                  </a:cubicBezTo>
                  <a:cubicBezTo>
                    <a:pt x="5863" y="582"/>
                    <a:pt x="4792" y="1"/>
                    <a:pt x="371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" name="Google Shape;931;p41"/>
            <p:cNvSpPr/>
            <p:nvPr/>
          </p:nvSpPr>
          <p:spPr>
            <a:xfrm rot="860400">
              <a:off x="2108160" y="994320"/>
              <a:ext cx="208080" cy="168120"/>
            </a:xfrm>
            <a:custGeom>
              <a:avLst/>
              <a:gdLst>
                <a:gd name="textAreaLeft" fmla="*/ 0 w 208080"/>
                <a:gd name="textAreaRight" fmla="*/ 208440 w 208080"/>
                <a:gd name="textAreaTop" fmla="*/ 0 h 168120"/>
                <a:gd name="textAreaBottom" fmla="*/ 168480 h 168120"/>
              </a:gdLst>
              <a:ahLst/>
              <a:cxnLst/>
              <a:rect l="textAreaLeft" t="textAreaTop" r="textAreaRight" b="textAreaBottom"/>
              <a:pathLst>
                <a:path w="5864" h="4738">
                  <a:moveTo>
                    <a:pt x="3012" y="205"/>
                  </a:moveTo>
                  <a:cubicBezTo>
                    <a:pt x="3265" y="205"/>
                    <a:pt x="3524" y="249"/>
                    <a:pt x="3763" y="336"/>
                  </a:cubicBezTo>
                  <a:cubicBezTo>
                    <a:pt x="4816" y="726"/>
                    <a:pt x="5396" y="1857"/>
                    <a:pt x="5103" y="2939"/>
                  </a:cubicBezTo>
                  <a:cubicBezTo>
                    <a:pt x="4845" y="3894"/>
                    <a:pt x="3980" y="4534"/>
                    <a:pt x="3020" y="4534"/>
                  </a:cubicBezTo>
                  <a:cubicBezTo>
                    <a:pt x="2892" y="4534"/>
                    <a:pt x="2762" y="4522"/>
                    <a:pt x="2632" y="4499"/>
                  </a:cubicBezTo>
                  <a:cubicBezTo>
                    <a:pt x="1525" y="4304"/>
                    <a:pt x="755" y="3295"/>
                    <a:pt x="853" y="2179"/>
                  </a:cubicBezTo>
                  <a:cubicBezTo>
                    <a:pt x="955" y="1058"/>
                    <a:pt x="1891" y="205"/>
                    <a:pt x="3012" y="205"/>
                  </a:cubicBezTo>
                  <a:close/>
                  <a:moveTo>
                    <a:pt x="3005" y="0"/>
                  </a:moveTo>
                  <a:cubicBezTo>
                    <a:pt x="2254" y="0"/>
                    <a:pt x="1500" y="350"/>
                    <a:pt x="1028" y="1072"/>
                  </a:cubicBezTo>
                  <a:cubicBezTo>
                    <a:pt x="1" y="2650"/>
                    <a:pt x="1128" y="4738"/>
                    <a:pt x="3005" y="4738"/>
                  </a:cubicBezTo>
                  <a:cubicBezTo>
                    <a:pt x="3008" y="4738"/>
                    <a:pt x="3010" y="4738"/>
                    <a:pt x="3012" y="4738"/>
                  </a:cubicBezTo>
                  <a:cubicBezTo>
                    <a:pt x="4718" y="4738"/>
                    <a:pt x="5863" y="2983"/>
                    <a:pt x="5181" y="1423"/>
                  </a:cubicBezTo>
                  <a:cubicBezTo>
                    <a:pt x="4772" y="487"/>
                    <a:pt x="3891" y="0"/>
                    <a:pt x="300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4240" bIns="84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" name="Google Shape;932;p41"/>
            <p:cNvSpPr/>
            <p:nvPr/>
          </p:nvSpPr>
          <p:spPr>
            <a:xfrm rot="860400">
              <a:off x="2141280" y="1044000"/>
              <a:ext cx="147960" cy="75240"/>
            </a:xfrm>
            <a:custGeom>
              <a:avLst/>
              <a:gdLst>
                <a:gd name="textAreaLeft" fmla="*/ 0 w 147960"/>
                <a:gd name="textAreaRight" fmla="*/ 148320 w 147960"/>
                <a:gd name="textAreaTop" fmla="*/ 0 h 75240"/>
                <a:gd name="textAreaBottom" fmla="*/ 75600 h 75240"/>
              </a:gdLst>
              <a:ahLst/>
              <a:cxnLst/>
              <a:rect l="textAreaLeft" t="textAreaTop" r="textAreaRight" b="textAreaBottom"/>
              <a:pathLst>
                <a:path w="4178" h="2131">
                  <a:moveTo>
                    <a:pt x="4090" y="0"/>
                  </a:moveTo>
                  <a:lnTo>
                    <a:pt x="0" y="1945"/>
                  </a:lnTo>
                  <a:lnTo>
                    <a:pt x="88" y="2130"/>
                  </a:lnTo>
                  <a:lnTo>
                    <a:pt x="4177" y="185"/>
                  </a:lnTo>
                  <a:lnTo>
                    <a:pt x="4090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7800" bIns="378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" name="Google Shape;933;p41"/>
            <p:cNvSpPr/>
            <p:nvPr/>
          </p:nvSpPr>
          <p:spPr>
            <a:xfrm rot="860400">
              <a:off x="1954800" y="1188720"/>
              <a:ext cx="221040" cy="206280"/>
            </a:xfrm>
            <a:custGeom>
              <a:avLst/>
              <a:gdLst>
                <a:gd name="textAreaLeft" fmla="*/ 0 w 221040"/>
                <a:gd name="textAreaRight" fmla="*/ 221400 w 221040"/>
                <a:gd name="textAreaTop" fmla="*/ 0 h 206280"/>
                <a:gd name="textAreaBottom" fmla="*/ 206640 h 206280"/>
              </a:gdLst>
              <a:ahLst/>
              <a:cxnLst/>
              <a:rect l="textAreaLeft" t="textAreaTop" r="textAreaRight" b="textAreaBottom"/>
              <a:pathLst>
                <a:path w="6230" h="5814">
                  <a:moveTo>
                    <a:pt x="3203" y="154"/>
                  </a:moveTo>
                  <a:cubicBezTo>
                    <a:pt x="4899" y="159"/>
                    <a:pt x="6186" y="1690"/>
                    <a:pt x="5884" y="3362"/>
                  </a:cubicBezTo>
                  <a:cubicBezTo>
                    <a:pt x="5645" y="4704"/>
                    <a:pt x="4480" y="5609"/>
                    <a:pt x="3205" y="5609"/>
                  </a:cubicBezTo>
                  <a:cubicBezTo>
                    <a:pt x="2892" y="5609"/>
                    <a:pt x="2572" y="5554"/>
                    <a:pt x="2257" y="5438"/>
                  </a:cubicBezTo>
                  <a:cubicBezTo>
                    <a:pt x="1019" y="4980"/>
                    <a:pt x="283" y="3703"/>
                    <a:pt x="517" y="2401"/>
                  </a:cubicBezTo>
                  <a:cubicBezTo>
                    <a:pt x="751" y="1100"/>
                    <a:pt x="1882" y="154"/>
                    <a:pt x="3203" y="154"/>
                  </a:cubicBezTo>
                  <a:close/>
                  <a:moveTo>
                    <a:pt x="3199" y="0"/>
                  </a:moveTo>
                  <a:cubicBezTo>
                    <a:pt x="1912" y="0"/>
                    <a:pt x="748" y="857"/>
                    <a:pt x="400" y="2138"/>
                  </a:cubicBezTo>
                  <a:cubicBezTo>
                    <a:pt x="0" y="3586"/>
                    <a:pt x="775" y="5102"/>
                    <a:pt x="2189" y="5628"/>
                  </a:cubicBezTo>
                  <a:cubicBezTo>
                    <a:pt x="2511" y="5750"/>
                    <a:pt x="2857" y="5813"/>
                    <a:pt x="3203" y="5813"/>
                  </a:cubicBezTo>
                  <a:cubicBezTo>
                    <a:pt x="4704" y="5813"/>
                    <a:pt x="5962" y="4663"/>
                    <a:pt x="6098" y="3167"/>
                  </a:cubicBezTo>
                  <a:cubicBezTo>
                    <a:pt x="6230" y="1665"/>
                    <a:pt x="5201" y="315"/>
                    <a:pt x="3719" y="47"/>
                  </a:cubicBezTo>
                  <a:cubicBezTo>
                    <a:pt x="3545" y="15"/>
                    <a:pt x="3371" y="0"/>
                    <a:pt x="319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" name="Google Shape;934;p41"/>
            <p:cNvSpPr/>
            <p:nvPr/>
          </p:nvSpPr>
          <p:spPr>
            <a:xfrm rot="860400">
              <a:off x="1980000" y="1208160"/>
              <a:ext cx="181800" cy="168120"/>
            </a:xfrm>
            <a:custGeom>
              <a:avLst/>
              <a:gdLst>
                <a:gd name="textAreaLeft" fmla="*/ 0 w 181800"/>
                <a:gd name="textAreaRight" fmla="*/ 182160 w 181800"/>
                <a:gd name="textAreaTop" fmla="*/ 0 h 168120"/>
                <a:gd name="textAreaBottom" fmla="*/ 168480 h 168120"/>
              </a:gdLst>
              <a:ahLst/>
              <a:cxnLst/>
              <a:rect l="textAreaLeft" t="textAreaTop" r="textAreaRight" b="textAreaBottom"/>
              <a:pathLst>
                <a:path w="5123" h="4745">
                  <a:moveTo>
                    <a:pt x="2496" y="207"/>
                  </a:moveTo>
                  <a:cubicBezTo>
                    <a:pt x="2749" y="207"/>
                    <a:pt x="3003" y="256"/>
                    <a:pt x="3242" y="343"/>
                  </a:cubicBezTo>
                  <a:cubicBezTo>
                    <a:pt x="3797" y="543"/>
                    <a:pt x="4241" y="962"/>
                    <a:pt x="4475" y="1503"/>
                  </a:cubicBezTo>
                  <a:cubicBezTo>
                    <a:pt x="4860" y="2381"/>
                    <a:pt x="4621" y="3409"/>
                    <a:pt x="3890" y="4028"/>
                  </a:cubicBezTo>
                  <a:cubicBezTo>
                    <a:pt x="3489" y="4367"/>
                    <a:pt x="2992" y="4540"/>
                    <a:pt x="2493" y="4540"/>
                  </a:cubicBezTo>
                  <a:cubicBezTo>
                    <a:pt x="2081" y="4540"/>
                    <a:pt x="1668" y="4422"/>
                    <a:pt x="1306" y="4184"/>
                  </a:cubicBezTo>
                  <a:cubicBezTo>
                    <a:pt x="502" y="3663"/>
                    <a:pt x="142" y="2673"/>
                    <a:pt x="414" y="1752"/>
                  </a:cubicBezTo>
                  <a:cubicBezTo>
                    <a:pt x="692" y="836"/>
                    <a:pt x="1536" y="207"/>
                    <a:pt x="2496" y="207"/>
                  </a:cubicBezTo>
                  <a:close/>
                  <a:moveTo>
                    <a:pt x="2485" y="0"/>
                  </a:moveTo>
                  <a:cubicBezTo>
                    <a:pt x="2317" y="0"/>
                    <a:pt x="2145" y="18"/>
                    <a:pt x="1974" y="56"/>
                  </a:cubicBezTo>
                  <a:cubicBezTo>
                    <a:pt x="795" y="319"/>
                    <a:pt x="0" y="1430"/>
                    <a:pt x="132" y="2634"/>
                  </a:cubicBezTo>
                  <a:cubicBezTo>
                    <a:pt x="263" y="3838"/>
                    <a:pt x="1282" y="4745"/>
                    <a:pt x="2496" y="4745"/>
                  </a:cubicBezTo>
                  <a:cubicBezTo>
                    <a:pt x="2837" y="4745"/>
                    <a:pt x="3173" y="4667"/>
                    <a:pt x="3485" y="4525"/>
                  </a:cubicBezTo>
                  <a:cubicBezTo>
                    <a:pt x="4582" y="4018"/>
                    <a:pt x="5123" y="2761"/>
                    <a:pt x="4738" y="1615"/>
                  </a:cubicBezTo>
                  <a:cubicBezTo>
                    <a:pt x="4404" y="631"/>
                    <a:pt x="3486" y="0"/>
                    <a:pt x="248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4240" bIns="84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" name="Google Shape;935;p41"/>
            <p:cNvSpPr/>
            <p:nvPr/>
          </p:nvSpPr>
          <p:spPr>
            <a:xfrm rot="860400">
              <a:off x="1994760" y="1256400"/>
              <a:ext cx="147960" cy="75960"/>
            </a:xfrm>
            <a:custGeom>
              <a:avLst/>
              <a:gdLst>
                <a:gd name="textAreaLeft" fmla="*/ 0 w 147960"/>
                <a:gd name="textAreaRight" fmla="*/ 148320 w 14796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4179" h="2146">
                  <a:moveTo>
                    <a:pt x="4090" y="1"/>
                  </a:moveTo>
                  <a:lnTo>
                    <a:pt x="1" y="1950"/>
                  </a:lnTo>
                  <a:lnTo>
                    <a:pt x="45" y="2043"/>
                  </a:lnTo>
                  <a:lnTo>
                    <a:pt x="45" y="2145"/>
                  </a:lnTo>
                  <a:lnTo>
                    <a:pt x="69" y="2145"/>
                  </a:lnTo>
                  <a:lnTo>
                    <a:pt x="4178" y="186"/>
                  </a:lnTo>
                  <a:lnTo>
                    <a:pt x="4090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8160" bIns="381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" name="Google Shape;936;p41"/>
            <p:cNvSpPr/>
            <p:nvPr/>
          </p:nvSpPr>
          <p:spPr>
            <a:xfrm rot="860400">
              <a:off x="1812240" y="1400400"/>
              <a:ext cx="225360" cy="208440"/>
            </a:xfrm>
            <a:custGeom>
              <a:avLst/>
              <a:gdLst>
                <a:gd name="textAreaLeft" fmla="*/ 0 w 225360"/>
                <a:gd name="textAreaRight" fmla="*/ 225720 w 225360"/>
                <a:gd name="textAreaTop" fmla="*/ 0 h 208440"/>
                <a:gd name="textAreaBottom" fmla="*/ 208800 h 208440"/>
              </a:gdLst>
              <a:ahLst/>
              <a:cxnLst/>
              <a:rect l="textAreaLeft" t="textAreaTop" r="textAreaRight" b="textAreaBottom"/>
              <a:pathLst>
                <a:path w="6357" h="5880">
                  <a:moveTo>
                    <a:pt x="3090" y="225"/>
                  </a:moveTo>
                  <a:cubicBezTo>
                    <a:pt x="3094" y="225"/>
                    <a:pt x="3097" y="225"/>
                    <a:pt x="3101" y="225"/>
                  </a:cubicBezTo>
                  <a:cubicBezTo>
                    <a:pt x="4797" y="225"/>
                    <a:pt x="6079" y="1761"/>
                    <a:pt x="5781" y="3428"/>
                  </a:cubicBezTo>
                  <a:cubicBezTo>
                    <a:pt x="5538" y="4772"/>
                    <a:pt x="4370" y="5678"/>
                    <a:pt x="3095" y="5678"/>
                  </a:cubicBezTo>
                  <a:cubicBezTo>
                    <a:pt x="2784" y="5678"/>
                    <a:pt x="2467" y="5624"/>
                    <a:pt x="2155" y="5509"/>
                  </a:cubicBezTo>
                  <a:cubicBezTo>
                    <a:pt x="917" y="5051"/>
                    <a:pt x="181" y="3769"/>
                    <a:pt x="415" y="2467"/>
                  </a:cubicBezTo>
                  <a:cubicBezTo>
                    <a:pt x="648" y="1174"/>
                    <a:pt x="1774" y="225"/>
                    <a:pt x="3090" y="225"/>
                  </a:cubicBezTo>
                  <a:close/>
                  <a:moveTo>
                    <a:pt x="3091" y="0"/>
                  </a:moveTo>
                  <a:cubicBezTo>
                    <a:pt x="2881" y="0"/>
                    <a:pt x="2669" y="23"/>
                    <a:pt x="2457" y="69"/>
                  </a:cubicBezTo>
                  <a:cubicBezTo>
                    <a:pt x="990" y="396"/>
                    <a:pt x="1" y="1770"/>
                    <a:pt x="166" y="3262"/>
                  </a:cubicBezTo>
                  <a:cubicBezTo>
                    <a:pt x="332" y="4750"/>
                    <a:pt x="1589" y="5879"/>
                    <a:pt x="3086" y="5879"/>
                  </a:cubicBezTo>
                  <a:cubicBezTo>
                    <a:pt x="3089" y="5879"/>
                    <a:pt x="3092" y="5879"/>
                    <a:pt x="3096" y="5879"/>
                  </a:cubicBezTo>
                  <a:cubicBezTo>
                    <a:pt x="3520" y="5879"/>
                    <a:pt x="3939" y="5787"/>
                    <a:pt x="4324" y="5606"/>
                  </a:cubicBezTo>
                  <a:cubicBezTo>
                    <a:pt x="5689" y="4978"/>
                    <a:pt x="6357" y="3423"/>
                    <a:pt x="5874" y="1999"/>
                  </a:cubicBezTo>
                  <a:cubicBezTo>
                    <a:pt x="5466" y="782"/>
                    <a:pt x="4326" y="0"/>
                    <a:pt x="309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" name="Google Shape;937;p41"/>
            <p:cNvSpPr/>
            <p:nvPr/>
          </p:nvSpPr>
          <p:spPr>
            <a:xfrm rot="860400">
              <a:off x="1830240" y="1420560"/>
              <a:ext cx="185040" cy="167760"/>
            </a:xfrm>
            <a:custGeom>
              <a:avLst/>
              <a:gdLst>
                <a:gd name="textAreaLeft" fmla="*/ 0 w 185040"/>
                <a:gd name="textAreaRight" fmla="*/ 185400 w 185040"/>
                <a:gd name="textAreaTop" fmla="*/ 0 h 167760"/>
                <a:gd name="textAreaBottom" fmla="*/ 168120 h 167760"/>
              </a:gdLst>
              <a:ahLst/>
              <a:cxnLst/>
              <a:rect l="textAreaLeft" t="textAreaTop" r="textAreaRight" b="textAreaBottom"/>
              <a:pathLst>
                <a:path w="5216" h="4732">
                  <a:moveTo>
                    <a:pt x="2586" y="0"/>
                  </a:moveTo>
                  <a:cubicBezTo>
                    <a:pt x="2000" y="0"/>
                    <a:pt x="1420" y="216"/>
                    <a:pt x="970" y="637"/>
                  </a:cubicBezTo>
                  <a:cubicBezTo>
                    <a:pt x="195" y="1359"/>
                    <a:pt x="0" y="2514"/>
                    <a:pt x="488" y="3455"/>
                  </a:cubicBezTo>
                  <a:lnTo>
                    <a:pt x="668" y="3362"/>
                  </a:lnTo>
                  <a:cubicBezTo>
                    <a:pt x="259" y="2568"/>
                    <a:pt x="376" y="1603"/>
                    <a:pt x="970" y="935"/>
                  </a:cubicBezTo>
                  <a:cubicBezTo>
                    <a:pt x="1388" y="459"/>
                    <a:pt x="1981" y="200"/>
                    <a:pt x="2589" y="200"/>
                  </a:cubicBezTo>
                  <a:cubicBezTo>
                    <a:pt x="2841" y="200"/>
                    <a:pt x="3094" y="244"/>
                    <a:pt x="3339" y="335"/>
                  </a:cubicBezTo>
                  <a:cubicBezTo>
                    <a:pt x="4767" y="862"/>
                    <a:pt x="5216" y="2655"/>
                    <a:pt x="4212" y="3796"/>
                  </a:cubicBezTo>
                  <a:cubicBezTo>
                    <a:pt x="3776" y="4291"/>
                    <a:pt x="3184" y="4528"/>
                    <a:pt x="2596" y="4528"/>
                  </a:cubicBezTo>
                  <a:cubicBezTo>
                    <a:pt x="1828" y="4528"/>
                    <a:pt x="1068" y="4124"/>
                    <a:pt x="673" y="3362"/>
                  </a:cubicBezTo>
                  <a:lnTo>
                    <a:pt x="488" y="3455"/>
                  </a:lnTo>
                  <a:cubicBezTo>
                    <a:pt x="897" y="4240"/>
                    <a:pt x="1706" y="4732"/>
                    <a:pt x="2594" y="4732"/>
                  </a:cubicBezTo>
                  <a:cubicBezTo>
                    <a:pt x="3651" y="4732"/>
                    <a:pt x="4582" y="4025"/>
                    <a:pt x="4865" y="3002"/>
                  </a:cubicBezTo>
                  <a:cubicBezTo>
                    <a:pt x="5153" y="1978"/>
                    <a:pt x="4724" y="896"/>
                    <a:pt x="3817" y="345"/>
                  </a:cubicBezTo>
                  <a:cubicBezTo>
                    <a:pt x="3436" y="114"/>
                    <a:pt x="3010" y="0"/>
                    <a:pt x="258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" name="Google Shape;938;p41"/>
            <p:cNvSpPr/>
            <p:nvPr/>
          </p:nvSpPr>
          <p:spPr>
            <a:xfrm rot="860400">
              <a:off x="1848600" y="1468800"/>
              <a:ext cx="147960" cy="75960"/>
            </a:xfrm>
            <a:custGeom>
              <a:avLst/>
              <a:gdLst>
                <a:gd name="textAreaLeft" fmla="*/ 0 w 147960"/>
                <a:gd name="textAreaRight" fmla="*/ 148320 w 14796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4173" h="2146">
                  <a:moveTo>
                    <a:pt x="4085" y="1"/>
                  </a:moveTo>
                  <a:lnTo>
                    <a:pt x="1" y="1955"/>
                  </a:lnTo>
                  <a:lnTo>
                    <a:pt x="40" y="2043"/>
                  </a:lnTo>
                  <a:lnTo>
                    <a:pt x="44" y="2146"/>
                  </a:lnTo>
                  <a:lnTo>
                    <a:pt x="64" y="2146"/>
                  </a:lnTo>
                  <a:lnTo>
                    <a:pt x="4173" y="186"/>
                  </a:lnTo>
                  <a:lnTo>
                    <a:pt x="4085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8160" bIns="381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" name="Google Shape;939;p41"/>
            <p:cNvSpPr/>
            <p:nvPr/>
          </p:nvSpPr>
          <p:spPr>
            <a:xfrm rot="860400">
              <a:off x="1826640" y="384120"/>
              <a:ext cx="438120" cy="1172520"/>
            </a:xfrm>
            <a:custGeom>
              <a:avLst/>
              <a:gdLst>
                <a:gd name="textAreaLeft" fmla="*/ 0 w 438120"/>
                <a:gd name="textAreaRight" fmla="*/ 438480 w 438120"/>
                <a:gd name="textAreaTop" fmla="*/ 0 h 1172520"/>
                <a:gd name="textAreaBottom" fmla="*/ 1172880 h 1172520"/>
              </a:gdLst>
              <a:ahLst/>
              <a:cxnLst/>
              <a:rect l="textAreaLeft" t="textAreaTop" r="textAreaRight" b="textAreaBottom"/>
              <a:pathLst>
                <a:path w="12338" h="33005">
                  <a:moveTo>
                    <a:pt x="12147" y="0"/>
                  </a:moveTo>
                  <a:lnTo>
                    <a:pt x="1" y="32936"/>
                  </a:lnTo>
                  <a:lnTo>
                    <a:pt x="191" y="33004"/>
                  </a:lnTo>
                  <a:lnTo>
                    <a:pt x="12337" y="69"/>
                  </a:lnTo>
                  <a:lnTo>
                    <a:pt x="12147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81" name="Google Shape;940;p41"/>
          <p:cNvGrpSpPr/>
          <p:nvPr/>
        </p:nvGrpSpPr>
        <p:grpSpPr>
          <a:xfrm>
            <a:off x="3639960" y="240480"/>
            <a:ext cx="1982520" cy="1947960"/>
            <a:chOff x="3639960" y="240480"/>
            <a:chExt cx="1982520" cy="1947960"/>
          </a:xfrm>
        </p:grpSpPr>
        <p:sp>
          <p:nvSpPr>
            <p:cNvPr id="182" name="Google Shape;941;p41"/>
            <p:cNvSpPr/>
            <p:nvPr/>
          </p:nvSpPr>
          <p:spPr>
            <a:xfrm rot="18829200">
              <a:off x="5446800" y="1501560"/>
              <a:ext cx="118800" cy="187920"/>
            </a:xfrm>
            <a:custGeom>
              <a:avLst/>
              <a:gdLst>
                <a:gd name="textAreaLeft" fmla="*/ 0 w 118800"/>
                <a:gd name="textAreaRight" fmla="*/ 119160 w 118800"/>
                <a:gd name="textAreaTop" fmla="*/ 0 h 187920"/>
                <a:gd name="textAreaBottom" fmla="*/ 188280 h 187920"/>
              </a:gdLst>
              <a:ahLst/>
              <a:cxnLst/>
              <a:rect l="textAreaLeft" t="textAreaTop" r="textAreaRight" b="textAreaBottom"/>
              <a:pathLst>
                <a:path w="3437" h="5427">
                  <a:moveTo>
                    <a:pt x="1921" y="0"/>
                  </a:moveTo>
                  <a:lnTo>
                    <a:pt x="25" y="624"/>
                  </a:lnTo>
                  <a:lnTo>
                    <a:pt x="0" y="634"/>
                  </a:lnTo>
                  <a:lnTo>
                    <a:pt x="1351" y="4753"/>
                  </a:lnTo>
                  <a:cubicBezTo>
                    <a:pt x="1499" y="5166"/>
                    <a:pt x="1891" y="5427"/>
                    <a:pt x="2309" y="5427"/>
                  </a:cubicBezTo>
                  <a:cubicBezTo>
                    <a:pt x="2413" y="5427"/>
                    <a:pt x="2519" y="5411"/>
                    <a:pt x="2623" y="5377"/>
                  </a:cubicBezTo>
                  <a:cubicBezTo>
                    <a:pt x="3149" y="5206"/>
                    <a:pt x="3437" y="4645"/>
                    <a:pt x="3276" y="4119"/>
                  </a:cubicBezTo>
                  <a:lnTo>
                    <a:pt x="1921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" name="Google Shape;942;p41"/>
            <p:cNvSpPr/>
            <p:nvPr/>
          </p:nvSpPr>
          <p:spPr>
            <a:xfrm rot="18829200">
              <a:off x="3929040" y="815400"/>
              <a:ext cx="146880" cy="121680"/>
            </a:xfrm>
            <a:custGeom>
              <a:avLst/>
              <a:gdLst>
                <a:gd name="textAreaLeft" fmla="*/ 0 w 146880"/>
                <a:gd name="textAreaRight" fmla="*/ 147240 w 146880"/>
                <a:gd name="textAreaTop" fmla="*/ 0 h 121680"/>
                <a:gd name="textAreaBottom" fmla="*/ 122040 h 121680"/>
              </a:gdLst>
              <a:ahLst/>
              <a:cxnLst/>
              <a:rect l="textAreaLeft" t="textAreaTop" r="textAreaRight" b="textAreaBottom"/>
              <a:pathLst>
                <a:path w="4247" h="3518">
                  <a:moveTo>
                    <a:pt x="2183" y="0"/>
                  </a:moveTo>
                  <a:cubicBezTo>
                    <a:pt x="2002" y="0"/>
                    <a:pt x="1819" y="29"/>
                    <a:pt x="1638" y="88"/>
                  </a:cubicBezTo>
                  <a:cubicBezTo>
                    <a:pt x="151" y="580"/>
                    <a:pt x="0" y="2618"/>
                    <a:pt x="1394" y="3325"/>
                  </a:cubicBezTo>
                  <a:cubicBezTo>
                    <a:pt x="1657" y="3457"/>
                    <a:pt x="1926" y="3517"/>
                    <a:pt x="2186" y="3517"/>
                  </a:cubicBezTo>
                  <a:cubicBezTo>
                    <a:pt x="3301" y="3517"/>
                    <a:pt x="4246" y="2411"/>
                    <a:pt x="3851" y="1209"/>
                  </a:cubicBezTo>
                  <a:cubicBezTo>
                    <a:pt x="3608" y="470"/>
                    <a:pt x="2919" y="0"/>
                    <a:pt x="2183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60840" bIns="608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" name="Google Shape;943;p41"/>
            <p:cNvSpPr/>
            <p:nvPr/>
          </p:nvSpPr>
          <p:spPr>
            <a:xfrm rot="18829200">
              <a:off x="3926520" y="798840"/>
              <a:ext cx="157320" cy="149760"/>
            </a:xfrm>
            <a:custGeom>
              <a:avLst/>
              <a:gdLst>
                <a:gd name="textAreaLeft" fmla="*/ 0 w 157320"/>
                <a:gd name="textAreaRight" fmla="*/ 157680 w 157320"/>
                <a:gd name="textAreaTop" fmla="*/ 0 h 149760"/>
                <a:gd name="textAreaBottom" fmla="*/ 150120 h 149760"/>
              </a:gdLst>
              <a:ahLst/>
              <a:cxnLst/>
              <a:rect l="textAreaLeft" t="textAreaTop" r="textAreaRight" b="textAreaBottom"/>
              <a:pathLst>
                <a:path w="4549" h="4324">
                  <a:moveTo>
                    <a:pt x="2213" y="401"/>
                  </a:moveTo>
                  <a:cubicBezTo>
                    <a:pt x="2474" y="401"/>
                    <a:pt x="2744" y="461"/>
                    <a:pt x="3008" y="595"/>
                  </a:cubicBezTo>
                  <a:cubicBezTo>
                    <a:pt x="3642" y="917"/>
                    <a:pt x="4022" y="1585"/>
                    <a:pt x="3969" y="2292"/>
                  </a:cubicBezTo>
                  <a:cubicBezTo>
                    <a:pt x="3915" y="2998"/>
                    <a:pt x="3442" y="3608"/>
                    <a:pt x="2770" y="3827"/>
                  </a:cubicBezTo>
                  <a:cubicBezTo>
                    <a:pt x="2587" y="3887"/>
                    <a:pt x="2401" y="3916"/>
                    <a:pt x="2219" y="3916"/>
                  </a:cubicBezTo>
                  <a:cubicBezTo>
                    <a:pt x="1481" y="3916"/>
                    <a:pt x="794" y="3450"/>
                    <a:pt x="552" y="2711"/>
                  </a:cubicBezTo>
                  <a:cubicBezTo>
                    <a:pt x="157" y="1506"/>
                    <a:pt x="1100" y="401"/>
                    <a:pt x="2213" y="401"/>
                  </a:cubicBezTo>
                  <a:close/>
                  <a:moveTo>
                    <a:pt x="2219" y="0"/>
                  </a:moveTo>
                  <a:cubicBezTo>
                    <a:pt x="1996" y="0"/>
                    <a:pt x="1769" y="35"/>
                    <a:pt x="1546" y="108"/>
                  </a:cubicBezTo>
                  <a:cubicBezTo>
                    <a:pt x="713" y="381"/>
                    <a:pt x="128" y="1132"/>
                    <a:pt x="64" y="1999"/>
                  </a:cubicBezTo>
                  <a:cubicBezTo>
                    <a:pt x="1" y="2872"/>
                    <a:pt x="464" y="3700"/>
                    <a:pt x="1249" y="4090"/>
                  </a:cubicBezTo>
                  <a:cubicBezTo>
                    <a:pt x="1558" y="4247"/>
                    <a:pt x="1893" y="4324"/>
                    <a:pt x="2226" y="4324"/>
                  </a:cubicBezTo>
                  <a:cubicBezTo>
                    <a:pt x="2732" y="4324"/>
                    <a:pt x="3233" y="4147"/>
                    <a:pt x="3632" y="3803"/>
                  </a:cubicBezTo>
                  <a:cubicBezTo>
                    <a:pt x="4295" y="3232"/>
                    <a:pt x="4549" y="2316"/>
                    <a:pt x="4276" y="1487"/>
                  </a:cubicBezTo>
                  <a:cubicBezTo>
                    <a:pt x="3974" y="576"/>
                    <a:pt x="3127" y="0"/>
                    <a:pt x="2219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4880" bIns="748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" name="Google Shape;944;p41"/>
            <p:cNvSpPr/>
            <p:nvPr/>
          </p:nvSpPr>
          <p:spPr>
            <a:xfrm rot="18829200">
              <a:off x="4410720" y="1065240"/>
              <a:ext cx="109440" cy="63000"/>
            </a:xfrm>
            <a:custGeom>
              <a:avLst/>
              <a:gdLst>
                <a:gd name="textAreaLeft" fmla="*/ 0 w 109440"/>
                <a:gd name="textAreaRight" fmla="*/ 109800 w 109440"/>
                <a:gd name="textAreaTop" fmla="*/ 0 h 63000"/>
                <a:gd name="textAreaBottom" fmla="*/ 63360 h 63000"/>
              </a:gdLst>
              <a:ahLst/>
              <a:cxnLst/>
              <a:rect l="textAreaLeft" t="textAreaTop" r="textAreaRight" b="textAreaBottom"/>
              <a:pathLst>
                <a:path w="3169" h="1827">
                  <a:moveTo>
                    <a:pt x="2925" y="0"/>
                  </a:moveTo>
                  <a:cubicBezTo>
                    <a:pt x="3017" y="288"/>
                    <a:pt x="2856" y="600"/>
                    <a:pt x="2564" y="692"/>
                  </a:cubicBezTo>
                  <a:lnTo>
                    <a:pt x="702" y="1306"/>
                  </a:lnTo>
                  <a:cubicBezTo>
                    <a:pt x="644" y="1326"/>
                    <a:pt x="585" y="1335"/>
                    <a:pt x="526" y="1335"/>
                  </a:cubicBezTo>
                  <a:cubicBezTo>
                    <a:pt x="297" y="1335"/>
                    <a:pt x="82" y="1190"/>
                    <a:pt x="0" y="960"/>
                  </a:cubicBezTo>
                  <a:lnTo>
                    <a:pt x="0" y="960"/>
                  </a:lnTo>
                  <a:lnTo>
                    <a:pt x="122" y="1340"/>
                  </a:lnTo>
                  <a:cubicBezTo>
                    <a:pt x="219" y="1636"/>
                    <a:pt x="494" y="1827"/>
                    <a:pt x="792" y="1827"/>
                  </a:cubicBezTo>
                  <a:cubicBezTo>
                    <a:pt x="867" y="1827"/>
                    <a:pt x="943" y="1814"/>
                    <a:pt x="1019" y="1789"/>
                  </a:cubicBezTo>
                  <a:lnTo>
                    <a:pt x="2598" y="1272"/>
                  </a:lnTo>
                  <a:cubicBezTo>
                    <a:pt x="2968" y="1150"/>
                    <a:pt x="3168" y="746"/>
                    <a:pt x="3046" y="375"/>
                  </a:cubicBezTo>
                  <a:lnTo>
                    <a:pt x="2925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1680" bIns="31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" name="Google Shape;945;p41"/>
            <p:cNvSpPr/>
            <p:nvPr/>
          </p:nvSpPr>
          <p:spPr>
            <a:xfrm rot="18829200">
              <a:off x="4199400" y="833760"/>
              <a:ext cx="209520" cy="369360"/>
            </a:xfrm>
            <a:custGeom>
              <a:avLst/>
              <a:gdLst>
                <a:gd name="textAreaLeft" fmla="*/ 0 w 209520"/>
                <a:gd name="textAreaRight" fmla="*/ 209880 w 209520"/>
                <a:gd name="textAreaTop" fmla="*/ 0 h 369360"/>
                <a:gd name="textAreaBottom" fmla="*/ 369720 h 369360"/>
              </a:gdLst>
              <a:ahLst/>
              <a:cxnLst/>
              <a:rect l="textAreaLeft" t="textAreaTop" r="textAreaRight" b="textAreaBottom"/>
              <a:pathLst>
                <a:path w="6045" h="10662">
                  <a:moveTo>
                    <a:pt x="2377" y="0"/>
                  </a:moveTo>
                  <a:cubicBezTo>
                    <a:pt x="2302" y="0"/>
                    <a:pt x="2225" y="12"/>
                    <a:pt x="2150" y="38"/>
                  </a:cubicBezTo>
                  <a:lnTo>
                    <a:pt x="575" y="554"/>
                  </a:lnTo>
                  <a:cubicBezTo>
                    <a:pt x="200" y="676"/>
                    <a:pt x="0" y="1076"/>
                    <a:pt x="122" y="1451"/>
                  </a:cubicBezTo>
                  <a:lnTo>
                    <a:pt x="3027" y="10279"/>
                  </a:lnTo>
                  <a:cubicBezTo>
                    <a:pt x="3032" y="10283"/>
                    <a:pt x="3032" y="10288"/>
                    <a:pt x="3032" y="10288"/>
                  </a:cubicBezTo>
                  <a:cubicBezTo>
                    <a:pt x="3110" y="10519"/>
                    <a:pt x="3326" y="10662"/>
                    <a:pt x="3557" y="10662"/>
                  </a:cubicBezTo>
                  <a:cubicBezTo>
                    <a:pt x="3614" y="10662"/>
                    <a:pt x="3672" y="10653"/>
                    <a:pt x="3729" y="10634"/>
                  </a:cubicBezTo>
                  <a:lnTo>
                    <a:pt x="5596" y="10020"/>
                  </a:lnTo>
                  <a:cubicBezTo>
                    <a:pt x="5883" y="9928"/>
                    <a:pt x="6044" y="9616"/>
                    <a:pt x="5957" y="9323"/>
                  </a:cubicBezTo>
                  <a:cubicBezTo>
                    <a:pt x="5957" y="9323"/>
                    <a:pt x="5957" y="9318"/>
                    <a:pt x="5952" y="9313"/>
                  </a:cubicBezTo>
                  <a:lnTo>
                    <a:pt x="3047" y="486"/>
                  </a:lnTo>
                  <a:cubicBezTo>
                    <a:pt x="2949" y="190"/>
                    <a:pt x="2675" y="0"/>
                    <a:pt x="2377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" name="Google Shape;946;p41"/>
            <p:cNvSpPr/>
            <p:nvPr/>
          </p:nvSpPr>
          <p:spPr>
            <a:xfrm rot="18829200">
              <a:off x="3676680" y="680040"/>
              <a:ext cx="277560" cy="206280"/>
            </a:xfrm>
            <a:custGeom>
              <a:avLst/>
              <a:gdLst>
                <a:gd name="textAreaLeft" fmla="*/ 0 w 277560"/>
                <a:gd name="textAreaRight" fmla="*/ 277920 w 277560"/>
                <a:gd name="textAreaTop" fmla="*/ 0 h 206280"/>
                <a:gd name="textAreaBottom" fmla="*/ 206640 h 206280"/>
              </a:gdLst>
              <a:ahLst/>
              <a:cxnLst/>
              <a:rect l="textAreaLeft" t="textAreaTop" r="textAreaRight" b="textAreaBottom"/>
              <a:pathLst>
                <a:path w="8014" h="5953">
                  <a:moveTo>
                    <a:pt x="5821" y="1"/>
                  </a:moveTo>
                  <a:cubicBezTo>
                    <a:pt x="5680" y="1"/>
                    <a:pt x="5537" y="23"/>
                    <a:pt x="5396" y="69"/>
                  </a:cubicBezTo>
                  <a:lnTo>
                    <a:pt x="1097" y="1488"/>
                  </a:lnTo>
                  <a:cubicBezTo>
                    <a:pt x="390" y="1722"/>
                    <a:pt x="0" y="2487"/>
                    <a:pt x="234" y="3194"/>
                  </a:cubicBezTo>
                  <a:lnTo>
                    <a:pt x="1145" y="5953"/>
                  </a:lnTo>
                  <a:lnTo>
                    <a:pt x="3363" y="5222"/>
                  </a:lnTo>
                  <a:cubicBezTo>
                    <a:pt x="3134" y="4549"/>
                    <a:pt x="3495" y="3823"/>
                    <a:pt x="4168" y="3598"/>
                  </a:cubicBezTo>
                  <a:cubicBezTo>
                    <a:pt x="4299" y="3556"/>
                    <a:pt x="4432" y="3535"/>
                    <a:pt x="4563" y="3535"/>
                  </a:cubicBezTo>
                  <a:cubicBezTo>
                    <a:pt x="5104" y="3535"/>
                    <a:pt x="5608" y="3882"/>
                    <a:pt x="5781" y="4427"/>
                  </a:cubicBezTo>
                  <a:lnTo>
                    <a:pt x="8013" y="3691"/>
                  </a:lnTo>
                  <a:lnTo>
                    <a:pt x="7107" y="932"/>
                  </a:lnTo>
                  <a:cubicBezTo>
                    <a:pt x="6919" y="362"/>
                    <a:pt x="6390" y="1"/>
                    <a:pt x="5821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" name="Google Shape;947;p41"/>
            <p:cNvSpPr/>
            <p:nvPr/>
          </p:nvSpPr>
          <p:spPr>
            <a:xfrm rot="18829200">
              <a:off x="4264560" y="358920"/>
              <a:ext cx="690480" cy="1690560"/>
            </a:xfrm>
            <a:custGeom>
              <a:avLst/>
              <a:gdLst>
                <a:gd name="textAreaLeft" fmla="*/ 0 w 690480"/>
                <a:gd name="textAreaRight" fmla="*/ 690840 w 690480"/>
                <a:gd name="textAreaTop" fmla="*/ 0 h 1690560"/>
                <a:gd name="textAreaBottom" fmla="*/ 1690920 h 1690560"/>
              </a:gdLst>
              <a:ahLst/>
              <a:cxnLst/>
              <a:rect l="textAreaLeft" t="textAreaTop" r="textAreaRight" b="textAreaBottom"/>
              <a:pathLst>
                <a:path w="19912" h="48738">
                  <a:moveTo>
                    <a:pt x="4718" y="3030"/>
                  </a:moveTo>
                  <a:cubicBezTo>
                    <a:pt x="5050" y="3030"/>
                    <a:pt x="5384" y="3107"/>
                    <a:pt x="5694" y="3266"/>
                  </a:cubicBezTo>
                  <a:cubicBezTo>
                    <a:pt x="6478" y="3661"/>
                    <a:pt x="6941" y="4484"/>
                    <a:pt x="6873" y="5357"/>
                  </a:cubicBezTo>
                  <a:cubicBezTo>
                    <a:pt x="6810" y="6229"/>
                    <a:pt x="6225" y="6975"/>
                    <a:pt x="5391" y="7248"/>
                  </a:cubicBezTo>
                  <a:lnTo>
                    <a:pt x="5396" y="7248"/>
                  </a:lnTo>
                  <a:cubicBezTo>
                    <a:pt x="5173" y="7321"/>
                    <a:pt x="4947" y="7355"/>
                    <a:pt x="4724" y="7355"/>
                  </a:cubicBezTo>
                  <a:cubicBezTo>
                    <a:pt x="3814" y="7355"/>
                    <a:pt x="2968" y="6777"/>
                    <a:pt x="2667" y="5869"/>
                  </a:cubicBezTo>
                  <a:cubicBezTo>
                    <a:pt x="2394" y="5035"/>
                    <a:pt x="2647" y="4124"/>
                    <a:pt x="3310" y="3553"/>
                  </a:cubicBezTo>
                  <a:cubicBezTo>
                    <a:pt x="3710" y="3209"/>
                    <a:pt x="4212" y="3030"/>
                    <a:pt x="4718" y="3030"/>
                  </a:cubicBezTo>
                  <a:close/>
                  <a:moveTo>
                    <a:pt x="7075" y="8968"/>
                  </a:moveTo>
                  <a:cubicBezTo>
                    <a:pt x="7375" y="8968"/>
                    <a:pt x="7653" y="9158"/>
                    <a:pt x="7751" y="9456"/>
                  </a:cubicBezTo>
                  <a:lnTo>
                    <a:pt x="10656" y="18283"/>
                  </a:lnTo>
                  <a:cubicBezTo>
                    <a:pt x="10656" y="18288"/>
                    <a:pt x="10656" y="18293"/>
                    <a:pt x="10656" y="18293"/>
                  </a:cubicBezTo>
                  <a:lnTo>
                    <a:pt x="10777" y="18673"/>
                  </a:lnTo>
                  <a:cubicBezTo>
                    <a:pt x="10899" y="19044"/>
                    <a:pt x="10699" y="19444"/>
                    <a:pt x="10329" y="19565"/>
                  </a:cubicBezTo>
                  <a:lnTo>
                    <a:pt x="8745" y="20087"/>
                  </a:lnTo>
                  <a:cubicBezTo>
                    <a:pt x="8671" y="20111"/>
                    <a:pt x="8597" y="20123"/>
                    <a:pt x="8523" y="20123"/>
                  </a:cubicBezTo>
                  <a:cubicBezTo>
                    <a:pt x="8225" y="20123"/>
                    <a:pt x="7946" y="19934"/>
                    <a:pt x="7848" y="19634"/>
                  </a:cubicBezTo>
                  <a:lnTo>
                    <a:pt x="7726" y="19258"/>
                  </a:lnTo>
                  <a:cubicBezTo>
                    <a:pt x="7726" y="19253"/>
                    <a:pt x="7726" y="19253"/>
                    <a:pt x="7726" y="19249"/>
                  </a:cubicBezTo>
                  <a:lnTo>
                    <a:pt x="4826" y="10421"/>
                  </a:lnTo>
                  <a:cubicBezTo>
                    <a:pt x="4704" y="10046"/>
                    <a:pt x="4904" y="9646"/>
                    <a:pt x="5279" y="9524"/>
                  </a:cubicBezTo>
                  <a:lnTo>
                    <a:pt x="6854" y="9003"/>
                  </a:lnTo>
                  <a:cubicBezTo>
                    <a:pt x="6927" y="8979"/>
                    <a:pt x="7002" y="8968"/>
                    <a:pt x="7075" y="8968"/>
                  </a:cubicBezTo>
                  <a:close/>
                  <a:moveTo>
                    <a:pt x="3418" y="0"/>
                  </a:moveTo>
                  <a:cubicBezTo>
                    <a:pt x="3287" y="0"/>
                    <a:pt x="3154" y="21"/>
                    <a:pt x="3023" y="63"/>
                  </a:cubicBezTo>
                  <a:cubicBezTo>
                    <a:pt x="2350" y="288"/>
                    <a:pt x="1989" y="1019"/>
                    <a:pt x="2218" y="1687"/>
                  </a:cubicBezTo>
                  <a:lnTo>
                    <a:pt x="0" y="2418"/>
                  </a:lnTo>
                  <a:lnTo>
                    <a:pt x="7068" y="23894"/>
                  </a:lnTo>
                  <a:cubicBezTo>
                    <a:pt x="8989" y="29714"/>
                    <a:pt x="13653" y="35577"/>
                    <a:pt x="14409" y="37868"/>
                  </a:cubicBezTo>
                  <a:lnTo>
                    <a:pt x="17991" y="48738"/>
                  </a:lnTo>
                  <a:lnTo>
                    <a:pt x="18021" y="48728"/>
                  </a:lnTo>
                  <a:lnTo>
                    <a:pt x="19912" y="48104"/>
                  </a:lnTo>
                  <a:lnTo>
                    <a:pt x="16334" y="37230"/>
                  </a:lnTo>
                  <a:cubicBezTo>
                    <a:pt x="15579" y="34944"/>
                    <a:pt x="15852" y="27447"/>
                    <a:pt x="13941" y="21627"/>
                  </a:cubicBezTo>
                  <a:lnTo>
                    <a:pt x="6873" y="156"/>
                  </a:lnTo>
                  <a:lnTo>
                    <a:pt x="4636" y="892"/>
                  </a:lnTo>
                  <a:cubicBezTo>
                    <a:pt x="4463" y="347"/>
                    <a:pt x="3959" y="0"/>
                    <a:pt x="341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" name="Google Shape;948;p41"/>
            <p:cNvSpPr/>
            <p:nvPr/>
          </p:nvSpPr>
          <p:spPr>
            <a:xfrm rot="18829200">
              <a:off x="4234680" y="220680"/>
              <a:ext cx="792720" cy="1987200"/>
            </a:xfrm>
            <a:custGeom>
              <a:avLst/>
              <a:gdLst>
                <a:gd name="textAreaLeft" fmla="*/ 0 w 792720"/>
                <a:gd name="textAreaRight" fmla="*/ 793080 w 792720"/>
                <a:gd name="textAreaTop" fmla="*/ 0 h 1987200"/>
                <a:gd name="textAreaBottom" fmla="*/ 1987560 h 1987200"/>
              </a:gdLst>
              <a:ahLst/>
              <a:cxnLst/>
              <a:rect l="textAreaLeft" t="textAreaTop" r="textAreaRight" b="textAreaBottom"/>
              <a:pathLst>
                <a:path w="22857" h="57290">
                  <a:moveTo>
                    <a:pt x="5938" y="202"/>
                  </a:moveTo>
                  <a:cubicBezTo>
                    <a:pt x="6474" y="202"/>
                    <a:pt x="6952" y="548"/>
                    <a:pt x="7122" y="1059"/>
                  </a:cubicBezTo>
                  <a:lnTo>
                    <a:pt x="15097" y="25289"/>
                  </a:lnTo>
                  <a:cubicBezTo>
                    <a:pt x="16271" y="28857"/>
                    <a:pt x="16612" y="32981"/>
                    <a:pt x="16890" y="36291"/>
                  </a:cubicBezTo>
                  <a:cubicBezTo>
                    <a:pt x="17061" y="38362"/>
                    <a:pt x="17197" y="39995"/>
                    <a:pt x="17495" y="40892"/>
                  </a:cubicBezTo>
                  <a:lnTo>
                    <a:pt x="22427" y="55885"/>
                  </a:lnTo>
                  <a:cubicBezTo>
                    <a:pt x="22583" y="56363"/>
                    <a:pt x="22325" y="56875"/>
                    <a:pt x="21847" y="57031"/>
                  </a:cubicBezTo>
                  <a:cubicBezTo>
                    <a:pt x="21752" y="57063"/>
                    <a:pt x="21655" y="57078"/>
                    <a:pt x="21560" y="57078"/>
                  </a:cubicBezTo>
                  <a:cubicBezTo>
                    <a:pt x="21179" y="57078"/>
                    <a:pt x="20826" y="56833"/>
                    <a:pt x="20697" y="56451"/>
                  </a:cubicBezTo>
                  <a:lnTo>
                    <a:pt x="15764" y="41462"/>
                  </a:lnTo>
                  <a:cubicBezTo>
                    <a:pt x="15467" y="40570"/>
                    <a:pt x="14609" y="39181"/>
                    <a:pt x="13517" y="37412"/>
                  </a:cubicBezTo>
                  <a:cubicBezTo>
                    <a:pt x="11772" y="34580"/>
                    <a:pt x="9598" y="31061"/>
                    <a:pt x="8424" y="27493"/>
                  </a:cubicBezTo>
                  <a:lnTo>
                    <a:pt x="449" y="3258"/>
                  </a:lnTo>
                  <a:cubicBezTo>
                    <a:pt x="230" y="2605"/>
                    <a:pt x="586" y="1898"/>
                    <a:pt x="1244" y="1678"/>
                  </a:cubicBezTo>
                  <a:lnTo>
                    <a:pt x="5543" y="265"/>
                  </a:lnTo>
                  <a:cubicBezTo>
                    <a:pt x="5670" y="221"/>
                    <a:pt x="5801" y="202"/>
                    <a:pt x="5938" y="202"/>
                  </a:cubicBezTo>
                  <a:close/>
                  <a:moveTo>
                    <a:pt x="5934" y="0"/>
                  </a:moveTo>
                  <a:cubicBezTo>
                    <a:pt x="5782" y="0"/>
                    <a:pt x="5627" y="24"/>
                    <a:pt x="5475" y="75"/>
                  </a:cubicBezTo>
                  <a:lnTo>
                    <a:pt x="1176" y="1488"/>
                  </a:lnTo>
                  <a:cubicBezTo>
                    <a:pt x="415" y="1742"/>
                    <a:pt x="1" y="2566"/>
                    <a:pt x="249" y="3326"/>
                  </a:cubicBezTo>
                  <a:lnTo>
                    <a:pt x="8229" y="27556"/>
                  </a:lnTo>
                  <a:cubicBezTo>
                    <a:pt x="9408" y="31148"/>
                    <a:pt x="11592" y="34682"/>
                    <a:pt x="13347" y="37519"/>
                  </a:cubicBezTo>
                  <a:cubicBezTo>
                    <a:pt x="14429" y="39279"/>
                    <a:pt x="15282" y="40658"/>
                    <a:pt x="15569" y="41531"/>
                  </a:cubicBezTo>
                  <a:lnTo>
                    <a:pt x="20507" y="56519"/>
                  </a:lnTo>
                  <a:cubicBezTo>
                    <a:pt x="20653" y="56977"/>
                    <a:pt x="21082" y="57284"/>
                    <a:pt x="21560" y="57284"/>
                  </a:cubicBezTo>
                  <a:lnTo>
                    <a:pt x="21560" y="57289"/>
                  </a:lnTo>
                  <a:cubicBezTo>
                    <a:pt x="22320" y="57284"/>
                    <a:pt x="22856" y="56548"/>
                    <a:pt x="22622" y="55827"/>
                  </a:cubicBezTo>
                  <a:lnTo>
                    <a:pt x="17690" y="40833"/>
                  </a:lnTo>
                  <a:cubicBezTo>
                    <a:pt x="17397" y="39961"/>
                    <a:pt x="17266" y="38338"/>
                    <a:pt x="17095" y="36281"/>
                  </a:cubicBezTo>
                  <a:cubicBezTo>
                    <a:pt x="16817" y="32957"/>
                    <a:pt x="16471" y="28818"/>
                    <a:pt x="15291" y="25231"/>
                  </a:cubicBezTo>
                  <a:lnTo>
                    <a:pt x="7312" y="1001"/>
                  </a:lnTo>
                  <a:cubicBezTo>
                    <a:pt x="7113" y="388"/>
                    <a:pt x="6545" y="0"/>
                    <a:pt x="593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" name="Google Shape;949;p41"/>
            <p:cNvSpPr/>
            <p:nvPr/>
          </p:nvSpPr>
          <p:spPr>
            <a:xfrm rot="18829200">
              <a:off x="5394240" y="1541520"/>
              <a:ext cx="68760" cy="28440"/>
            </a:xfrm>
            <a:custGeom>
              <a:avLst/>
              <a:gdLst>
                <a:gd name="textAreaLeft" fmla="*/ 0 w 68760"/>
                <a:gd name="textAreaRight" fmla="*/ 69120 w 68760"/>
                <a:gd name="textAreaTop" fmla="*/ 0 h 28440"/>
                <a:gd name="textAreaBottom" fmla="*/ 28800 h 28440"/>
              </a:gdLst>
              <a:ahLst/>
              <a:cxnLst/>
              <a:rect l="textAreaLeft" t="textAreaTop" r="textAreaRight" b="textAreaBottom"/>
              <a:pathLst>
                <a:path w="1990" h="829">
                  <a:moveTo>
                    <a:pt x="1921" y="0"/>
                  </a:moveTo>
                  <a:lnTo>
                    <a:pt x="0" y="634"/>
                  </a:lnTo>
                  <a:lnTo>
                    <a:pt x="64" y="829"/>
                  </a:lnTo>
                  <a:lnTo>
                    <a:pt x="1960" y="205"/>
                  </a:lnTo>
                  <a:lnTo>
                    <a:pt x="1989" y="195"/>
                  </a:lnTo>
                  <a:lnTo>
                    <a:pt x="1921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4400" bIns="144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1" name="Google Shape;950;p41"/>
            <p:cNvSpPr/>
            <p:nvPr/>
          </p:nvSpPr>
          <p:spPr>
            <a:xfrm rot="18829200">
              <a:off x="3752280" y="766080"/>
              <a:ext cx="241560" cy="90720"/>
            </a:xfrm>
            <a:custGeom>
              <a:avLst/>
              <a:gdLst>
                <a:gd name="textAreaLeft" fmla="*/ 0 w 241560"/>
                <a:gd name="textAreaRight" fmla="*/ 241920 w 241560"/>
                <a:gd name="textAreaTop" fmla="*/ 0 h 90720"/>
                <a:gd name="textAreaBottom" fmla="*/ 91080 h 90720"/>
              </a:gdLst>
              <a:ahLst/>
              <a:cxnLst/>
              <a:rect l="textAreaLeft" t="textAreaTop" r="textAreaRight" b="textAreaBottom"/>
              <a:pathLst>
                <a:path w="6976" h="2630">
                  <a:moveTo>
                    <a:pt x="3475" y="0"/>
                  </a:moveTo>
                  <a:cubicBezTo>
                    <a:pt x="3331" y="0"/>
                    <a:pt x="3186" y="23"/>
                    <a:pt x="3042" y="70"/>
                  </a:cubicBezTo>
                  <a:cubicBezTo>
                    <a:pt x="2350" y="299"/>
                    <a:pt x="1955" y="1025"/>
                    <a:pt x="2146" y="1727"/>
                  </a:cubicBezTo>
                  <a:lnTo>
                    <a:pt x="20" y="2429"/>
                  </a:lnTo>
                  <a:lnTo>
                    <a:pt x="1" y="2434"/>
                  </a:lnTo>
                  <a:lnTo>
                    <a:pt x="64" y="2629"/>
                  </a:lnTo>
                  <a:lnTo>
                    <a:pt x="2404" y="1859"/>
                  </a:lnTo>
                  <a:lnTo>
                    <a:pt x="2375" y="1761"/>
                  </a:lnTo>
                  <a:cubicBezTo>
                    <a:pt x="2170" y="1147"/>
                    <a:pt x="2506" y="484"/>
                    <a:pt x="3120" y="284"/>
                  </a:cubicBezTo>
                  <a:cubicBezTo>
                    <a:pt x="3242" y="244"/>
                    <a:pt x="3365" y="224"/>
                    <a:pt x="3486" y="224"/>
                  </a:cubicBezTo>
                  <a:cubicBezTo>
                    <a:pt x="3975" y="224"/>
                    <a:pt x="4432" y="538"/>
                    <a:pt x="4592" y="1030"/>
                  </a:cubicBezTo>
                  <a:lnTo>
                    <a:pt x="4627" y="1128"/>
                  </a:lnTo>
                  <a:lnTo>
                    <a:pt x="6952" y="358"/>
                  </a:lnTo>
                  <a:lnTo>
                    <a:pt x="6976" y="353"/>
                  </a:lnTo>
                  <a:lnTo>
                    <a:pt x="6913" y="158"/>
                  </a:lnTo>
                  <a:lnTo>
                    <a:pt x="4748" y="869"/>
                  </a:lnTo>
                  <a:cubicBezTo>
                    <a:pt x="4540" y="332"/>
                    <a:pt x="4024" y="0"/>
                    <a:pt x="347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5360" bIns="453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2" name="Google Shape;951;p41"/>
            <p:cNvSpPr/>
            <p:nvPr/>
          </p:nvSpPr>
          <p:spPr>
            <a:xfrm rot="18829200">
              <a:off x="4407840" y="1063080"/>
              <a:ext cx="117000" cy="67680"/>
            </a:xfrm>
            <a:custGeom>
              <a:avLst/>
              <a:gdLst>
                <a:gd name="textAreaLeft" fmla="*/ 0 w 117000"/>
                <a:gd name="textAreaRight" fmla="*/ 117360 w 117000"/>
                <a:gd name="textAreaTop" fmla="*/ 0 h 67680"/>
                <a:gd name="textAreaBottom" fmla="*/ 68040 h 67680"/>
              </a:gdLst>
              <a:ahLst/>
              <a:cxnLst/>
              <a:rect l="textAreaLeft" t="textAreaTop" r="textAreaRight" b="textAreaBottom"/>
              <a:pathLst>
                <a:path w="3384" h="1961">
                  <a:moveTo>
                    <a:pt x="3120" y="1"/>
                  </a:moveTo>
                  <a:lnTo>
                    <a:pt x="2925" y="64"/>
                  </a:lnTo>
                  <a:lnTo>
                    <a:pt x="3047" y="440"/>
                  </a:lnTo>
                  <a:cubicBezTo>
                    <a:pt x="3154" y="761"/>
                    <a:pt x="2979" y="1103"/>
                    <a:pt x="2662" y="1210"/>
                  </a:cubicBezTo>
                  <a:lnTo>
                    <a:pt x="1083" y="1726"/>
                  </a:lnTo>
                  <a:cubicBezTo>
                    <a:pt x="1019" y="1748"/>
                    <a:pt x="955" y="1758"/>
                    <a:pt x="892" y="1758"/>
                  </a:cubicBezTo>
                  <a:cubicBezTo>
                    <a:pt x="639" y="1758"/>
                    <a:pt x="403" y="1595"/>
                    <a:pt x="317" y="1341"/>
                  </a:cubicBezTo>
                  <a:lnTo>
                    <a:pt x="196" y="961"/>
                  </a:lnTo>
                  <a:lnTo>
                    <a:pt x="1" y="1025"/>
                  </a:lnTo>
                  <a:lnTo>
                    <a:pt x="122" y="1405"/>
                  </a:lnTo>
                  <a:cubicBezTo>
                    <a:pt x="235" y="1736"/>
                    <a:pt x="542" y="1960"/>
                    <a:pt x="897" y="1960"/>
                  </a:cubicBezTo>
                  <a:cubicBezTo>
                    <a:pt x="980" y="1960"/>
                    <a:pt x="1068" y="1951"/>
                    <a:pt x="1146" y="1921"/>
                  </a:cubicBezTo>
                  <a:lnTo>
                    <a:pt x="2725" y="1400"/>
                  </a:lnTo>
                  <a:cubicBezTo>
                    <a:pt x="3149" y="1263"/>
                    <a:pt x="3383" y="800"/>
                    <a:pt x="3242" y="376"/>
                  </a:cubicBezTo>
                  <a:lnTo>
                    <a:pt x="3120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3840" bIns="338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3" name="Google Shape;952;p41"/>
            <p:cNvSpPr/>
            <p:nvPr/>
          </p:nvSpPr>
          <p:spPr>
            <a:xfrm rot="18829200">
              <a:off x="4190400" y="834120"/>
              <a:ext cx="213480" cy="360720"/>
            </a:xfrm>
            <a:custGeom>
              <a:avLst/>
              <a:gdLst>
                <a:gd name="textAreaLeft" fmla="*/ 0 w 213480"/>
                <a:gd name="textAreaRight" fmla="*/ 213840 w 213480"/>
                <a:gd name="textAreaTop" fmla="*/ 0 h 360720"/>
                <a:gd name="textAreaBottom" fmla="*/ 361080 h 360720"/>
              </a:gdLst>
              <a:ahLst/>
              <a:cxnLst/>
              <a:rect l="textAreaLeft" t="textAreaTop" r="textAreaRight" b="textAreaBottom"/>
              <a:pathLst>
                <a:path w="6167" h="10410">
                  <a:moveTo>
                    <a:pt x="2493" y="0"/>
                  </a:moveTo>
                  <a:cubicBezTo>
                    <a:pt x="2409" y="0"/>
                    <a:pt x="2322" y="14"/>
                    <a:pt x="2238" y="42"/>
                  </a:cubicBezTo>
                  <a:lnTo>
                    <a:pt x="658" y="559"/>
                  </a:lnTo>
                  <a:cubicBezTo>
                    <a:pt x="234" y="700"/>
                    <a:pt x="0" y="1158"/>
                    <a:pt x="142" y="1587"/>
                  </a:cubicBezTo>
                  <a:lnTo>
                    <a:pt x="3047" y="10410"/>
                  </a:lnTo>
                  <a:lnTo>
                    <a:pt x="3242" y="10346"/>
                  </a:lnTo>
                  <a:lnTo>
                    <a:pt x="337" y="1519"/>
                  </a:lnTo>
                  <a:cubicBezTo>
                    <a:pt x="229" y="1202"/>
                    <a:pt x="405" y="861"/>
                    <a:pt x="722" y="754"/>
                  </a:cubicBezTo>
                  <a:lnTo>
                    <a:pt x="2301" y="232"/>
                  </a:lnTo>
                  <a:cubicBezTo>
                    <a:pt x="2363" y="212"/>
                    <a:pt x="2426" y="203"/>
                    <a:pt x="2489" y="203"/>
                  </a:cubicBezTo>
                  <a:cubicBezTo>
                    <a:pt x="2744" y="203"/>
                    <a:pt x="2984" y="364"/>
                    <a:pt x="3066" y="622"/>
                  </a:cubicBezTo>
                  <a:lnTo>
                    <a:pt x="5971" y="9450"/>
                  </a:lnTo>
                  <a:lnTo>
                    <a:pt x="6166" y="9386"/>
                  </a:lnTo>
                  <a:lnTo>
                    <a:pt x="3261" y="559"/>
                  </a:lnTo>
                  <a:cubicBezTo>
                    <a:pt x="3148" y="216"/>
                    <a:pt x="2832" y="0"/>
                    <a:pt x="2493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4" name="Google Shape;953;p41"/>
            <p:cNvSpPr/>
            <p:nvPr/>
          </p:nvSpPr>
          <p:spPr>
            <a:xfrm rot="18829200">
              <a:off x="4402080" y="1067400"/>
              <a:ext cx="111600" cy="51480"/>
            </a:xfrm>
            <a:custGeom>
              <a:avLst/>
              <a:gdLst>
                <a:gd name="textAreaLeft" fmla="*/ 0 w 111600"/>
                <a:gd name="textAreaRight" fmla="*/ 111960 w 111600"/>
                <a:gd name="textAreaTop" fmla="*/ 0 h 51480"/>
                <a:gd name="textAreaBottom" fmla="*/ 51840 h 51480"/>
              </a:gdLst>
              <a:ahLst/>
              <a:cxnLst/>
              <a:rect l="textAreaLeft" t="textAreaTop" r="textAreaRight" b="textAreaBottom"/>
              <a:pathLst>
                <a:path w="3228" h="1493">
                  <a:moveTo>
                    <a:pt x="3115" y="1"/>
                  </a:moveTo>
                  <a:lnTo>
                    <a:pt x="3003" y="54"/>
                  </a:lnTo>
                  <a:lnTo>
                    <a:pt x="2925" y="54"/>
                  </a:lnTo>
                  <a:lnTo>
                    <a:pt x="2930" y="83"/>
                  </a:lnTo>
                  <a:cubicBezTo>
                    <a:pt x="3003" y="322"/>
                    <a:pt x="2872" y="576"/>
                    <a:pt x="2633" y="654"/>
                  </a:cubicBezTo>
                  <a:lnTo>
                    <a:pt x="771" y="1268"/>
                  </a:lnTo>
                  <a:cubicBezTo>
                    <a:pt x="723" y="1283"/>
                    <a:pt x="675" y="1291"/>
                    <a:pt x="627" y="1291"/>
                  </a:cubicBezTo>
                  <a:cubicBezTo>
                    <a:pt x="437" y="1291"/>
                    <a:pt x="262" y="1172"/>
                    <a:pt x="196" y="985"/>
                  </a:cubicBezTo>
                  <a:lnTo>
                    <a:pt x="171" y="946"/>
                  </a:lnTo>
                  <a:lnTo>
                    <a:pt x="132" y="985"/>
                  </a:lnTo>
                  <a:lnTo>
                    <a:pt x="1" y="1044"/>
                  </a:lnTo>
                  <a:lnTo>
                    <a:pt x="10" y="1073"/>
                  </a:lnTo>
                  <a:lnTo>
                    <a:pt x="15" y="1073"/>
                  </a:lnTo>
                  <a:cubicBezTo>
                    <a:pt x="113" y="1326"/>
                    <a:pt x="357" y="1492"/>
                    <a:pt x="629" y="1492"/>
                  </a:cubicBezTo>
                  <a:cubicBezTo>
                    <a:pt x="698" y="1492"/>
                    <a:pt x="766" y="1482"/>
                    <a:pt x="829" y="1463"/>
                  </a:cubicBezTo>
                  <a:lnTo>
                    <a:pt x="2696" y="849"/>
                  </a:lnTo>
                  <a:cubicBezTo>
                    <a:pt x="3037" y="737"/>
                    <a:pt x="3227" y="371"/>
                    <a:pt x="3120" y="25"/>
                  </a:cubicBezTo>
                  <a:lnTo>
                    <a:pt x="3115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5" name="Google Shape;954;p41"/>
            <p:cNvSpPr/>
            <p:nvPr/>
          </p:nvSpPr>
          <p:spPr>
            <a:xfrm rot="18829200">
              <a:off x="3916440" y="797400"/>
              <a:ext cx="173160" cy="156960"/>
            </a:xfrm>
            <a:custGeom>
              <a:avLst/>
              <a:gdLst>
                <a:gd name="textAreaLeft" fmla="*/ 0 w 173160"/>
                <a:gd name="textAreaRight" fmla="*/ 173520 w 173160"/>
                <a:gd name="textAreaTop" fmla="*/ 0 h 156960"/>
                <a:gd name="textAreaBottom" fmla="*/ 157320 h 156960"/>
              </a:gdLst>
              <a:ahLst/>
              <a:cxnLst/>
              <a:rect l="textAreaLeft" t="textAreaTop" r="textAreaRight" b="textAreaBottom"/>
              <a:pathLst>
                <a:path w="5002" h="4531">
                  <a:moveTo>
                    <a:pt x="2547" y="205"/>
                  </a:moveTo>
                  <a:cubicBezTo>
                    <a:pt x="2865" y="205"/>
                    <a:pt x="3182" y="279"/>
                    <a:pt x="3471" y="427"/>
                  </a:cubicBezTo>
                  <a:cubicBezTo>
                    <a:pt x="4348" y="870"/>
                    <a:pt x="4787" y="1869"/>
                    <a:pt x="4528" y="2820"/>
                  </a:cubicBezTo>
                  <a:cubicBezTo>
                    <a:pt x="4279" y="3715"/>
                    <a:pt x="3461" y="4327"/>
                    <a:pt x="2543" y="4327"/>
                  </a:cubicBezTo>
                  <a:cubicBezTo>
                    <a:pt x="2492" y="4327"/>
                    <a:pt x="2440" y="4325"/>
                    <a:pt x="2389" y="4321"/>
                  </a:cubicBezTo>
                  <a:cubicBezTo>
                    <a:pt x="1409" y="4248"/>
                    <a:pt x="614" y="3492"/>
                    <a:pt x="497" y="2518"/>
                  </a:cubicBezTo>
                  <a:cubicBezTo>
                    <a:pt x="376" y="1543"/>
                    <a:pt x="965" y="617"/>
                    <a:pt x="1896" y="310"/>
                  </a:cubicBezTo>
                  <a:cubicBezTo>
                    <a:pt x="2109" y="240"/>
                    <a:pt x="2328" y="205"/>
                    <a:pt x="2547" y="205"/>
                  </a:cubicBezTo>
                  <a:close/>
                  <a:moveTo>
                    <a:pt x="2543" y="1"/>
                  </a:moveTo>
                  <a:cubicBezTo>
                    <a:pt x="2309" y="1"/>
                    <a:pt x="2070" y="37"/>
                    <a:pt x="1833" y="115"/>
                  </a:cubicBezTo>
                  <a:cubicBezTo>
                    <a:pt x="649" y="509"/>
                    <a:pt x="0" y="1786"/>
                    <a:pt x="390" y="2971"/>
                  </a:cubicBezTo>
                  <a:cubicBezTo>
                    <a:pt x="697" y="3902"/>
                    <a:pt x="1565" y="4531"/>
                    <a:pt x="2545" y="4531"/>
                  </a:cubicBezTo>
                  <a:cubicBezTo>
                    <a:pt x="3939" y="4531"/>
                    <a:pt x="5001" y="3283"/>
                    <a:pt x="4777" y="1908"/>
                  </a:cubicBezTo>
                  <a:cubicBezTo>
                    <a:pt x="4597" y="775"/>
                    <a:pt x="3621" y="1"/>
                    <a:pt x="254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8480" bIns="784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6" name="Google Shape;955;p41"/>
            <p:cNvSpPr/>
            <p:nvPr/>
          </p:nvSpPr>
          <p:spPr>
            <a:xfrm rot="18829200">
              <a:off x="3932640" y="810720"/>
              <a:ext cx="141840" cy="128880"/>
            </a:xfrm>
            <a:custGeom>
              <a:avLst/>
              <a:gdLst>
                <a:gd name="textAreaLeft" fmla="*/ 0 w 141840"/>
                <a:gd name="textAreaRight" fmla="*/ 142200 w 141840"/>
                <a:gd name="textAreaTop" fmla="*/ 0 h 128880"/>
                <a:gd name="textAreaBottom" fmla="*/ 129240 h 128880"/>
              </a:gdLst>
              <a:ahLst/>
              <a:cxnLst/>
              <a:rect l="textAreaLeft" t="textAreaTop" r="textAreaRight" b="textAreaBottom"/>
              <a:pathLst>
                <a:path w="4101" h="3730">
                  <a:moveTo>
                    <a:pt x="2068" y="215"/>
                  </a:moveTo>
                  <a:cubicBezTo>
                    <a:pt x="3130" y="220"/>
                    <a:pt x="3920" y="1214"/>
                    <a:pt x="3671" y="2252"/>
                  </a:cubicBezTo>
                  <a:cubicBezTo>
                    <a:pt x="3486" y="3028"/>
                    <a:pt x="2797" y="3523"/>
                    <a:pt x="2064" y="3523"/>
                  </a:cubicBezTo>
                  <a:cubicBezTo>
                    <a:pt x="1816" y="3523"/>
                    <a:pt x="1562" y="3466"/>
                    <a:pt x="1322" y="3344"/>
                  </a:cubicBezTo>
                  <a:cubicBezTo>
                    <a:pt x="1" y="2681"/>
                    <a:pt x="147" y="761"/>
                    <a:pt x="1546" y="298"/>
                  </a:cubicBezTo>
                  <a:cubicBezTo>
                    <a:pt x="1712" y="244"/>
                    <a:pt x="1887" y="215"/>
                    <a:pt x="2068" y="215"/>
                  </a:cubicBezTo>
                  <a:close/>
                  <a:moveTo>
                    <a:pt x="2063" y="0"/>
                  </a:moveTo>
                  <a:cubicBezTo>
                    <a:pt x="1963" y="0"/>
                    <a:pt x="1862" y="8"/>
                    <a:pt x="1761" y="25"/>
                  </a:cubicBezTo>
                  <a:cubicBezTo>
                    <a:pt x="800" y="181"/>
                    <a:pt x="123" y="1043"/>
                    <a:pt x="201" y="2013"/>
                  </a:cubicBezTo>
                  <a:cubicBezTo>
                    <a:pt x="279" y="2983"/>
                    <a:pt x="1088" y="3729"/>
                    <a:pt x="2063" y="3729"/>
                  </a:cubicBezTo>
                  <a:cubicBezTo>
                    <a:pt x="2258" y="3724"/>
                    <a:pt x="2458" y="3695"/>
                    <a:pt x="2643" y="3632"/>
                  </a:cubicBezTo>
                  <a:cubicBezTo>
                    <a:pt x="3569" y="3325"/>
                    <a:pt x="4100" y="2364"/>
                    <a:pt x="3871" y="1419"/>
                  </a:cubicBezTo>
                  <a:cubicBezTo>
                    <a:pt x="3662" y="573"/>
                    <a:pt x="2907" y="0"/>
                    <a:pt x="2063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64440" bIns="64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7" name="Google Shape;956;p41"/>
            <p:cNvSpPr/>
            <p:nvPr/>
          </p:nvSpPr>
          <p:spPr>
            <a:xfrm rot="18829200">
              <a:off x="4226760" y="972360"/>
              <a:ext cx="51480" cy="36360"/>
            </a:xfrm>
            <a:custGeom>
              <a:avLst/>
              <a:gdLst>
                <a:gd name="textAreaLeft" fmla="*/ 0 w 51480"/>
                <a:gd name="textAreaRight" fmla="*/ 51840 w 51480"/>
                <a:gd name="textAreaTop" fmla="*/ 0 h 36360"/>
                <a:gd name="textAreaBottom" fmla="*/ 36720 h 36360"/>
              </a:gdLst>
              <a:ahLst/>
              <a:cxnLst/>
              <a:rect l="textAreaLeft" t="textAreaTop" r="textAreaRight" b="textAreaBottom"/>
              <a:pathLst>
                <a:path w="1492" h="1055">
                  <a:moveTo>
                    <a:pt x="1199" y="1"/>
                  </a:moveTo>
                  <a:lnTo>
                    <a:pt x="1087" y="88"/>
                  </a:lnTo>
                  <a:cubicBezTo>
                    <a:pt x="1165" y="147"/>
                    <a:pt x="1224" y="230"/>
                    <a:pt x="1258" y="322"/>
                  </a:cubicBezTo>
                  <a:cubicBezTo>
                    <a:pt x="1307" y="483"/>
                    <a:pt x="1238" y="581"/>
                    <a:pt x="1136" y="615"/>
                  </a:cubicBezTo>
                  <a:cubicBezTo>
                    <a:pt x="1114" y="622"/>
                    <a:pt x="1093" y="625"/>
                    <a:pt x="1073" y="625"/>
                  </a:cubicBezTo>
                  <a:cubicBezTo>
                    <a:pt x="949" y="625"/>
                    <a:pt x="857" y="505"/>
                    <a:pt x="819" y="396"/>
                  </a:cubicBezTo>
                  <a:lnTo>
                    <a:pt x="790" y="298"/>
                  </a:lnTo>
                  <a:lnTo>
                    <a:pt x="658" y="337"/>
                  </a:lnTo>
                  <a:lnTo>
                    <a:pt x="687" y="435"/>
                  </a:lnTo>
                  <a:cubicBezTo>
                    <a:pt x="741" y="605"/>
                    <a:pt x="722" y="795"/>
                    <a:pt x="536" y="859"/>
                  </a:cubicBezTo>
                  <a:cubicBezTo>
                    <a:pt x="512" y="866"/>
                    <a:pt x="484" y="871"/>
                    <a:pt x="456" y="871"/>
                  </a:cubicBezTo>
                  <a:cubicBezTo>
                    <a:pt x="358" y="871"/>
                    <a:pt x="247" y="817"/>
                    <a:pt x="190" y="644"/>
                  </a:cubicBezTo>
                  <a:cubicBezTo>
                    <a:pt x="161" y="542"/>
                    <a:pt x="156" y="435"/>
                    <a:pt x="181" y="327"/>
                  </a:cubicBezTo>
                  <a:lnTo>
                    <a:pt x="25" y="322"/>
                  </a:lnTo>
                  <a:lnTo>
                    <a:pt x="25" y="322"/>
                  </a:lnTo>
                  <a:cubicBezTo>
                    <a:pt x="0" y="444"/>
                    <a:pt x="5" y="566"/>
                    <a:pt x="44" y="688"/>
                  </a:cubicBezTo>
                  <a:cubicBezTo>
                    <a:pt x="126" y="939"/>
                    <a:pt x="294" y="1054"/>
                    <a:pt x="465" y="1054"/>
                  </a:cubicBezTo>
                  <a:cubicBezTo>
                    <a:pt x="507" y="1054"/>
                    <a:pt x="549" y="1047"/>
                    <a:pt x="590" y="1034"/>
                  </a:cubicBezTo>
                  <a:cubicBezTo>
                    <a:pt x="756" y="980"/>
                    <a:pt x="858" y="810"/>
                    <a:pt x="834" y="639"/>
                  </a:cubicBezTo>
                  <a:lnTo>
                    <a:pt x="834" y="639"/>
                  </a:lnTo>
                  <a:cubicBezTo>
                    <a:pt x="918" y="746"/>
                    <a:pt x="1016" y="797"/>
                    <a:pt x="1118" y="797"/>
                  </a:cubicBezTo>
                  <a:cubicBezTo>
                    <a:pt x="1151" y="797"/>
                    <a:pt x="1185" y="791"/>
                    <a:pt x="1219" y="781"/>
                  </a:cubicBezTo>
                  <a:cubicBezTo>
                    <a:pt x="1375" y="727"/>
                    <a:pt x="1492" y="561"/>
                    <a:pt x="1409" y="308"/>
                  </a:cubicBezTo>
                  <a:cubicBezTo>
                    <a:pt x="1370" y="186"/>
                    <a:pt x="1297" y="84"/>
                    <a:pt x="1199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360" bIns="183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8" name="Google Shape;957;p41"/>
            <p:cNvSpPr/>
            <p:nvPr/>
          </p:nvSpPr>
          <p:spPr>
            <a:xfrm rot="18829200">
              <a:off x="4268520" y="995040"/>
              <a:ext cx="52920" cy="34200"/>
            </a:xfrm>
            <a:custGeom>
              <a:avLst/>
              <a:gdLst>
                <a:gd name="textAreaLeft" fmla="*/ 0 w 52920"/>
                <a:gd name="textAreaRight" fmla="*/ 53280 w 52920"/>
                <a:gd name="textAreaTop" fmla="*/ 0 h 34200"/>
                <a:gd name="textAreaBottom" fmla="*/ 34560 h 34200"/>
              </a:gdLst>
              <a:ahLst/>
              <a:cxnLst/>
              <a:rect l="textAreaLeft" t="textAreaTop" r="textAreaRight" b="textAreaBottom"/>
              <a:pathLst>
                <a:path w="1531" h="1000">
                  <a:moveTo>
                    <a:pt x="554" y="229"/>
                  </a:moveTo>
                  <a:cubicBezTo>
                    <a:pt x="566" y="229"/>
                    <a:pt x="578" y="230"/>
                    <a:pt x="590" y="232"/>
                  </a:cubicBezTo>
                  <a:cubicBezTo>
                    <a:pt x="702" y="252"/>
                    <a:pt x="795" y="325"/>
                    <a:pt x="834" y="432"/>
                  </a:cubicBezTo>
                  <a:cubicBezTo>
                    <a:pt x="887" y="598"/>
                    <a:pt x="809" y="739"/>
                    <a:pt x="624" y="798"/>
                  </a:cubicBezTo>
                  <a:cubicBezTo>
                    <a:pt x="575" y="814"/>
                    <a:pt x="527" y="822"/>
                    <a:pt x="484" y="822"/>
                  </a:cubicBezTo>
                  <a:cubicBezTo>
                    <a:pt x="360" y="822"/>
                    <a:pt x="264" y="758"/>
                    <a:pt x="225" y="647"/>
                  </a:cubicBezTo>
                  <a:cubicBezTo>
                    <a:pt x="166" y="461"/>
                    <a:pt x="293" y="310"/>
                    <a:pt x="507" y="237"/>
                  </a:cubicBezTo>
                  <a:cubicBezTo>
                    <a:pt x="521" y="232"/>
                    <a:pt x="537" y="229"/>
                    <a:pt x="554" y="229"/>
                  </a:cubicBezTo>
                  <a:close/>
                  <a:moveTo>
                    <a:pt x="788" y="0"/>
                  </a:moveTo>
                  <a:cubicBezTo>
                    <a:pt x="688" y="0"/>
                    <a:pt x="588" y="17"/>
                    <a:pt x="493" y="52"/>
                  </a:cubicBezTo>
                  <a:cubicBezTo>
                    <a:pt x="156" y="159"/>
                    <a:pt x="0" y="418"/>
                    <a:pt x="88" y="691"/>
                  </a:cubicBezTo>
                  <a:cubicBezTo>
                    <a:pt x="156" y="898"/>
                    <a:pt x="334" y="1000"/>
                    <a:pt x="522" y="1000"/>
                  </a:cubicBezTo>
                  <a:cubicBezTo>
                    <a:pt x="577" y="1000"/>
                    <a:pt x="633" y="991"/>
                    <a:pt x="688" y="973"/>
                  </a:cubicBezTo>
                  <a:cubicBezTo>
                    <a:pt x="941" y="890"/>
                    <a:pt x="1053" y="676"/>
                    <a:pt x="980" y="447"/>
                  </a:cubicBezTo>
                  <a:cubicBezTo>
                    <a:pt x="941" y="320"/>
                    <a:pt x="848" y="223"/>
                    <a:pt x="727" y="179"/>
                  </a:cubicBezTo>
                  <a:lnTo>
                    <a:pt x="727" y="174"/>
                  </a:lnTo>
                  <a:cubicBezTo>
                    <a:pt x="762" y="167"/>
                    <a:pt x="798" y="164"/>
                    <a:pt x="833" y="164"/>
                  </a:cubicBezTo>
                  <a:cubicBezTo>
                    <a:pt x="1045" y="164"/>
                    <a:pt x="1244" y="285"/>
                    <a:pt x="1336" y="481"/>
                  </a:cubicBezTo>
                  <a:cubicBezTo>
                    <a:pt x="1360" y="520"/>
                    <a:pt x="1375" y="564"/>
                    <a:pt x="1389" y="608"/>
                  </a:cubicBezTo>
                  <a:lnTo>
                    <a:pt x="1531" y="559"/>
                  </a:lnTo>
                  <a:cubicBezTo>
                    <a:pt x="1516" y="515"/>
                    <a:pt x="1497" y="476"/>
                    <a:pt x="1477" y="437"/>
                  </a:cubicBezTo>
                  <a:cubicBezTo>
                    <a:pt x="1409" y="286"/>
                    <a:pt x="1297" y="159"/>
                    <a:pt x="1151" y="81"/>
                  </a:cubicBezTo>
                  <a:cubicBezTo>
                    <a:pt x="1037" y="27"/>
                    <a:pt x="913" y="0"/>
                    <a:pt x="788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7280" bIns="172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9" name="Google Shape;958;p41"/>
            <p:cNvSpPr/>
            <p:nvPr/>
          </p:nvSpPr>
          <p:spPr>
            <a:xfrm rot="18829200">
              <a:off x="4310280" y="1040040"/>
              <a:ext cx="10080" cy="8280"/>
            </a:xfrm>
            <a:custGeom>
              <a:avLst/>
              <a:gdLst>
                <a:gd name="textAreaLeft" fmla="*/ 0 w 10080"/>
                <a:gd name="textAreaRight" fmla="*/ 10440 w 1008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303" h="252">
                  <a:moveTo>
                    <a:pt x="146" y="0"/>
                  </a:moveTo>
                  <a:cubicBezTo>
                    <a:pt x="136" y="0"/>
                    <a:pt x="124" y="2"/>
                    <a:pt x="113" y="5"/>
                  </a:cubicBezTo>
                  <a:cubicBezTo>
                    <a:pt x="40" y="20"/>
                    <a:pt x="1" y="98"/>
                    <a:pt x="25" y="166"/>
                  </a:cubicBezTo>
                  <a:cubicBezTo>
                    <a:pt x="41" y="222"/>
                    <a:pt x="93" y="252"/>
                    <a:pt x="145" y="252"/>
                  </a:cubicBezTo>
                  <a:cubicBezTo>
                    <a:pt x="187" y="252"/>
                    <a:pt x="230" y="232"/>
                    <a:pt x="254" y="190"/>
                  </a:cubicBezTo>
                  <a:cubicBezTo>
                    <a:pt x="302" y="103"/>
                    <a:pt x="237" y="0"/>
                    <a:pt x="14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320" bIns="4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0" name="Google Shape;959;p41"/>
            <p:cNvSpPr/>
            <p:nvPr/>
          </p:nvSpPr>
          <p:spPr>
            <a:xfrm rot="18829200">
              <a:off x="4323240" y="1020960"/>
              <a:ext cx="53280" cy="29520"/>
            </a:xfrm>
            <a:custGeom>
              <a:avLst/>
              <a:gdLst>
                <a:gd name="textAreaLeft" fmla="*/ 0 w 53280"/>
                <a:gd name="textAreaRight" fmla="*/ 53640 w 53280"/>
                <a:gd name="textAreaTop" fmla="*/ 0 h 29520"/>
                <a:gd name="textAreaBottom" fmla="*/ 29880 h 29520"/>
              </a:gdLst>
              <a:ahLst/>
              <a:cxnLst/>
              <a:rect l="textAreaLeft" t="textAreaTop" r="textAreaRight" b="textAreaBottom"/>
              <a:pathLst>
                <a:path w="1547" h="859">
                  <a:moveTo>
                    <a:pt x="1283" y="1"/>
                  </a:moveTo>
                  <a:lnTo>
                    <a:pt x="1137" y="50"/>
                  </a:lnTo>
                  <a:lnTo>
                    <a:pt x="1337" y="688"/>
                  </a:lnTo>
                  <a:lnTo>
                    <a:pt x="1332" y="688"/>
                  </a:lnTo>
                  <a:lnTo>
                    <a:pt x="1" y="493"/>
                  </a:lnTo>
                  <a:lnTo>
                    <a:pt x="59" y="673"/>
                  </a:lnTo>
                  <a:lnTo>
                    <a:pt x="1429" y="859"/>
                  </a:lnTo>
                  <a:lnTo>
                    <a:pt x="1546" y="820"/>
                  </a:lnTo>
                  <a:lnTo>
                    <a:pt x="1283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4760" bIns="147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01" name="Google Shape;960;p41"/>
          <p:cNvGrpSpPr/>
          <p:nvPr/>
        </p:nvGrpSpPr>
        <p:grpSpPr>
          <a:xfrm>
            <a:off x="5923440" y="-31680"/>
            <a:ext cx="2898360" cy="3302280"/>
            <a:chOff x="5923440" y="-31680"/>
            <a:chExt cx="2898360" cy="3302280"/>
          </a:xfrm>
        </p:grpSpPr>
        <p:sp>
          <p:nvSpPr>
            <p:cNvPr id="202" name="Google Shape;961;p41"/>
            <p:cNvSpPr/>
            <p:nvPr/>
          </p:nvSpPr>
          <p:spPr>
            <a:xfrm rot="1458600">
              <a:off x="8055360" y="649080"/>
              <a:ext cx="43200" cy="21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21600"/>
                <a:gd name="textAreaBottom" fmla="*/ 21960 h 21600"/>
              </a:gdLst>
              <a:ahLst/>
              <a:cxnLst/>
              <a:rect l="textAreaLeft" t="textAreaTop" r="textAreaRight" b="textAreaBottom"/>
              <a:pathLst>
                <a:path w="1165" h="591">
                  <a:moveTo>
                    <a:pt x="15" y="1"/>
                  </a:moveTo>
                  <a:cubicBezTo>
                    <a:pt x="0" y="322"/>
                    <a:pt x="258" y="590"/>
                    <a:pt x="585" y="590"/>
                  </a:cubicBezTo>
                  <a:cubicBezTo>
                    <a:pt x="907" y="590"/>
                    <a:pt x="1165" y="322"/>
                    <a:pt x="1155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0800" bIns="108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3" name="Google Shape;962;p41"/>
            <p:cNvSpPr/>
            <p:nvPr/>
          </p:nvSpPr>
          <p:spPr>
            <a:xfrm rot="1458600">
              <a:off x="8064720" y="630000"/>
              <a:ext cx="42120" cy="20520"/>
            </a:xfrm>
            <a:custGeom>
              <a:avLst/>
              <a:gdLst>
                <a:gd name="textAreaLeft" fmla="*/ 0 w 42120"/>
                <a:gd name="textAreaRight" fmla="*/ 42480 w 42120"/>
                <a:gd name="textAreaTop" fmla="*/ 0 h 20520"/>
                <a:gd name="textAreaBottom" fmla="*/ 20880 h 20520"/>
              </a:gdLst>
              <a:ahLst/>
              <a:cxnLst/>
              <a:rect l="textAreaLeft" t="textAreaTop" r="textAreaRight" b="textAreaBottom"/>
              <a:pathLst>
                <a:path w="1142" h="557">
                  <a:moveTo>
                    <a:pt x="571" y="1"/>
                  </a:moveTo>
                  <a:cubicBezTo>
                    <a:pt x="259" y="1"/>
                    <a:pt x="10" y="245"/>
                    <a:pt x="1" y="557"/>
                  </a:cubicBezTo>
                  <a:lnTo>
                    <a:pt x="1141" y="557"/>
                  </a:lnTo>
                  <a:cubicBezTo>
                    <a:pt x="1132" y="245"/>
                    <a:pt x="878" y="1"/>
                    <a:pt x="571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0440" bIns="10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4" name="Google Shape;963;p41"/>
            <p:cNvSpPr/>
            <p:nvPr/>
          </p:nvSpPr>
          <p:spPr>
            <a:xfrm rot="1458600">
              <a:off x="7480800" y="389160"/>
              <a:ext cx="43200" cy="21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21600"/>
                <a:gd name="textAreaBottom" fmla="*/ 21960 h 21600"/>
              </a:gdLst>
              <a:ahLst/>
              <a:cxnLst/>
              <a:rect l="textAreaLeft" t="textAreaTop" r="textAreaRight" b="textAreaBottom"/>
              <a:pathLst>
                <a:path w="1166" h="591">
                  <a:moveTo>
                    <a:pt x="15" y="1"/>
                  </a:moveTo>
                  <a:cubicBezTo>
                    <a:pt x="0" y="322"/>
                    <a:pt x="258" y="590"/>
                    <a:pt x="585" y="590"/>
                  </a:cubicBezTo>
                  <a:cubicBezTo>
                    <a:pt x="907" y="590"/>
                    <a:pt x="1165" y="322"/>
                    <a:pt x="1155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0800" bIns="108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5" name="Google Shape;964;p41"/>
            <p:cNvSpPr/>
            <p:nvPr/>
          </p:nvSpPr>
          <p:spPr>
            <a:xfrm rot="1458600">
              <a:off x="7490160" y="370440"/>
              <a:ext cx="42120" cy="20520"/>
            </a:xfrm>
            <a:custGeom>
              <a:avLst/>
              <a:gdLst>
                <a:gd name="textAreaLeft" fmla="*/ 0 w 42120"/>
                <a:gd name="textAreaRight" fmla="*/ 42480 w 42120"/>
                <a:gd name="textAreaTop" fmla="*/ 0 h 20520"/>
                <a:gd name="textAreaBottom" fmla="*/ 20880 h 20520"/>
              </a:gdLst>
              <a:ahLst/>
              <a:cxnLst/>
              <a:rect l="textAreaLeft" t="textAreaTop" r="textAreaRight" b="textAreaBottom"/>
              <a:pathLst>
                <a:path w="1142" h="557">
                  <a:moveTo>
                    <a:pt x="571" y="1"/>
                  </a:moveTo>
                  <a:cubicBezTo>
                    <a:pt x="259" y="1"/>
                    <a:pt x="10" y="245"/>
                    <a:pt x="1" y="557"/>
                  </a:cubicBezTo>
                  <a:lnTo>
                    <a:pt x="1141" y="557"/>
                  </a:lnTo>
                  <a:cubicBezTo>
                    <a:pt x="1132" y="245"/>
                    <a:pt x="878" y="1"/>
                    <a:pt x="571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0440" bIns="10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6" name="Google Shape;965;p41"/>
            <p:cNvSpPr/>
            <p:nvPr/>
          </p:nvSpPr>
          <p:spPr>
            <a:xfrm rot="1458600">
              <a:off x="6443280" y="192960"/>
              <a:ext cx="598680" cy="2317680"/>
            </a:xfrm>
            <a:custGeom>
              <a:avLst/>
              <a:gdLst>
                <a:gd name="textAreaLeft" fmla="*/ 0 w 598680"/>
                <a:gd name="textAreaRight" fmla="*/ 599040 w 598680"/>
                <a:gd name="textAreaTop" fmla="*/ 0 h 2317680"/>
                <a:gd name="textAreaBottom" fmla="*/ 2318040 h 2317680"/>
              </a:gdLst>
              <a:ahLst/>
              <a:cxnLst/>
              <a:rect l="textAreaLeft" t="textAreaTop" r="textAreaRight" b="textAreaBottom"/>
              <a:pathLst>
                <a:path w="16066" h="62153">
                  <a:moveTo>
                    <a:pt x="2120" y="0"/>
                  </a:moveTo>
                  <a:lnTo>
                    <a:pt x="741" y="40427"/>
                  </a:lnTo>
                  <a:lnTo>
                    <a:pt x="0" y="62055"/>
                  </a:lnTo>
                  <a:lnTo>
                    <a:pt x="736" y="62079"/>
                  </a:lnTo>
                  <a:lnTo>
                    <a:pt x="2774" y="62152"/>
                  </a:lnTo>
                  <a:lnTo>
                    <a:pt x="2774" y="2281"/>
                  </a:lnTo>
                  <a:lnTo>
                    <a:pt x="10329" y="2281"/>
                  </a:lnTo>
                  <a:cubicBezTo>
                    <a:pt x="10363" y="2242"/>
                    <a:pt x="10397" y="2203"/>
                    <a:pt x="10431" y="2164"/>
                  </a:cubicBezTo>
                  <a:cubicBezTo>
                    <a:pt x="10767" y="1799"/>
                    <a:pt x="11148" y="1599"/>
                    <a:pt x="11616" y="1433"/>
                  </a:cubicBezTo>
                  <a:cubicBezTo>
                    <a:pt x="12444" y="1131"/>
                    <a:pt x="13361" y="1043"/>
                    <a:pt x="14228" y="868"/>
                  </a:cubicBezTo>
                  <a:cubicBezTo>
                    <a:pt x="14837" y="741"/>
                    <a:pt x="15456" y="614"/>
                    <a:pt x="16066" y="478"/>
                  </a:cubicBezTo>
                  <a:lnTo>
                    <a:pt x="2120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7" name="Google Shape;966;p41"/>
            <p:cNvSpPr/>
            <p:nvPr/>
          </p:nvSpPr>
          <p:spPr>
            <a:xfrm rot="1458600">
              <a:off x="8132400" y="862200"/>
              <a:ext cx="461520" cy="41400"/>
            </a:xfrm>
            <a:custGeom>
              <a:avLst/>
              <a:gdLst>
                <a:gd name="textAreaLeft" fmla="*/ 0 w 461520"/>
                <a:gd name="textAreaRight" fmla="*/ 461880 w 46152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12382" h="1117">
                  <a:moveTo>
                    <a:pt x="1" y="0"/>
                  </a:moveTo>
                  <a:lnTo>
                    <a:pt x="1" y="0"/>
                  </a:lnTo>
                  <a:cubicBezTo>
                    <a:pt x="327" y="63"/>
                    <a:pt x="649" y="151"/>
                    <a:pt x="961" y="263"/>
                  </a:cubicBezTo>
                  <a:cubicBezTo>
                    <a:pt x="1429" y="429"/>
                    <a:pt x="1814" y="624"/>
                    <a:pt x="2145" y="994"/>
                  </a:cubicBezTo>
                  <a:cubicBezTo>
                    <a:pt x="2180" y="1033"/>
                    <a:pt x="2214" y="1077"/>
                    <a:pt x="2248" y="1116"/>
                  </a:cubicBezTo>
                  <a:lnTo>
                    <a:pt x="12357" y="1116"/>
                  </a:lnTo>
                  <a:lnTo>
                    <a:pt x="12381" y="41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8" name="Google Shape;967;p41"/>
            <p:cNvSpPr/>
            <p:nvPr/>
          </p:nvSpPr>
          <p:spPr>
            <a:xfrm rot="1458600">
              <a:off x="7808400" y="239760"/>
              <a:ext cx="151920" cy="14328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143280"/>
                <a:gd name="textAreaBottom" fmla="*/ 143640 h 143280"/>
              </a:gdLst>
              <a:ahLst/>
              <a:cxnLst/>
              <a:rect l="textAreaLeft" t="textAreaTop" r="textAreaRight" b="textAreaBottom"/>
              <a:pathLst>
                <a:path w="4085" h="3847">
                  <a:moveTo>
                    <a:pt x="2018" y="415"/>
                  </a:moveTo>
                  <a:cubicBezTo>
                    <a:pt x="2847" y="415"/>
                    <a:pt x="3520" y="1087"/>
                    <a:pt x="3520" y="1921"/>
                  </a:cubicBezTo>
                  <a:cubicBezTo>
                    <a:pt x="3523" y="2828"/>
                    <a:pt x="2780" y="3432"/>
                    <a:pt x="2004" y="3432"/>
                  </a:cubicBezTo>
                  <a:cubicBezTo>
                    <a:pt x="1635" y="3432"/>
                    <a:pt x="1258" y="3295"/>
                    <a:pt x="951" y="2988"/>
                  </a:cubicBezTo>
                  <a:cubicBezTo>
                    <a:pt x="0" y="2038"/>
                    <a:pt x="673" y="415"/>
                    <a:pt x="2013" y="415"/>
                  </a:cubicBezTo>
                  <a:close/>
                  <a:moveTo>
                    <a:pt x="2013" y="1"/>
                  </a:moveTo>
                  <a:cubicBezTo>
                    <a:pt x="1767" y="1"/>
                    <a:pt x="1519" y="48"/>
                    <a:pt x="1282" y="147"/>
                  </a:cubicBezTo>
                  <a:cubicBezTo>
                    <a:pt x="561" y="444"/>
                    <a:pt x="93" y="1146"/>
                    <a:pt x="93" y="1921"/>
                  </a:cubicBezTo>
                  <a:cubicBezTo>
                    <a:pt x="93" y="2983"/>
                    <a:pt x="951" y="3841"/>
                    <a:pt x="2013" y="3846"/>
                  </a:cubicBezTo>
                  <a:cubicBezTo>
                    <a:pt x="2793" y="3846"/>
                    <a:pt x="3490" y="3378"/>
                    <a:pt x="3788" y="2657"/>
                  </a:cubicBezTo>
                  <a:cubicBezTo>
                    <a:pt x="4085" y="1940"/>
                    <a:pt x="3924" y="1116"/>
                    <a:pt x="3373" y="566"/>
                  </a:cubicBezTo>
                  <a:cubicBezTo>
                    <a:pt x="3004" y="197"/>
                    <a:pt x="2513" y="1"/>
                    <a:pt x="2013" y="1"/>
                  </a:cubicBezTo>
                  <a:close/>
                </a:path>
              </a:pathLst>
            </a:custGeom>
            <a:solidFill>
              <a:srgbClr val="38544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1640" bIns="716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9" name="Google Shape;968;p41"/>
            <p:cNvSpPr/>
            <p:nvPr/>
          </p:nvSpPr>
          <p:spPr>
            <a:xfrm rot="1458600">
              <a:off x="7826400" y="258840"/>
              <a:ext cx="131040" cy="112320"/>
            </a:xfrm>
            <a:custGeom>
              <a:avLst/>
              <a:gdLst>
                <a:gd name="textAreaLeft" fmla="*/ 0 w 131040"/>
                <a:gd name="textAreaRight" fmla="*/ 131400 w 131040"/>
                <a:gd name="textAreaTop" fmla="*/ 0 h 112320"/>
                <a:gd name="textAreaBottom" fmla="*/ 112680 h 112320"/>
              </a:gdLst>
              <a:ahLst/>
              <a:cxnLst/>
              <a:rect l="textAreaLeft" t="textAreaTop" r="textAreaRight" b="textAreaBottom"/>
              <a:pathLst>
                <a:path w="3525" h="3019">
                  <a:moveTo>
                    <a:pt x="1511" y="1"/>
                  </a:moveTo>
                  <a:cubicBezTo>
                    <a:pt x="678" y="1"/>
                    <a:pt x="0" y="673"/>
                    <a:pt x="0" y="1507"/>
                  </a:cubicBezTo>
                  <a:cubicBezTo>
                    <a:pt x="0" y="2414"/>
                    <a:pt x="745" y="3018"/>
                    <a:pt x="1520" y="3018"/>
                  </a:cubicBezTo>
                  <a:cubicBezTo>
                    <a:pt x="1890" y="3018"/>
                    <a:pt x="2267" y="2881"/>
                    <a:pt x="2574" y="2574"/>
                  </a:cubicBezTo>
                  <a:cubicBezTo>
                    <a:pt x="3524" y="1624"/>
                    <a:pt x="2852" y="1"/>
                    <a:pt x="1511" y="1"/>
                  </a:cubicBezTo>
                  <a:close/>
                </a:path>
              </a:pathLst>
            </a:custGeom>
            <a:solidFill>
              <a:srgbClr val="617E7A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6160" bIns="561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0" name="Google Shape;969;p41"/>
            <p:cNvSpPr/>
            <p:nvPr/>
          </p:nvSpPr>
          <p:spPr>
            <a:xfrm rot="1458600">
              <a:off x="7620120" y="519840"/>
              <a:ext cx="320400" cy="38880"/>
            </a:xfrm>
            <a:custGeom>
              <a:avLst/>
              <a:gdLst>
                <a:gd name="textAreaLeft" fmla="*/ 0 w 320400"/>
                <a:gd name="textAreaRight" fmla="*/ 320760 w 320400"/>
                <a:gd name="textAreaTop" fmla="*/ 0 h 38880"/>
                <a:gd name="textAreaBottom" fmla="*/ 39240 h 38880"/>
              </a:gdLst>
              <a:ahLst/>
              <a:cxnLst/>
              <a:rect l="textAreaLeft" t="textAreaTop" r="textAreaRight" b="textAreaBottom"/>
              <a:pathLst>
                <a:path w="8604" h="1054">
                  <a:moveTo>
                    <a:pt x="0" y="1"/>
                  </a:moveTo>
                  <a:lnTo>
                    <a:pt x="0" y="1054"/>
                  </a:lnTo>
                  <a:lnTo>
                    <a:pt x="8603" y="1054"/>
                  </a:lnTo>
                  <a:lnTo>
                    <a:pt x="8603" y="1"/>
                  </a:lnTo>
                  <a:close/>
                </a:path>
              </a:pathLst>
            </a:custGeom>
            <a:solidFill>
              <a:srgbClr val="617E7A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9440" bIns="19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1" name="Google Shape;970;p41"/>
            <p:cNvSpPr/>
            <p:nvPr/>
          </p:nvSpPr>
          <p:spPr>
            <a:xfrm rot="1458600">
              <a:off x="7651080" y="454680"/>
              <a:ext cx="320400" cy="32400"/>
            </a:xfrm>
            <a:custGeom>
              <a:avLst/>
              <a:gdLst>
                <a:gd name="textAreaLeft" fmla="*/ 0 w 320400"/>
                <a:gd name="textAreaRight" fmla="*/ 320760 w 320400"/>
                <a:gd name="textAreaTop" fmla="*/ 0 h 32400"/>
                <a:gd name="textAreaBottom" fmla="*/ 32760 h 32400"/>
              </a:gdLst>
              <a:ahLst/>
              <a:cxnLst/>
              <a:rect l="textAreaLeft" t="textAreaTop" r="textAreaRight" b="textAreaBottom"/>
              <a:pathLst>
                <a:path w="8604" h="878">
                  <a:moveTo>
                    <a:pt x="0" y="1"/>
                  </a:moveTo>
                  <a:lnTo>
                    <a:pt x="0" y="878"/>
                  </a:lnTo>
                  <a:lnTo>
                    <a:pt x="8603" y="878"/>
                  </a:lnTo>
                  <a:lnTo>
                    <a:pt x="8603" y="1"/>
                  </a:lnTo>
                  <a:close/>
                </a:path>
              </a:pathLst>
            </a:custGeom>
            <a:solidFill>
              <a:srgbClr val="617E7A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6200" bIns="162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" name="Google Shape;971;p41"/>
            <p:cNvSpPr/>
            <p:nvPr/>
          </p:nvSpPr>
          <p:spPr>
            <a:xfrm rot="1458600">
              <a:off x="7606800" y="556200"/>
              <a:ext cx="320400" cy="24120"/>
            </a:xfrm>
            <a:custGeom>
              <a:avLst/>
              <a:gdLst>
                <a:gd name="textAreaLeft" fmla="*/ 0 w 320400"/>
                <a:gd name="textAreaRight" fmla="*/ 320760 w 320400"/>
                <a:gd name="textAreaTop" fmla="*/ 0 h 24120"/>
                <a:gd name="textAreaBottom" fmla="*/ 24480 h 24120"/>
              </a:gdLst>
              <a:ahLst/>
              <a:cxnLst/>
              <a:rect l="textAreaLeft" t="textAreaTop" r="textAreaRight" b="textAreaBottom"/>
              <a:pathLst>
                <a:path w="8604" h="659">
                  <a:moveTo>
                    <a:pt x="0" y="1"/>
                  </a:moveTo>
                  <a:lnTo>
                    <a:pt x="0" y="659"/>
                  </a:lnTo>
                  <a:lnTo>
                    <a:pt x="8603" y="659"/>
                  </a:lnTo>
                  <a:lnTo>
                    <a:pt x="8603" y="1"/>
                  </a:lnTo>
                  <a:close/>
                </a:path>
              </a:pathLst>
            </a:custGeom>
            <a:solidFill>
              <a:srgbClr val="617E7A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2240" bIns="12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3" name="Google Shape;972;p41"/>
            <p:cNvSpPr/>
            <p:nvPr/>
          </p:nvSpPr>
          <p:spPr>
            <a:xfrm rot="1458600">
              <a:off x="7636320" y="484200"/>
              <a:ext cx="320400" cy="38880"/>
            </a:xfrm>
            <a:custGeom>
              <a:avLst/>
              <a:gdLst>
                <a:gd name="textAreaLeft" fmla="*/ 0 w 320400"/>
                <a:gd name="textAreaRight" fmla="*/ 320760 w 320400"/>
                <a:gd name="textAreaTop" fmla="*/ 0 h 38880"/>
                <a:gd name="textAreaBottom" fmla="*/ 39240 h 38880"/>
              </a:gdLst>
              <a:ahLst/>
              <a:cxnLst/>
              <a:rect l="textAreaLeft" t="textAreaTop" r="textAreaRight" b="textAreaBottom"/>
              <a:pathLst>
                <a:path w="8604" h="1054">
                  <a:moveTo>
                    <a:pt x="0" y="1"/>
                  </a:moveTo>
                  <a:lnTo>
                    <a:pt x="0" y="1054"/>
                  </a:lnTo>
                  <a:lnTo>
                    <a:pt x="8603" y="1054"/>
                  </a:lnTo>
                  <a:lnTo>
                    <a:pt x="8603" y="1"/>
                  </a:lnTo>
                  <a:close/>
                </a:path>
              </a:pathLst>
            </a:custGeom>
            <a:solidFill>
              <a:srgbClr val="617E7A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9440" bIns="19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4" name="Google Shape;973;p41"/>
            <p:cNvSpPr/>
            <p:nvPr/>
          </p:nvSpPr>
          <p:spPr>
            <a:xfrm rot="1458600">
              <a:off x="7238160" y="180360"/>
              <a:ext cx="1136520" cy="603360"/>
            </a:xfrm>
            <a:custGeom>
              <a:avLst/>
              <a:gdLst>
                <a:gd name="textAreaLeft" fmla="*/ 0 w 1136520"/>
                <a:gd name="textAreaRight" fmla="*/ 1136880 w 1136520"/>
                <a:gd name="textAreaTop" fmla="*/ 0 h 603360"/>
                <a:gd name="textAreaBottom" fmla="*/ 603720 h 603360"/>
              </a:gdLst>
              <a:ahLst/>
              <a:cxnLst/>
              <a:rect l="textAreaLeft" t="textAreaTop" r="textAreaRight" b="textAreaBottom"/>
              <a:pathLst>
                <a:path w="30480" h="16184">
                  <a:moveTo>
                    <a:pt x="15242" y="1131"/>
                  </a:moveTo>
                  <a:cubicBezTo>
                    <a:pt x="15490" y="1131"/>
                    <a:pt x="15740" y="1179"/>
                    <a:pt x="15978" y="1278"/>
                  </a:cubicBezTo>
                  <a:cubicBezTo>
                    <a:pt x="16695" y="1575"/>
                    <a:pt x="17163" y="2272"/>
                    <a:pt x="17163" y="3052"/>
                  </a:cubicBezTo>
                  <a:cubicBezTo>
                    <a:pt x="17163" y="4109"/>
                    <a:pt x="16300" y="4972"/>
                    <a:pt x="15242" y="4972"/>
                  </a:cubicBezTo>
                  <a:cubicBezTo>
                    <a:pt x="14467" y="4972"/>
                    <a:pt x="13765" y="4504"/>
                    <a:pt x="13468" y="3788"/>
                  </a:cubicBezTo>
                  <a:cubicBezTo>
                    <a:pt x="13171" y="3071"/>
                    <a:pt x="13332" y="2243"/>
                    <a:pt x="13882" y="1692"/>
                  </a:cubicBezTo>
                  <a:cubicBezTo>
                    <a:pt x="14251" y="1327"/>
                    <a:pt x="14742" y="1131"/>
                    <a:pt x="15242" y="1131"/>
                  </a:cubicBezTo>
                  <a:close/>
                  <a:moveTo>
                    <a:pt x="19541" y="7322"/>
                  </a:moveTo>
                  <a:lnTo>
                    <a:pt x="19541" y="10963"/>
                  </a:lnTo>
                  <a:lnTo>
                    <a:pt x="10943" y="10963"/>
                  </a:lnTo>
                  <a:lnTo>
                    <a:pt x="10943" y="7322"/>
                  </a:lnTo>
                  <a:close/>
                  <a:moveTo>
                    <a:pt x="15242" y="0"/>
                  </a:moveTo>
                  <a:cubicBezTo>
                    <a:pt x="14204" y="0"/>
                    <a:pt x="12747" y="834"/>
                    <a:pt x="12332" y="2910"/>
                  </a:cubicBezTo>
                  <a:cubicBezTo>
                    <a:pt x="11918" y="4987"/>
                    <a:pt x="10353" y="6444"/>
                    <a:pt x="8584" y="6859"/>
                  </a:cubicBezTo>
                  <a:lnTo>
                    <a:pt x="8584" y="10119"/>
                  </a:lnTo>
                  <a:cubicBezTo>
                    <a:pt x="8189" y="10207"/>
                    <a:pt x="7799" y="10295"/>
                    <a:pt x="7404" y="10378"/>
                  </a:cubicBezTo>
                  <a:cubicBezTo>
                    <a:pt x="7234" y="10417"/>
                    <a:pt x="7058" y="10456"/>
                    <a:pt x="6888" y="10490"/>
                  </a:cubicBezTo>
                  <a:cubicBezTo>
                    <a:pt x="6274" y="10626"/>
                    <a:pt x="5659" y="10753"/>
                    <a:pt x="5050" y="10880"/>
                  </a:cubicBezTo>
                  <a:cubicBezTo>
                    <a:pt x="4183" y="11060"/>
                    <a:pt x="3266" y="11148"/>
                    <a:pt x="2438" y="11445"/>
                  </a:cubicBezTo>
                  <a:cubicBezTo>
                    <a:pt x="1970" y="11611"/>
                    <a:pt x="1589" y="11806"/>
                    <a:pt x="1253" y="12176"/>
                  </a:cubicBezTo>
                  <a:cubicBezTo>
                    <a:pt x="1219" y="12215"/>
                    <a:pt x="1185" y="12259"/>
                    <a:pt x="1151" y="12293"/>
                  </a:cubicBezTo>
                  <a:cubicBezTo>
                    <a:pt x="922" y="12581"/>
                    <a:pt x="722" y="12893"/>
                    <a:pt x="561" y="13224"/>
                  </a:cubicBezTo>
                  <a:cubicBezTo>
                    <a:pt x="249" y="13853"/>
                    <a:pt x="0" y="14589"/>
                    <a:pt x="0" y="15296"/>
                  </a:cubicBezTo>
                  <a:cubicBezTo>
                    <a:pt x="0" y="16054"/>
                    <a:pt x="250" y="16181"/>
                    <a:pt x="1293" y="16181"/>
                  </a:cubicBezTo>
                  <a:cubicBezTo>
                    <a:pt x="1818" y="16181"/>
                    <a:pt x="2546" y="16149"/>
                    <a:pt x="3544" y="16149"/>
                  </a:cubicBezTo>
                  <a:cubicBezTo>
                    <a:pt x="6522" y="16149"/>
                    <a:pt x="15242" y="16183"/>
                    <a:pt x="15242" y="16183"/>
                  </a:cubicBezTo>
                  <a:cubicBezTo>
                    <a:pt x="15242" y="16183"/>
                    <a:pt x="23957" y="16149"/>
                    <a:pt x="26936" y="16149"/>
                  </a:cubicBezTo>
                  <a:cubicBezTo>
                    <a:pt x="27926" y="16149"/>
                    <a:pt x="28649" y="16180"/>
                    <a:pt x="29173" y="16180"/>
                  </a:cubicBezTo>
                  <a:cubicBezTo>
                    <a:pt x="30227" y="16180"/>
                    <a:pt x="30479" y="16054"/>
                    <a:pt x="30479" y="15296"/>
                  </a:cubicBezTo>
                  <a:cubicBezTo>
                    <a:pt x="30479" y="14584"/>
                    <a:pt x="30231" y="13853"/>
                    <a:pt x="29919" y="13224"/>
                  </a:cubicBezTo>
                  <a:cubicBezTo>
                    <a:pt x="29758" y="12893"/>
                    <a:pt x="29563" y="12581"/>
                    <a:pt x="29329" y="12293"/>
                  </a:cubicBezTo>
                  <a:cubicBezTo>
                    <a:pt x="29295" y="12259"/>
                    <a:pt x="29261" y="12215"/>
                    <a:pt x="29227" y="12176"/>
                  </a:cubicBezTo>
                  <a:cubicBezTo>
                    <a:pt x="28895" y="11811"/>
                    <a:pt x="28510" y="11611"/>
                    <a:pt x="28042" y="11445"/>
                  </a:cubicBezTo>
                  <a:cubicBezTo>
                    <a:pt x="27730" y="11338"/>
                    <a:pt x="27408" y="11245"/>
                    <a:pt x="27082" y="11182"/>
                  </a:cubicBezTo>
                  <a:cubicBezTo>
                    <a:pt x="26536" y="11065"/>
                    <a:pt x="25971" y="10987"/>
                    <a:pt x="25429" y="10880"/>
                  </a:cubicBezTo>
                  <a:cubicBezTo>
                    <a:pt x="24645" y="10719"/>
                    <a:pt x="23860" y="10548"/>
                    <a:pt x="23075" y="10378"/>
                  </a:cubicBezTo>
                  <a:cubicBezTo>
                    <a:pt x="22685" y="10295"/>
                    <a:pt x="22290" y="10207"/>
                    <a:pt x="21901" y="10119"/>
                  </a:cubicBezTo>
                  <a:lnTo>
                    <a:pt x="21901" y="6859"/>
                  </a:lnTo>
                  <a:cubicBezTo>
                    <a:pt x="20126" y="6444"/>
                    <a:pt x="18567" y="4987"/>
                    <a:pt x="18147" y="2910"/>
                  </a:cubicBezTo>
                  <a:cubicBezTo>
                    <a:pt x="17733" y="829"/>
                    <a:pt x="16280" y="0"/>
                    <a:pt x="15242" y="0"/>
                  </a:cubicBezTo>
                  <a:close/>
                </a:path>
              </a:pathLst>
            </a:custGeom>
            <a:solidFill>
              <a:srgbClr val="B6D3C8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5" name="Google Shape;974;p41"/>
            <p:cNvSpPr/>
            <p:nvPr/>
          </p:nvSpPr>
          <p:spPr>
            <a:xfrm rot="1458600">
              <a:off x="5975640" y="2273040"/>
              <a:ext cx="1874520" cy="634320"/>
            </a:xfrm>
            <a:custGeom>
              <a:avLst/>
              <a:gdLst>
                <a:gd name="textAreaLeft" fmla="*/ 0 w 1874520"/>
                <a:gd name="textAreaRight" fmla="*/ 1874880 w 1874520"/>
                <a:gd name="textAreaTop" fmla="*/ 0 h 634320"/>
                <a:gd name="textAreaBottom" fmla="*/ 634680 h 634320"/>
              </a:gdLst>
              <a:ahLst/>
              <a:cxnLst/>
              <a:rect l="textAreaLeft" t="textAreaTop" r="textAreaRight" b="textAreaBottom"/>
              <a:pathLst>
                <a:path w="50274" h="17017">
                  <a:moveTo>
                    <a:pt x="50273" y="0"/>
                  </a:moveTo>
                  <a:cubicBezTo>
                    <a:pt x="49620" y="15"/>
                    <a:pt x="48582" y="244"/>
                    <a:pt x="48587" y="1058"/>
                  </a:cubicBezTo>
                  <a:lnTo>
                    <a:pt x="48587" y="13434"/>
                  </a:lnTo>
                  <a:lnTo>
                    <a:pt x="2038" y="13434"/>
                  </a:lnTo>
                  <a:lnTo>
                    <a:pt x="2038" y="11206"/>
                  </a:lnTo>
                  <a:lnTo>
                    <a:pt x="0" y="11138"/>
                  </a:lnTo>
                  <a:lnTo>
                    <a:pt x="0" y="14584"/>
                  </a:lnTo>
                  <a:cubicBezTo>
                    <a:pt x="0" y="15929"/>
                    <a:pt x="1087" y="17016"/>
                    <a:pt x="2432" y="17016"/>
                  </a:cubicBezTo>
                  <a:lnTo>
                    <a:pt x="47846" y="17016"/>
                  </a:lnTo>
                  <a:cubicBezTo>
                    <a:pt x="49186" y="17016"/>
                    <a:pt x="50273" y="15924"/>
                    <a:pt x="50273" y="14584"/>
                  </a:cubicBezTo>
                  <a:lnTo>
                    <a:pt x="50273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6" name="Google Shape;975;p41"/>
            <p:cNvSpPr/>
            <p:nvPr/>
          </p:nvSpPr>
          <p:spPr>
            <a:xfrm rot="1458600">
              <a:off x="6654240" y="150120"/>
              <a:ext cx="634680" cy="1609920"/>
            </a:xfrm>
            <a:custGeom>
              <a:avLst/>
              <a:gdLst>
                <a:gd name="textAreaLeft" fmla="*/ 0 w 634680"/>
                <a:gd name="textAreaRight" fmla="*/ 635040 w 634680"/>
                <a:gd name="textAreaTop" fmla="*/ 0 h 1609920"/>
                <a:gd name="textAreaBottom" fmla="*/ 1610280 h 1609920"/>
              </a:gdLst>
              <a:ahLst/>
              <a:cxnLst/>
              <a:rect l="textAreaLeft" t="textAreaTop" r="textAreaRight" b="textAreaBottom"/>
              <a:pathLst>
                <a:path w="17026" h="43173">
                  <a:moveTo>
                    <a:pt x="15363" y="1299"/>
                  </a:moveTo>
                  <a:cubicBezTo>
                    <a:pt x="15503" y="1299"/>
                    <a:pt x="15647" y="1351"/>
                    <a:pt x="15764" y="1468"/>
                  </a:cubicBezTo>
                  <a:cubicBezTo>
                    <a:pt x="16124" y="1829"/>
                    <a:pt x="15866" y="2443"/>
                    <a:pt x="15359" y="2443"/>
                  </a:cubicBezTo>
                  <a:cubicBezTo>
                    <a:pt x="15042" y="2443"/>
                    <a:pt x="14784" y="2185"/>
                    <a:pt x="14789" y="1873"/>
                  </a:cubicBezTo>
                  <a:cubicBezTo>
                    <a:pt x="14789" y="1527"/>
                    <a:pt x="15069" y="1299"/>
                    <a:pt x="15363" y="1299"/>
                  </a:cubicBezTo>
                  <a:close/>
                  <a:moveTo>
                    <a:pt x="2432" y="1"/>
                  </a:moveTo>
                  <a:cubicBezTo>
                    <a:pt x="1092" y="1"/>
                    <a:pt x="0" y="1088"/>
                    <a:pt x="0" y="2428"/>
                  </a:cubicBezTo>
                  <a:lnTo>
                    <a:pt x="0" y="43172"/>
                  </a:lnTo>
                  <a:lnTo>
                    <a:pt x="1384" y="2740"/>
                  </a:lnTo>
                  <a:lnTo>
                    <a:pt x="15330" y="3218"/>
                  </a:lnTo>
                  <a:cubicBezTo>
                    <a:pt x="15500" y="3184"/>
                    <a:pt x="15676" y="3145"/>
                    <a:pt x="15846" y="3106"/>
                  </a:cubicBezTo>
                  <a:cubicBezTo>
                    <a:pt x="16241" y="3023"/>
                    <a:pt x="16631" y="2935"/>
                    <a:pt x="17026" y="2847"/>
                  </a:cubicBezTo>
                  <a:lnTo>
                    <a:pt x="17026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7" name="Google Shape;976;p41"/>
            <p:cNvSpPr/>
            <p:nvPr/>
          </p:nvSpPr>
          <p:spPr>
            <a:xfrm rot="1458600">
              <a:off x="7948080" y="695880"/>
              <a:ext cx="743040" cy="310680"/>
            </a:xfrm>
            <a:custGeom>
              <a:avLst/>
              <a:gdLst>
                <a:gd name="textAreaLeft" fmla="*/ 0 w 743040"/>
                <a:gd name="textAreaRight" fmla="*/ 743400 w 743040"/>
                <a:gd name="textAreaTop" fmla="*/ 0 h 310680"/>
                <a:gd name="textAreaBottom" fmla="*/ 311040 h 310680"/>
              </a:gdLst>
              <a:ahLst/>
              <a:cxnLst/>
              <a:rect l="textAreaLeft" t="textAreaTop" r="textAreaRight" b="textAreaBottom"/>
              <a:pathLst>
                <a:path w="19932" h="8336">
                  <a:moveTo>
                    <a:pt x="1925" y="1299"/>
                  </a:moveTo>
                  <a:cubicBezTo>
                    <a:pt x="2065" y="1299"/>
                    <a:pt x="2209" y="1351"/>
                    <a:pt x="2326" y="1468"/>
                  </a:cubicBezTo>
                  <a:cubicBezTo>
                    <a:pt x="2686" y="1829"/>
                    <a:pt x="2433" y="2443"/>
                    <a:pt x="1921" y="2443"/>
                  </a:cubicBezTo>
                  <a:cubicBezTo>
                    <a:pt x="1604" y="2443"/>
                    <a:pt x="1351" y="2185"/>
                    <a:pt x="1351" y="1873"/>
                  </a:cubicBezTo>
                  <a:cubicBezTo>
                    <a:pt x="1351" y="1527"/>
                    <a:pt x="1631" y="1299"/>
                    <a:pt x="1925" y="1299"/>
                  </a:cubicBezTo>
                  <a:close/>
                  <a:moveTo>
                    <a:pt x="17508" y="1"/>
                  </a:moveTo>
                  <a:cubicBezTo>
                    <a:pt x="17505" y="1"/>
                    <a:pt x="17502" y="1"/>
                    <a:pt x="17499" y="1"/>
                  </a:cubicBezTo>
                  <a:lnTo>
                    <a:pt x="1" y="1"/>
                  </a:lnTo>
                  <a:lnTo>
                    <a:pt x="1" y="2847"/>
                  </a:lnTo>
                  <a:cubicBezTo>
                    <a:pt x="395" y="2935"/>
                    <a:pt x="785" y="3018"/>
                    <a:pt x="1180" y="3106"/>
                  </a:cubicBezTo>
                  <a:cubicBezTo>
                    <a:pt x="1965" y="3276"/>
                    <a:pt x="2750" y="3442"/>
                    <a:pt x="3534" y="3603"/>
                  </a:cubicBezTo>
                  <a:cubicBezTo>
                    <a:pt x="4075" y="3715"/>
                    <a:pt x="4641" y="3793"/>
                    <a:pt x="5187" y="3910"/>
                  </a:cubicBezTo>
                  <a:lnTo>
                    <a:pt x="17562" y="4329"/>
                  </a:lnTo>
                  <a:lnTo>
                    <a:pt x="17538" y="5026"/>
                  </a:lnTo>
                  <a:lnTo>
                    <a:pt x="18245" y="5026"/>
                  </a:lnTo>
                  <a:lnTo>
                    <a:pt x="18245" y="7181"/>
                  </a:lnTo>
                  <a:cubicBezTo>
                    <a:pt x="18883" y="7439"/>
                    <a:pt x="19283" y="8326"/>
                    <a:pt x="19931" y="8336"/>
                  </a:cubicBezTo>
                  <a:lnTo>
                    <a:pt x="19931" y="2428"/>
                  </a:lnTo>
                  <a:cubicBezTo>
                    <a:pt x="19931" y="1091"/>
                    <a:pt x="18849" y="1"/>
                    <a:pt x="17508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8" name="Google Shape;977;p41"/>
            <p:cNvSpPr/>
            <p:nvPr/>
          </p:nvSpPr>
          <p:spPr>
            <a:xfrm rot="1458600">
              <a:off x="7944120" y="2143080"/>
              <a:ext cx="97200" cy="600480"/>
            </a:xfrm>
            <a:custGeom>
              <a:avLst/>
              <a:gdLst>
                <a:gd name="textAreaLeft" fmla="*/ 0 w 97200"/>
                <a:gd name="textAreaRight" fmla="*/ 97560 w 97200"/>
                <a:gd name="textAreaTop" fmla="*/ 0 h 600480"/>
                <a:gd name="textAreaBottom" fmla="*/ 600840 h 600480"/>
              </a:gdLst>
              <a:ahLst/>
              <a:cxnLst/>
              <a:rect l="textAreaLeft" t="textAreaTop" r="textAreaRight" b="textAreaBottom"/>
              <a:pathLst>
                <a:path w="2619" h="16115">
                  <a:moveTo>
                    <a:pt x="2423" y="0"/>
                  </a:moveTo>
                  <a:cubicBezTo>
                    <a:pt x="2326" y="210"/>
                    <a:pt x="2126" y="342"/>
                    <a:pt x="1746" y="342"/>
                  </a:cubicBezTo>
                  <a:cubicBezTo>
                    <a:pt x="1102" y="342"/>
                    <a:pt x="1" y="556"/>
                    <a:pt x="1" y="1399"/>
                  </a:cubicBezTo>
                  <a:lnTo>
                    <a:pt x="1" y="16115"/>
                  </a:lnTo>
                  <a:cubicBezTo>
                    <a:pt x="1" y="15301"/>
                    <a:pt x="1039" y="15067"/>
                    <a:pt x="1687" y="15057"/>
                  </a:cubicBezTo>
                  <a:lnTo>
                    <a:pt x="1746" y="15057"/>
                  </a:lnTo>
                  <a:cubicBezTo>
                    <a:pt x="2389" y="15057"/>
                    <a:pt x="2521" y="14672"/>
                    <a:pt x="2521" y="14189"/>
                  </a:cubicBezTo>
                  <a:cubicBezTo>
                    <a:pt x="2521" y="13707"/>
                    <a:pt x="2618" y="2403"/>
                    <a:pt x="2618" y="1273"/>
                  </a:cubicBezTo>
                  <a:cubicBezTo>
                    <a:pt x="2618" y="234"/>
                    <a:pt x="2453" y="30"/>
                    <a:pt x="2423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9" name="Google Shape;978;p41"/>
            <p:cNvSpPr/>
            <p:nvPr/>
          </p:nvSpPr>
          <p:spPr>
            <a:xfrm rot="1458600">
              <a:off x="8169480" y="1643400"/>
              <a:ext cx="97560" cy="600120"/>
            </a:xfrm>
            <a:custGeom>
              <a:avLst/>
              <a:gdLst>
                <a:gd name="textAreaLeft" fmla="*/ 0 w 97560"/>
                <a:gd name="textAreaRight" fmla="*/ 97920 w 97560"/>
                <a:gd name="textAreaTop" fmla="*/ 0 h 600120"/>
                <a:gd name="textAreaBottom" fmla="*/ 600480 h 600120"/>
              </a:gdLst>
              <a:ahLst/>
              <a:cxnLst/>
              <a:rect l="textAreaLeft" t="textAreaTop" r="textAreaRight" b="textAreaBottom"/>
              <a:pathLst>
                <a:path w="2623" h="16101">
                  <a:moveTo>
                    <a:pt x="2437" y="1"/>
                  </a:moveTo>
                  <a:cubicBezTo>
                    <a:pt x="2257" y="157"/>
                    <a:pt x="2008" y="239"/>
                    <a:pt x="1696" y="239"/>
                  </a:cubicBezTo>
                  <a:cubicBezTo>
                    <a:pt x="1043" y="239"/>
                    <a:pt x="643" y="1131"/>
                    <a:pt x="0" y="1390"/>
                  </a:cubicBezTo>
                  <a:lnTo>
                    <a:pt x="0" y="16100"/>
                  </a:lnTo>
                  <a:cubicBezTo>
                    <a:pt x="0" y="15257"/>
                    <a:pt x="1102" y="15043"/>
                    <a:pt x="1750" y="15043"/>
                  </a:cubicBezTo>
                  <a:cubicBezTo>
                    <a:pt x="2125" y="15043"/>
                    <a:pt x="2325" y="14911"/>
                    <a:pt x="2427" y="14701"/>
                  </a:cubicBezTo>
                  <a:cubicBezTo>
                    <a:pt x="2501" y="14536"/>
                    <a:pt x="2530" y="14355"/>
                    <a:pt x="2525" y="14175"/>
                  </a:cubicBezTo>
                  <a:cubicBezTo>
                    <a:pt x="2525" y="13692"/>
                    <a:pt x="2622" y="2389"/>
                    <a:pt x="2622" y="1258"/>
                  </a:cubicBezTo>
                  <a:cubicBezTo>
                    <a:pt x="2622" y="303"/>
                    <a:pt x="2481" y="54"/>
                    <a:pt x="2437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0" name="Google Shape;979;p41"/>
            <p:cNvSpPr/>
            <p:nvPr/>
          </p:nvSpPr>
          <p:spPr>
            <a:xfrm rot="1458600">
              <a:off x="8353800" y="1057680"/>
              <a:ext cx="164880" cy="681480"/>
            </a:xfrm>
            <a:custGeom>
              <a:avLst/>
              <a:gdLst>
                <a:gd name="textAreaLeft" fmla="*/ 0 w 164880"/>
                <a:gd name="textAreaRight" fmla="*/ 165240 w 164880"/>
                <a:gd name="textAreaTop" fmla="*/ 0 h 681480"/>
                <a:gd name="textAreaBottom" fmla="*/ 681840 h 681480"/>
              </a:gdLst>
              <a:ahLst/>
              <a:cxnLst/>
              <a:rect l="textAreaLeft" t="textAreaTop" r="textAreaRight" b="textAreaBottom"/>
              <a:pathLst>
                <a:path w="4427" h="18279">
                  <a:moveTo>
                    <a:pt x="1268" y="0"/>
                  </a:moveTo>
                  <a:cubicBezTo>
                    <a:pt x="405" y="0"/>
                    <a:pt x="0" y="54"/>
                    <a:pt x="0" y="741"/>
                  </a:cubicBezTo>
                  <a:lnTo>
                    <a:pt x="0" y="17543"/>
                  </a:lnTo>
                  <a:cubicBezTo>
                    <a:pt x="0" y="18230"/>
                    <a:pt x="405" y="18279"/>
                    <a:pt x="1268" y="18279"/>
                  </a:cubicBezTo>
                  <a:cubicBezTo>
                    <a:pt x="1385" y="18279"/>
                    <a:pt x="1502" y="18259"/>
                    <a:pt x="1609" y="18211"/>
                  </a:cubicBezTo>
                  <a:cubicBezTo>
                    <a:pt x="2252" y="17952"/>
                    <a:pt x="2652" y="17060"/>
                    <a:pt x="3305" y="17060"/>
                  </a:cubicBezTo>
                  <a:cubicBezTo>
                    <a:pt x="3617" y="17060"/>
                    <a:pt x="3866" y="16978"/>
                    <a:pt x="4046" y="16822"/>
                  </a:cubicBezTo>
                  <a:cubicBezTo>
                    <a:pt x="4304" y="16602"/>
                    <a:pt x="4426" y="16251"/>
                    <a:pt x="4426" y="15813"/>
                  </a:cubicBezTo>
                  <a:lnTo>
                    <a:pt x="4426" y="2467"/>
                  </a:lnTo>
                  <a:cubicBezTo>
                    <a:pt x="4426" y="1731"/>
                    <a:pt x="4066" y="1224"/>
                    <a:pt x="3305" y="1224"/>
                  </a:cubicBezTo>
                  <a:lnTo>
                    <a:pt x="3300" y="1224"/>
                  </a:lnTo>
                  <a:cubicBezTo>
                    <a:pt x="2652" y="1214"/>
                    <a:pt x="2248" y="327"/>
                    <a:pt x="1609" y="69"/>
                  </a:cubicBezTo>
                  <a:cubicBezTo>
                    <a:pt x="1502" y="25"/>
                    <a:pt x="1385" y="0"/>
                    <a:pt x="1268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1" name="Google Shape;980;p41"/>
            <p:cNvSpPr/>
            <p:nvPr/>
          </p:nvSpPr>
          <p:spPr>
            <a:xfrm rot="1458600">
              <a:off x="6452280" y="547560"/>
              <a:ext cx="1735920" cy="2315520"/>
            </a:xfrm>
            <a:custGeom>
              <a:avLst/>
              <a:gdLst>
                <a:gd name="textAreaLeft" fmla="*/ 0 w 1735920"/>
                <a:gd name="textAreaRight" fmla="*/ 1736280 w 1735920"/>
                <a:gd name="textAreaTop" fmla="*/ 0 h 2315520"/>
                <a:gd name="textAreaBottom" fmla="*/ 2315880 h 2315520"/>
              </a:gdLst>
              <a:ahLst/>
              <a:cxnLst/>
              <a:rect l="textAreaLeft" t="textAreaTop" r="textAreaRight" b="textAreaBottom"/>
              <a:pathLst>
                <a:path w="46550" h="62094">
                  <a:moveTo>
                    <a:pt x="42397" y="8238"/>
                  </a:moveTo>
                  <a:lnTo>
                    <a:pt x="42397" y="58584"/>
                  </a:lnTo>
                  <a:lnTo>
                    <a:pt x="1712" y="58584"/>
                  </a:lnTo>
                  <a:lnTo>
                    <a:pt x="1712" y="8238"/>
                  </a:lnTo>
                  <a:close/>
                  <a:moveTo>
                    <a:pt x="1" y="0"/>
                  </a:moveTo>
                  <a:lnTo>
                    <a:pt x="1" y="62094"/>
                  </a:lnTo>
                  <a:lnTo>
                    <a:pt x="46550" y="62094"/>
                  </a:lnTo>
                  <a:lnTo>
                    <a:pt x="46550" y="49718"/>
                  </a:lnTo>
                  <a:lnTo>
                    <a:pt x="46550" y="20297"/>
                  </a:lnTo>
                  <a:cubicBezTo>
                    <a:pt x="46438" y="20345"/>
                    <a:pt x="46321" y="20365"/>
                    <a:pt x="46204" y="20365"/>
                  </a:cubicBezTo>
                  <a:cubicBezTo>
                    <a:pt x="45346" y="20365"/>
                    <a:pt x="44937" y="20316"/>
                    <a:pt x="44937" y="19629"/>
                  </a:cubicBezTo>
                  <a:lnTo>
                    <a:pt x="44937" y="2827"/>
                  </a:lnTo>
                  <a:cubicBezTo>
                    <a:pt x="44937" y="2140"/>
                    <a:pt x="45346" y="2086"/>
                    <a:pt x="46204" y="2086"/>
                  </a:cubicBezTo>
                  <a:cubicBezTo>
                    <a:pt x="46321" y="2086"/>
                    <a:pt x="46438" y="2111"/>
                    <a:pt x="46550" y="2155"/>
                  </a:cubicBezTo>
                  <a:lnTo>
                    <a:pt x="46550" y="0"/>
                  </a:lnTo>
                  <a:lnTo>
                    <a:pt x="35734" y="0"/>
                  </a:lnTo>
                  <a:cubicBezTo>
                    <a:pt x="35968" y="283"/>
                    <a:pt x="36163" y="595"/>
                    <a:pt x="36324" y="926"/>
                  </a:cubicBezTo>
                  <a:cubicBezTo>
                    <a:pt x="36636" y="1560"/>
                    <a:pt x="36889" y="2291"/>
                    <a:pt x="36889" y="2998"/>
                  </a:cubicBezTo>
                  <a:cubicBezTo>
                    <a:pt x="36889" y="3756"/>
                    <a:pt x="36637" y="3883"/>
                    <a:pt x="35593" y="3883"/>
                  </a:cubicBezTo>
                  <a:cubicBezTo>
                    <a:pt x="35067" y="3883"/>
                    <a:pt x="34339" y="3851"/>
                    <a:pt x="33341" y="3851"/>
                  </a:cubicBezTo>
                  <a:cubicBezTo>
                    <a:pt x="30363" y="3851"/>
                    <a:pt x="21647" y="3885"/>
                    <a:pt x="21647" y="3885"/>
                  </a:cubicBezTo>
                  <a:cubicBezTo>
                    <a:pt x="21647" y="3885"/>
                    <a:pt x="12932" y="3851"/>
                    <a:pt x="9954" y="3851"/>
                  </a:cubicBezTo>
                  <a:cubicBezTo>
                    <a:pt x="8964" y="3851"/>
                    <a:pt x="8240" y="3882"/>
                    <a:pt x="7715" y="3882"/>
                  </a:cubicBezTo>
                  <a:cubicBezTo>
                    <a:pt x="6660" y="3882"/>
                    <a:pt x="6406" y="3756"/>
                    <a:pt x="6406" y="2998"/>
                  </a:cubicBezTo>
                  <a:cubicBezTo>
                    <a:pt x="6406" y="2291"/>
                    <a:pt x="6659" y="1555"/>
                    <a:pt x="6966" y="926"/>
                  </a:cubicBezTo>
                  <a:cubicBezTo>
                    <a:pt x="7127" y="600"/>
                    <a:pt x="7327" y="283"/>
                    <a:pt x="7556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2" name="Google Shape;981;p41"/>
            <p:cNvSpPr/>
            <p:nvPr/>
          </p:nvSpPr>
          <p:spPr>
            <a:xfrm rot="1458600">
              <a:off x="6985800" y="2722320"/>
              <a:ext cx="606960" cy="90720"/>
            </a:xfrm>
            <a:custGeom>
              <a:avLst/>
              <a:gdLst>
                <a:gd name="textAreaLeft" fmla="*/ 0 w 606960"/>
                <a:gd name="textAreaRight" fmla="*/ 607320 w 606960"/>
                <a:gd name="textAreaTop" fmla="*/ 0 h 90720"/>
                <a:gd name="textAreaBottom" fmla="*/ 91080 h 90720"/>
              </a:gdLst>
              <a:ahLst/>
              <a:cxnLst/>
              <a:rect l="textAreaLeft" t="textAreaTop" r="textAreaRight" b="textAreaBottom"/>
              <a:pathLst>
                <a:path w="16286" h="2443">
                  <a:moveTo>
                    <a:pt x="0" y="0"/>
                  </a:moveTo>
                  <a:lnTo>
                    <a:pt x="0" y="2442"/>
                  </a:lnTo>
                  <a:lnTo>
                    <a:pt x="16285" y="2442"/>
                  </a:lnTo>
                  <a:lnTo>
                    <a:pt x="16285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5360" bIns="453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3" name="Google Shape;982;p41"/>
            <p:cNvSpPr/>
            <p:nvPr/>
          </p:nvSpPr>
          <p:spPr>
            <a:xfrm rot="1458600">
              <a:off x="7012080" y="2365920"/>
              <a:ext cx="94320" cy="115560"/>
            </a:xfrm>
            <a:custGeom>
              <a:avLst/>
              <a:gdLst>
                <a:gd name="textAreaLeft" fmla="*/ 0 w 94320"/>
                <a:gd name="textAreaRight" fmla="*/ 94680 w 9432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2541" h="3106">
                  <a:moveTo>
                    <a:pt x="1" y="0"/>
                  </a:moveTo>
                  <a:lnTo>
                    <a:pt x="1" y="3105"/>
                  </a:lnTo>
                  <a:lnTo>
                    <a:pt x="2540" y="3105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4" name="Google Shape;983;p41"/>
            <p:cNvSpPr/>
            <p:nvPr/>
          </p:nvSpPr>
          <p:spPr>
            <a:xfrm rot="1458600">
              <a:off x="7457400" y="1666440"/>
              <a:ext cx="606960" cy="115560"/>
            </a:xfrm>
            <a:custGeom>
              <a:avLst/>
              <a:gdLst>
                <a:gd name="textAreaLeft" fmla="*/ 0 w 606960"/>
                <a:gd name="textAreaRight" fmla="*/ 607320 w 60696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16286" h="3106">
                  <a:moveTo>
                    <a:pt x="0" y="1"/>
                  </a:moveTo>
                  <a:lnTo>
                    <a:pt x="0" y="3106"/>
                  </a:lnTo>
                  <a:lnTo>
                    <a:pt x="16285" y="3106"/>
                  </a:lnTo>
                  <a:lnTo>
                    <a:pt x="16285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5" name="Google Shape;984;p41"/>
            <p:cNvSpPr/>
            <p:nvPr/>
          </p:nvSpPr>
          <p:spPr>
            <a:xfrm rot="1458600">
              <a:off x="7021440" y="2116080"/>
              <a:ext cx="94320" cy="115560"/>
            </a:xfrm>
            <a:custGeom>
              <a:avLst/>
              <a:gdLst>
                <a:gd name="textAreaLeft" fmla="*/ 0 w 94320"/>
                <a:gd name="textAreaRight" fmla="*/ 94680 w 9432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2540" h="3106">
                  <a:moveTo>
                    <a:pt x="0" y="0"/>
                  </a:moveTo>
                  <a:lnTo>
                    <a:pt x="0" y="3105"/>
                  </a:lnTo>
                  <a:lnTo>
                    <a:pt x="2540" y="3105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6" name="Google Shape;985;p41"/>
            <p:cNvSpPr/>
            <p:nvPr/>
          </p:nvSpPr>
          <p:spPr>
            <a:xfrm rot="1458600">
              <a:off x="7504920" y="1560960"/>
              <a:ext cx="606960" cy="115200"/>
            </a:xfrm>
            <a:custGeom>
              <a:avLst/>
              <a:gdLst>
                <a:gd name="textAreaLeft" fmla="*/ 0 w 606960"/>
                <a:gd name="textAreaRight" fmla="*/ 607320 w 606960"/>
                <a:gd name="textAreaTop" fmla="*/ 0 h 115200"/>
                <a:gd name="textAreaBottom" fmla="*/ 115560 h 115200"/>
              </a:gdLst>
              <a:ahLst/>
              <a:cxnLst/>
              <a:rect l="textAreaLeft" t="textAreaTop" r="textAreaRight" b="textAreaBottom"/>
              <a:pathLst>
                <a:path w="16286" h="3101">
                  <a:moveTo>
                    <a:pt x="0" y="1"/>
                  </a:moveTo>
                  <a:lnTo>
                    <a:pt x="0" y="3101"/>
                  </a:lnTo>
                  <a:lnTo>
                    <a:pt x="16285" y="3101"/>
                  </a:lnTo>
                  <a:lnTo>
                    <a:pt x="16285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600" bIns="57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7" name="Google Shape;986;p41"/>
            <p:cNvSpPr/>
            <p:nvPr/>
          </p:nvSpPr>
          <p:spPr>
            <a:xfrm rot="1458600">
              <a:off x="7202880" y="1944000"/>
              <a:ext cx="94320" cy="115560"/>
            </a:xfrm>
            <a:custGeom>
              <a:avLst/>
              <a:gdLst>
                <a:gd name="textAreaLeft" fmla="*/ 0 w 94320"/>
                <a:gd name="textAreaRight" fmla="*/ 94680 w 9432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2541" h="3106">
                  <a:moveTo>
                    <a:pt x="1" y="1"/>
                  </a:moveTo>
                  <a:lnTo>
                    <a:pt x="1" y="3105"/>
                  </a:lnTo>
                  <a:lnTo>
                    <a:pt x="2540" y="3105"/>
                  </a:lnTo>
                  <a:lnTo>
                    <a:pt x="2540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8" name="Google Shape;987;p41"/>
            <p:cNvSpPr/>
            <p:nvPr/>
          </p:nvSpPr>
          <p:spPr>
            <a:xfrm rot="1458600">
              <a:off x="7552440" y="1455480"/>
              <a:ext cx="606960" cy="115560"/>
            </a:xfrm>
            <a:custGeom>
              <a:avLst/>
              <a:gdLst>
                <a:gd name="textAreaLeft" fmla="*/ 0 w 606960"/>
                <a:gd name="textAreaRight" fmla="*/ 607320 w 60696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16286" h="3106">
                  <a:moveTo>
                    <a:pt x="0" y="1"/>
                  </a:moveTo>
                  <a:lnTo>
                    <a:pt x="0" y="3106"/>
                  </a:lnTo>
                  <a:lnTo>
                    <a:pt x="16285" y="3106"/>
                  </a:lnTo>
                  <a:lnTo>
                    <a:pt x="16285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9" name="Google Shape;988;p41"/>
            <p:cNvSpPr/>
            <p:nvPr/>
          </p:nvSpPr>
          <p:spPr>
            <a:xfrm rot="1458600">
              <a:off x="7211880" y="1694160"/>
              <a:ext cx="94320" cy="115560"/>
            </a:xfrm>
            <a:custGeom>
              <a:avLst/>
              <a:gdLst>
                <a:gd name="textAreaLeft" fmla="*/ 0 w 94320"/>
                <a:gd name="textAreaRight" fmla="*/ 94680 w 9432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2540" h="3106">
                  <a:moveTo>
                    <a:pt x="0" y="1"/>
                  </a:moveTo>
                  <a:lnTo>
                    <a:pt x="0" y="3106"/>
                  </a:lnTo>
                  <a:lnTo>
                    <a:pt x="2540" y="3106"/>
                  </a:lnTo>
                  <a:lnTo>
                    <a:pt x="2540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" name="Google Shape;989;p41"/>
            <p:cNvSpPr/>
            <p:nvPr/>
          </p:nvSpPr>
          <p:spPr>
            <a:xfrm rot="1458600">
              <a:off x="7259760" y="1588320"/>
              <a:ext cx="94320" cy="115560"/>
            </a:xfrm>
            <a:custGeom>
              <a:avLst/>
              <a:gdLst>
                <a:gd name="textAreaLeft" fmla="*/ 0 w 94320"/>
                <a:gd name="textAreaRight" fmla="*/ 94680 w 9432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2540" h="3106">
                  <a:moveTo>
                    <a:pt x="0" y="1"/>
                  </a:moveTo>
                  <a:lnTo>
                    <a:pt x="0" y="3106"/>
                  </a:lnTo>
                  <a:lnTo>
                    <a:pt x="2540" y="3106"/>
                  </a:lnTo>
                  <a:lnTo>
                    <a:pt x="2540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" name="Google Shape;990;p41"/>
            <p:cNvSpPr/>
            <p:nvPr/>
          </p:nvSpPr>
          <p:spPr>
            <a:xfrm rot="1458600">
              <a:off x="7155360" y="2049480"/>
              <a:ext cx="94320" cy="115200"/>
            </a:xfrm>
            <a:custGeom>
              <a:avLst/>
              <a:gdLst>
                <a:gd name="textAreaLeft" fmla="*/ 0 w 94320"/>
                <a:gd name="textAreaRight" fmla="*/ 94680 w 94320"/>
                <a:gd name="textAreaTop" fmla="*/ 0 h 115200"/>
                <a:gd name="textAreaBottom" fmla="*/ 115560 h 115200"/>
              </a:gdLst>
              <a:ahLst/>
              <a:cxnLst/>
              <a:rect l="textAreaLeft" t="textAreaTop" r="textAreaRight" b="textAreaBottom"/>
              <a:pathLst>
                <a:path w="2541" h="3101">
                  <a:moveTo>
                    <a:pt x="1" y="0"/>
                  </a:moveTo>
                  <a:lnTo>
                    <a:pt x="1" y="3100"/>
                  </a:lnTo>
                  <a:lnTo>
                    <a:pt x="2540" y="3100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600" bIns="57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" name="Google Shape;991;p41"/>
            <p:cNvSpPr/>
            <p:nvPr/>
          </p:nvSpPr>
          <p:spPr>
            <a:xfrm rot="1458600">
              <a:off x="7266600" y="2088720"/>
              <a:ext cx="606960" cy="115560"/>
            </a:xfrm>
            <a:custGeom>
              <a:avLst/>
              <a:gdLst>
                <a:gd name="textAreaLeft" fmla="*/ 0 w 606960"/>
                <a:gd name="textAreaRight" fmla="*/ 607320 w 60696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16286" h="3106">
                  <a:moveTo>
                    <a:pt x="0" y="1"/>
                  </a:moveTo>
                  <a:lnTo>
                    <a:pt x="0" y="3105"/>
                  </a:lnTo>
                  <a:lnTo>
                    <a:pt x="16285" y="3105"/>
                  </a:lnTo>
                  <a:lnTo>
                    <a:pt x="16285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" name="Google Shape;992;p41"/>
            <p:cNvSpPr/>
            <p:nvPr/>
          </p:nvSpPr>
          <p:spPr>
            <a:xfrm rot="1458600">
              <a:off x="7116480" y="1905120"/>
              <a:ext cx="94320" cy="115560"/>
            </a:xfrm>
            <a:custGeom>
              <a:avLst/>
              <a:gdLst>
                <a:gd name="textAreaLeft" fmla="*/ 0 w 94320"/>
                <a:gd name="textAreaRight" fmla="*/ 94680 w 9432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2540" h="3106">
                  <a:moveTo>
                    <a:pt x="0" y="1"/>
                  </a:moveTo>
                  <a:lnTo>
                    <a:pt x="0" y="3105"/>
                  </a:lnTo>
                  <a:lnTo>
                    <a:pt x="2540" y="3105"/>
                  </a:lnTo>
                  <a:lnTo>
                    <a:pt x="2540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4" name="Google Shape;993;p41"/>
            <p:cNvSpPr/>
            <p:nvPr/>
          </p:nvSpPr>
          <p:spPr>
            <a:xfrm rot="1458600">
              <a:off x="7123680" y="2404800"/>
              <a:ext cx="606960" cy="115560"/>
            </a:xfrm>
            <a:custGeom>
              <a:avLst/>
              <a:gdLst>
                <a:gd name="textAreaLeft" fmla="*/ 0 w 606960"/>
                <a:gd name="textAreaRight" fmla="*/ 607320 w 60696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16286" h="3106">
                  <a:moveTo>
                    <a:pt x="0" y="0"/>
                  </a:moveTo>
                  <a:lnTo>
                    <a:pt x="0" y="3105"/>
                  </a:lnTo>
                  <a:lnTo>
                    <a:pt x="16285" y="3105"/>
                  </a:lnTo>
                  <a:lnTo>
                    <a:pt x="16285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5" name="Google Shape;994;p41"/>
            <p:cNvSpPr/>
            <p:nvPr/>
          </p:nvSpPr>
          <p:spPr>
            <a:xfrm rot="1458600">
              <a:off x="7314120" y="1982880"/>
              <a:ext cx="606960" cy="115560"/>
            </a:xfrm>
            <a:custGeom>
              <a:avLst/>
              <a:gdLst>
                <a:gd name="textAreaLeft" fmla="*/ 0 w 606960"/>
                <a:gd name="textAreaRight" fmla="*/ 607320 w 60696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16286" h="3106">
                  <a:moveTo>
                    <a:pt x="0" y="1"/>
                  </a:moveTo>
                  <a:lnTo>
                    <a:pt x="0" y="3106"/>
                  </a:lnTo>
                  <a:lnTo>
                    <a:pt x="16285" y="3106"/>
                  </a:lnTo>
                  <a:lnTo>
                    <a:pt x="16285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6" name="Google Shape;995;p41"/>
            <p:cNvSpPr/>
            <p:nvPr/>
          </p:nvSpPr>
          <p:spPr>
            <a:xfrm rot="1458600">
              <a:off x="7298280" y="1733040"/>
              <a:ext cx="94320" cy="115560"/>
            </a:xfrm>
            <a:custGeom>
              <a:avLst/>
              <a:gdLst>
                <a:gd name="textAreaLeft" fmla="*/ 0 w 94320"/>
                <a:gd name="textAreaRight" fmla="*/ 94680 w 9432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2541" h="3106">
                  <a:moveTo>
                    <a:pt x="1" y="1"/>
                  </a:moveTo>
                  <a:lnTo>
                    <a:pt x="1" y="3106"/>
                  </a:lnTo>
                  <a:lnTo>
                    <a:pt x="2540" y="3106"/>
                  </a:lnTo>
                  <a:lnTo>
                    <a:pt x="2540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7" name="Google Shape;996;p41"/>
            <p:cNvSpPr/>
            <p:nvPr/>
          </p:nvSpPr>
          <p:spPr>
            <a:xfrm rot="1458600">
              <a:off x="7354800" y="1377720"/>
              <a:ext cx="94320" cy="115200"/>
            </a:xfrm>
            <a:custGeom>
              <a:avLst/>
              <a:gdLst>
                <a:gd name="textAreaLeft" fmla="*/ 0 w 94320"/>
                <a:gd name="textAreaRight" fmla="*/ 94680 w 94320"/>
                <a:gd name="textAreaTop" fmla="*/ 0 h 115200"/>
                <a:gd name="textAreaBottom" fmla="*/ 115560 h 115200"/>
              </a:gdLst>
              <a:ahLst/>
              <a:cxnLst/>
              <a:rect l="textAreaLeft" t="textAreaTop" r="textAreaRight" b="textAreaBottom"/>
              <a:pathLst>
                <a:path w="2540" h="3101">
                  <a:moveTo>
                    <a:pt x="0" y="1"/>
                  </a:moveTo>
                  <a:lnTo>
                    <a:pt x="0" y="3101"/>
                  </a:lnTo>
                  <a:lnTo>
                    <a:pt x="2540" y="3101"/>
                  </a:lnTo>
                  <a:lnTo>
                    <a:pt x="2540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600" bIns="57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8" name="Google Shape;997;p41"/>
            <p:cNvSpPr/>
            <p:nvPr/>
          </p:nvSpPr>
          <p:spPr>
            <a:xfrm rot="1458600">
              <a:off x="7171200" y="2299320"/>
              <a:ext cx="606960" cy="115560"/>
            </a:xfrm>
            <a:custGeom>
              <a:avLst/>
              <a:gdLst>
                <a:gd name="textAreaLeft" fmla="*/ 0 w 606960"/>
                <a:gd name="textAreaRight" fmla="*/ 607320 w 60696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16286" h="3106">
                  <a:moveTo>
                    <a:pt x="0" y="0"/>
                  </a:moveTo>
                  <a:lnTo>
                    <a:pt x="0" y="3105"/>
                  </a:lnTo>
                  <a:lnTo>
                    <a:pt x="16285" y="3105"/>
                  </a:lnTo>
                  <a:lnTo>
                    <a:pt x="16285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9" name="Google Shape;998;p41"/>
            <p:cNvSpPr/>
            <p:nvPr/>
          </p:nvSpPr>
          <p:spPr>
            <a:xfrm rot="1458600">
              <a:off x="7362000" y="1877400"/>
              <a:ext cx="606960" cy="115560"/>
            </a:xfrm>
            <a:custGeom>
              <a:avLst/>
              <a:gdLst>
                <a:gd name="textAreaLeft" fmla="*/ 0 w 606960"/>
                <a:gd name="textAreaRight" fmla="*/ 607320 w 60696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16286" h="3106">
                  <a:moveTo>
                    <a:pt x="0" y="1"/>
                  </a:moveTo>
                  <a:lnTo>
                    <a:pt x="0" y="3106"/>
                  </a:lnTo>
                  <a:lnTo>
                    <a:pt x="16285" y="3106"/>
                  </a:lnTo>
                  <a:lnTo>
                    <a:pt x="16285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0" name="Google Shape;999;p41"/>
            <p:cNvSpPr/>
            <p:nvPr/>
          </p:nvSpPr>
          <p:spPr>
            <a:xfrm rot="1458600">
              <a:off x="7450200" y="1166400"/>
              <a:ext cx="94320" cy="115560"/>
            </a:xfrm>
            <a:custGeom>
              <a:avLst/>
              <a:gdLst>
                <a:gd name="textAreaLeft" fmla="*/ 0 w 94320"/>
                <a:gd name="textAreaRight" fmla="*/ 94680 w 9432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2540" h="3105">
                  <a:moveTo>
                    <a:pt x="0" y="0"/>
                  </a:moveTo>
                  <a:lnTo>
                    <a:pt x="0" y="3105"/>
                  </a:lnTo>
                  <a:lnTo>
                    <a:pt x="2540" y="3105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1" name="Google Shape;1000;p41"/>
            <p:cNvSpPr/>
            <p:nvPr/>
          </p:nvSpPr>
          <p:spPr>
            <a:xfrm rot="1458600">
              <a:off x="6922080" y="2577960"/>
              <a:ext cx="94320" cy="90720"/>
            </a:xfrm>
            <a:custGeom>
              <a:avLst/>
              <a:gdLst>
                <a:gd name="textAreaLeft" fmla="*/ 0 w 94320"/>
                <a:gd name="textAreaRight" fmla="*/ 94680 w 94320"/>
                <a:gd name="textAreaTop" fmla="*/ 0 h 90720"/>
                <a:gd name="textAreaBottom" fmla="*/ 91080 h 90720"/>
              </a:gdLst>
              <a:ahLst/>
              <a:cxnLst/>
              <a:rect l="textAreaLeft" t="textAreaTop" r="textAreaRight" b="textAreaBottom"/>
              <a:pathLst>
                <a:path w="2541" h="2443">
                  <a:moveTo>
                    <a:pt x="1" y="0"/>
                  </a:moveTo>
                  <a:lnTo>
                    <a:pt x="1" y="2442"/>
                  </a:lnTo>
                  <a:lnTo>
                    <a:pt x="2540" y="2442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5360" bIns="453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2" name="Google Shape;1001;p41"/>
            <p:cNvSpPr/>
            <p:nvPr/>
          </p:nvSpPr>
          <p:spPr>
            <a:xfrm rot="1458600">
              <a:off x="7107480" y="2154960"/>
              <a:ext cx="94320" cy="115560"/>
            </a:xfrm>
            <a:custGeom>
              <a:avLst/>
              <a:gdLst>
                <a:gd name="textAreaLeft" fmla="*/ 0 w 94320"/>
                <a:gd name="textAreaRight" fmla="*/ 94680 w 9432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2541" h="3106">
                  <a:moveTo>
                    <a:pt x="1" y="0"/>
                  </a:moveTo>
                  <a:lnTo>
                    <a:pt x="1" y="3105"/>
                  </a:lnTo>
                  <a:lnTo>
                    <a:pt x="2540" y="3105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3" name="Google Shape;1002;p41"/>
            <p:cNvSpPr/>
            <p:nvPr/>
          </p:nvSpPr>
          <p:spPr>
            <a:xfrm rot="1458600">
              <a:off x="7393680" y="1522080"/>
              <a:ext cx="94320" cy="115560"/>
            </a:xfrm>
            <a:custGeom>
              <a:avLst/>
              <a:gdLst>
                <a:gd name="textAreaLeft" fmla="*/ 0 w 94320"/>
                <a:gd name="textAreaRight" fmla="*/ 94680 w 9432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2541" h="3106">
                  <a:moveTo>
                    <a:pt x="1" y="1"/>
                  </a:moveTo>
                  <a:lnTo>
                    <a:pt x="1" y="3106"/>
                  </a:lnTo>
                  <a:lnTo>
                    <a:pt x="2540" y="3106"/>
                  </a:lnTo>
                  <a:lnTo>
                    <a:pt x="2540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4" name="Google Shape;1003;p41"/>
            <p:cNvSpPr/>
            <p:nvPr/>
          </p:nvSpPr>
          <p:spPr>
            <a:xfrm rot="1458600">
              <a:off x="7488720" y="1311120"/>
              <a:ext cx="94320" cy="115560"/>
            </a:xfrm>
            <a:custGeom>
              <a:avLst/>
              <a:gdLst>
                <a:gd name="textAreaLeft" fmla="*/ 0 w 94320"/>
                <a:gd name="textAreaRight" fmla="*/ 94680 w 9432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2541" h="3106">
                  <a:moveTo>
                    <a:pt x="1" y="1"/>
                  </a:moveTo>
                  <a:lnTo>
                    <a:pt x="1" y="3106"/>
                  </a:lnTo>
                  <a:lnTo>
                    <a:pt x="2540" y="3106"/>
                  </a:lnTo>
                  <a:lnTo>
                    <a:pt x="2540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5" name="Google Shape;1004;p41"/>
            <p:cNvSpPr/>
            <p:nvPr/>
          </p:nvSpPr>
          <p:spPr>
            <a:xfrm rot="1458600">
              <a:off x="7345800" y="1627560"/>
              <a:ext cx="94320" cy="115560"/>
            </a:xfrm>
            <a:custGeom>
              <a:avLst/>
              <a:gdLst>
                <a:gd name="textAreaLeft" fmla="*/ 0 w 94320"/>
                <a:gd name="textAreaRight" fmla="*/ 94680 w 9432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2541" h="3106">
                  <a:moveTo>
                    <a:pt x="1" y="1"/>
                  </a:moveTo>
                  <a:lnTo>
                    <a:pt x="1" y="3106"/>
                  </a:lnTo>
                  <a:lnTo>
                    <a:pt x="2540" y="3106"/>
                  </a:lnTo>
                  <a:lnTo>
                    <a:pt x="2540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6" name="Google Shape;1005;p41"/>
            <p:cNvSpPr/>
            <p:nvPr/>
          </p:nvSpPr>
          <p:spPr>
            <a:xfrm rot="1458600">
              <a:off x="7068960" y="2010600"/>
              <a:ext cx="94320" cy="115200"/>
            </a:xfrm>
            <a:custGeom>
              <a:avLst/>
              <a:gdLst>
                <a:gd name="textAreaLeft" fmla="*/ 0 w 94320"/>
                <a:gd name="textAreaRight" fmla="*/ 94680 w 94320"/>
                <a:gd name="textAreaTop" fmla="*/ 0 h 115200"/>
                <a:gd name="textAreaBottom" fmla="*/ 115560 h 115200"/>
              </a:gdLst>
              <a:ahLst/>
              <a:cxnLst/>
              <a:rect l="textAreaLeft" t="textAreaTop" r="textAreaRight" b="textAreaBottom"/>
              <a:pathLst>
                <a:path w="2540" h="3101">
                  <a:moveTo>
                    <a:pt x="0" y="0"/>
                  </a:moveTo>
                  <a:lnTo>
                    <a:pt x="0" y="3100"/>
                  </a:lnTo>
                  <a:lnTo>
                    <a:pt x="2540" y="3100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600" bIns="57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7" name="Google Shape;1006;p41"/>
            <p:cNvSpPr/>
            <p:nvPr/>
          </p:nvSpPr>
          <p:spPr>
            <a:xfrm rot="1458600">
              <a:off x="7164360" y="1799640"/>
              <a:ext cx="94320" cy="115560"/>
            </a:xfrm>
            <a:custGeom>
              <a:avLst/>
              <a:gdLst>
                <a:gd name="textAreaLeft" fmla="*/ 0 w 94320"/>
                <a:gd name="textAreaRight" fmla="*/ 94680 w 9432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2540" h="3106">
                  <a:moveTo>
                    <a:pt x="0" y="1"/>
                  </a:moveTo>
                  <a:lnTo>
                    <a:pt x="0" y="3106"/>
                  </a:lnTo>
                  <a:lnTo>
                    <a:pt x="2540" y="3106"/>
                  </a:lnTo>
                  <a:lnTo>
                    <a:pt x="2540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8" name="Google Shape;1007;p41"/>
            <p:cNvSpPr/>
            <p:nvPr/>
          </p:nvSpPr>
          <p:spPr>
            <a:xfrm rot="1458600">
              <a:off x="7402680" y="1272240"/>
              <a:ext cx="94320" cy="115560"/>
            </a:xfrm>
            <a:custGeom>
              <a:avLst/>
              <a:gdLst>
                <a:gd name="textAreaLeft" fmla="*/ 0 w 94320"/>
                <a:gd name="textAreaRight" fmla="*/ 94680 w 9432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2540" h="3106">
                  <a:moveTo>
                    <a:pt x="0" y="1"/>
                  </a:moveTo>
                  <a:lnTo>
                    <a:pt x="0" y="3106"/>
                  </a:lnTo>
                  <a:lnTo>
                    <a:pt x="2540" y="3106"/>
                  </a:lnTo>
                  <a:lnTo>
                    <a:pt x="2540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9" name="Google Shape;1008;p41"/>
            <p:cNvSpPr/>
            <p:nvPr/>
          </p:nvSpPr>
          <p:spPr>
            <a:xfrm rot="1458600">
              <a:off x="7218720" y="2194200"/>
              <a:ext cx="606960" cy="115200"/>
            </a:xfrm>
            <a:custGeom>
              <a:avLst/>
              <a:gdLst>
                <a:gd name="textAreaLeft" fmla="*/ 0 w 606960"/>
                <a:gd name="textAreaRight" fmla="*/ 607320 w 606960"/>
                <a:gd name="textAreaTop" fmla="*/ 0 h 115200"/>
                <a:gd name="textAreaBottom" fmla="*/ 115560 h 115200"/>
              </a:gdLst>
              <a:ahLst/>
              <a:cxnLst/>
              <a:rect l="textAreaLeft" t="textAreaTop" r="textAreaRight" b="textAreaBottom"/>
              <a:pathLst>
                <a:path w="16286" h="3101">
                  <a:moveTo>
                    <a:pt x="0" y="0"/>
                  </a:moveTo>
                  <a:lnTo>
                    <a:pt x="0" y="3100"/>
                  </a:lnTo>
                  <a:lnTo>
                    <a:pt x="16285" y="3100"/>
                  </a:lnTo>
                  <a:lnTo>
                    <a:pt x="16285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600" bIns="57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0" name="Google Shape;1009;p41"/>
            <p:cNvSpPr/>
            <p:nvPr/>
          </p:nvSpPr>
          <p:spPr>
            <a:xfrm rot="1458600">
              <a:off x="6964560" y="2471400"/>
              <a:ext cx="94320" cy="115560"/>
            </a:xfrm>
            <a:custGeom>
              <a:avLst/>
              <a:gdLst>
                <a:gd name="textAreaLeft" fmla="*/ 0 w 94320"/>
                <a:gd name="textAreaRight" fmla="*/ 94680 w 9432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2541" h="3106">
                  <a:moveTo>
                    <a:pt x="1" y="0"/>
                  </a:moveTo>
                  <a:lnTo>
                    <a:pt x="1" y="3105"/>
                  </a:lnTo>
                  <a:lnTo>
                    <a:pt x="2540" y="3105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1" name="Google Shape;1010;p41"/>
            <p:cNvSpPr/>
            <p:nvPr/>
          </p:nvSpPr>
          <p:spPr>
            <a:xfrm rot="1458600">
              <a:off x="7250400" y="1838520"/>
              <a:ext cx="94320" cy="115560"/>
            </a:xfrm>
            <a:custGeom>
              <a:avLst/>
              <a:gdLst>
                <a:gd name="textAreaLeft" fmla="*/ 0 w 94320"/>
                <a:gd name="textAreaRight" fmla="*/ 94680 w 9432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2541" h="3106">
                  <a:moveTo>
                    <a:pt x="1" y="1"/>
                  </a:moveTo>
                  <a:lnTo>
                    <a:pt x="1" y="3106"/>
                  </a:lnTo>
                  <a:lnTo>
                    <a:pt x="2540" y="3106"/>
                  </a:lnTo>
                  <a:lnTo>
                    <a:pt x="2540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2" name="Google Shape;1011;p41"/>
            <p:cNvSpPr/>
            <p:nvPr/>
          </p:nvSpPr>
          <p:spPr>
            <a:xfrm rot="1458600">
              <a:off x="7441200" y="1416600"/>
              <a:ext cx="94320" cy="115200"/>
            </a:xfrm>
            <a:custGeom>
              <a:avLst/>
              <a:gdLst>
                <a:gd name="textAreaLeft" fmla="*/ 0 w 94320"/>
                <a:gd name="textAreaRight" fmla="*/ 94680 w 94320"/>
                <a:gd name="textAreaTop" fmla="*/ 0 h 115200"/>
                <a:gd name="textAreaBottom" fmla="*/ 115560 h 115200"/>
              </a:gdLst>
              <a:ahLst/>
              <a:cxnLst/>
              <a:rect l="textAreaLeft" t="textAreaTop" r="textAreaRight" b="textAreaBottom"/>
              <a:pathLst>
                <a:path w="2541" h="3101">
                  <a:moveTo>
                    <a:pt x="1" y="1"/>
                  </a:moveTo>
                  <a:lnTo>
                    <a:pt x="1" y="3101"/>
                  </a:lnTo>
                  <a:lnTo>
                    <a:pt x="2540" y="3101"/>
                  </a:lnTo>
                  <a:lnTo>
                    <a:pt x="2540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600" bIns="57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3" name="Google Shape;1012;p41"/>
            <p:cNvSpPr/>
            <p:nvPr/>
          </p:nvSpPr>
          <p:spPr>
            <a:xfrm rot="1458600">
              <a:off x="6973560" y="2221560"/>
              <a:ext cx="94320" cy="115560"/>
            </a:xfrm>
            <a:custGeom>
              <a:avLst/>
              <a:gdLst>
                <a:gd name="textAreaLeft" fmla="*/ 0 w 94320"/>
                <a:gd name="textAreaRight" fmla="*/ 94680 w 9432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2540" h="3106">
                  <a:moveTo>
                    <a:pt x="0" y="0"/>
                  </a:moveTo>
                  <a:lnTo>
                    <a:pt x="0" y="3105"/>
                  </a:lnTo>
                  <a:lnTo>
                    <a:pt x="2540" y="3105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4" name="Google Shape;1013;p41"/>
            <p:cNvSpPr/>
            <p:nvPr/>
          </p:nvSpPr>
          <p:spPr>
            <a:xfrm rot="1458600">
              <a:off x="7409520" y="1771920"/>
              <a:ext cx="606960" cy="115560"/>
            </a:xfrm>
            <a:custGeom>
              <a:avLst/>
              <a:gdLst>
                <a:gd name="textAreaLeft" fmla="*/ 0 w 606960"/>
                <a:gd name="textAreaRight" fmla="*/ 607320 w 60696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16286" h="3106">
                  <a:moveTo>
                    <a:pt x="0" y="1"/>
                  </a:moveTo>
                  <a:lnTo>
                    <a:pt x="0" y="3106"/>
                  </a:lnTo>
                  <a:lnTo>
                    <a:pt x="16285" y="3106"/>
                  </a:lnTo>
                  <a:lnTo>
                    <a:pt x="16285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5" name="Google Shape;1014;p41"/>
            <p:cNvSpPr/>
            <p:nvPr/>
          </p:nvSpPr>
          <p:spPr>
            <a:xfrm rot="1458600">
              <a:off x="7600320" y="1350000"/>
              <a:ext cx="606960" cy="115560"/>
            </a:xfrm>
            <a:custGeom>
              <a:avLst/>
              <a:gdLst>
                <a:gd name="textAreaLeft" fmla="*/ 0 w 606960"/>
                <a:gd name="textAreaRight" fmla="*/ 607320 w 60696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16286" h="3105">
                  <a:moveTo>
                    <a:pt x="0" y="0"/>
                  </a:moveTo>
                  <a:lnTo>
                    <a:pt x="0" y="3105"/>
                  </a:lnTo>
                  <a:lnTo>
                    <a:pt x="16285" y="3105"/>
                  </a:lnTo>
                  <a:lnTo>
                    <a:pt x="16285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6" name="Google Shape;1015;p41"/>
            <p:cNvSpPr/>
            <p:nvPr/>
          </p:nvSpPr>
          <p:spPr>
            <a:xfrm rot="1458600">
              <a:off x="6835680" y="2539080"/>
              <a:ext cx="94320" cy="90720"/>
            </a:xfrm>
            <a:custGeom>
              <a:avLst/>
              <a:gdLst>
                <a:gd name="textAreaLeft" fmla="*/ 0 w 94320"/>
                <a:gd name="textAreaRight" fmla="*/ 94680 w 94320"/>
                <a:gd name="textAreaTop" fmla="*/ 0 h 90720"/>
                <a:gd name="textAreaBottom" fmla="*/ 91080 h 90720"/>
              </a:gdLst>
              <a:ahLst/>
              <a:cxnLst/>
              <a:rect l="textAreaLeft" t="textAreaTop" r="textAreaRight" b="textAreaBottom"/>
              <a:pathLst>
                <a:path w="2540" h="2443">
                  <a:moveTo>
                    <a:pt x="0" y="0"/>
                  </a:moveTo>
                  <a:lnTo>
                    <a:pt x="0" y="2442"/>
                  </a:lnTo>
                  <a:lnTo>
                    <a:pt x="2540" y="2442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5360" bIns="453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7" name="Google Shape;1016;p41"/>
            <p:cNvSpPr/>
            <p:nvPr/>
          </p:nvSpPr>
          <p:spPr>
            <a:xfrm rot="1458600">
              <a:off x="7059960" y="2260440"/>
              <a:ext cx="94320" cy="115560"/>
            </a:xfrm>
            <a:custGeom>
              <a:avLst/>
              <a:gdLst>
                <a:gd name="textAreaLeft" fmla="*/ 0 w 94320"/>
                <a:gd name="textAreaRight" fmla="*/ 94680 w 9432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2541" h="3106">
                  <a:moveTo>
                    <a:pt x="1" y="0"/>
                  </a:moveTo>
                  <a:lnTo>
                    <a:pt x="1" y="3105"/>
                  </a:lnTo>
                  <a:lnTo>
                    <a:pt x="2540" y="3105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8" name="Google Shape;1017;p41"/>
            <p:cNvSpPr/>
            <p:nvPr/>
          </p:nvSpPr>
          <p:spPr>
            <a:xfrm rot="1458600">
              <a:off x="6926040" y="2327040"/>
              <a:ext cx="94320" cy="115560"/>
            </a:xfrm>
            <a:custGeom>
              <a:avLst/>
              <a:gdLst>
                <a:gd name="textAreaLeft" fmla="*/ 0 w 94320"/>
                <a:gd name="textAreaRight" fmla="*/ 94680 w 9432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2540" h="3106">
                  <a:moveTo>
                    <a:pt x="0" y="0"/>
                  </a:moveTo>
                  <a:lnTo>
                    <a:pt x="0" y="3105"/>
                  </a:lnTo>
                  <a:lnTo>
                    <a:pt x="2540" y="3105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9" name="Google Shape;1018;p41"/>
            <p:cNvSpPr/>
            <p:nvPr/>
          </p:nvSpPr>
          <p:spPr>
            <a:xfrm rot="1458600">
              <a:off x="7536600" y="1205640"/>
              <a:ext cx="94320" cy="115560"/>
            </a:xfrm>
            <a:custGeom>
              <a:avLst/>
              <a:gdLst>
                <a:gd name="textAreaLeft" fmla="*/ 0 w 94320"/>
                <a:gd name="textAreaRight" fmla="*/ 94680 w 9432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2541" h="3105">
                  <a:moveTo>
                    <a:pt x="1" y="0"/>
                  </a:moveTo>
                  <a:lnTo>
                    <a:pt x="1" y="3105"/>
                  </a:lnTo>
                  <a:lnTo>
                    <a:pt x="2540" y="3105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0" name="Google Shape;1019;p41"/>
            <p:cNvSpPr/>
            <p:nvPr/>
          </p:nvSpPr>
          <p:spPr>
            <a:xfrm rot="1458600">
              <a:off x="6878160" y="2432520"/>
              <a:ext cx="94320" cy="115560"/>
            </a:xfrm>
            <a:custGeom>
              <a:avLst/>
              <a:gdLst>
                <a:gd name="textAreaLeft" fmla="*/ 0 w 94320"/>
                <a:gd name="textAreaRight" fmla="*/ 94680 w 9432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2540" h="3106">
                  <a:moveTo>
                    <a:pt x="0" y="0"/>
                  </a:moveTo>
                  <a:lnTo>
                    <a:pt x="0" y="3105"/>
                  </a:lnTo>
                  <a:lnTo>
                    <a:pt x="2540" y="3105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1" name="Google Shape;1020;p41"/>
            <p:cNvSpPr/>
            <p:nvPr/>
          </p:nvSpPr>
          <p:spPr>
            <a:xfrm rot="1458600">
              <a:off x="7307280" y="1482840"/>
              <a:ext cx="94320" cy="115560"/>
            </a:xfrm>
            <a:custGeom>
              <a:avLst/>
              <a:gdLst>
                <a:gd name="textAreaLeft" fmla="*/ 0 w 94320"/>
                <a:gd name="textAreaRight" fmla="*/ 94680 w 9432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2540" h="3106">
                  <a:moveTo>
                    <a:pt x="0" y="1"/>
                  </a:moveTo>
                  <a:lnTo>
                    <a:pt x="0" y="3106"/>
                  </a:lnTo>
                  <a:lnTo>
                    <a:pt x="2540" y="3106"/>
                  </a:lnTo>
                  <a:lnTo>
                    <a:pt x="2540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2" name="Google Shape;1021;p41"/>
            <p:cNvSpPr/>
            <p:nvPr/>
          </p:nvSpPr>
          <p:spPr>
            <a:xfrm rot="1458600">
              <a:off x="7028280" y="2616120"/>
              <a:ext cx="606960" cy="115560"/>
            </a:xfrm>
            <a:custGeom>
              <a:avLst/>
              <a:gdLst>
                <a:gd name="textAreaLeft" fmla="*/ 0 w 606960"/>
                <a:gd name="textAreaRight" fmla="*/ 607320 w 60696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16286" h="3106">
                  <a:moveTo>
                    <a:pt x="0" y="0"/>
                  </a:moveTo>
                  <a:lnTo>
                    <a:pt x="0" y="3105"/>
                  </a:lnTo>
                  <a:lnTo>
                    <a:pt x="16285" y="3105"/>
                  </a:lnTo>
                  <a:lnTo>
                    <a:pt x="16285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3" name="Google Shape;1022;p41"/>
            <p:cNvSpPr/>
            <p:nvPr/>
          </p:nvSpPr>
          <p:spPr>
            <a:xfrm rot="1458600">
              <a:off x="7075800" y="2510640"/>
              <a:ext cx="606960" cy="115560"/>
            </a:xfrm>
            <a:custGeom>
              <a:avLst/>
              <a:gdLst>
                <a:gd name="textAreaLeft" fmla="*/ 0 w 606960"/>
                <a:gd name="textAreaRight" fmla="*/ 607320 w 60696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16286" h="3106">
                  <a:moveTo>
                    <a:pt x="0" y="0"/>
                  </a:moveTo>
                  <a:lnTo>
                    <a:pt x="0" y="3105"/>
                  </a:lnTo>
                  <a:lnTo>
                    <a:pt x="16285" y="3105"/>
                  </a:lnTo>
                  <a:lnTo>
                    <a:pt x="16285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4" name="Google Shape;1023;p41"/>
            <p:cNvSpPr/>
            <p:nvPr/>
          </p:nvSpPr>
          <p:spPr>
            <a:xfrm rot="1458600">
              <a:off x="6939360" y="2078280"/>
              <a:ext cx="89640" cy="115560"/>
            </a:xfrm>
            <a:custGeom>
              <a:avLst/>
              <a:gdLst>
                <a:gd name="textAreaLeft" fmla="*/ 0 w 89640"/>
                <a:gd name="textAreaRight" fmla="*/ 90000 w 8964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2414" h="3106">
                  <a:moveTo>
                    <a:pt x="0" y="0"/>
                  </a:moveTo>
                  <a:lnTo>
                    <a:pt x="0" y="3105"/>
                  </a:lnTo>
                  <a:lnTo>
                    <a:pt x="2413" y="3105"/>
                  </a:lnTo>
                  <a:lnTo>
                    <a:pt x="2413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5" name="Google Shape;1024;p41"/>
            <p:cNvSpPr/>
            <p:nvPr/>
          </p:nvSpPr>
          <p:spPr>
            <a:xfrm rot="1458600">
              <a:off x="7177680" y="1550880"/>
              <a:ext cx="89640" cy="115560"/>
            </a:xfrm>
            <a:custGeom>
              <a:avLst/>
              <a:gdLst>
                <a:gd name="textAreaLeft" fmla="*/ 0 w 89640"/>
                <a:gd name="textAreaRight" fmla="*/ 90000 w 8964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2414" h="3106">
                  <a:moveTo>
                    <a:pt x="0" y="1"/>
                  </a:moveTo>
                  <a:lnTo>
                    <a:pt x="0" y="3106"/>
                  </a:lnTo>
                  <a:lnTo>
                    <a:pt x="2413" y="3106"/>
                  </a:lnTo>
                  <a:lnTo>
                    <a:pt x="2413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6" name="Google Shape;1025;p41"/>
            <p:cNvSpPr/>
            <p:nvPr/>
          </p:nvSpPr>
          <p:spPr>
            <a:xfrm rot="1458600">
              <a:off x="6482520" y="1844640"/>
              <a:ext cx="531720" cy="115200"/>
            </a:xfrm>
            <a:custGeom>
              <a:avLst/>
              <a:gdLst>
                <a:gd name="textAreaLeft" fmla="*/ 0 w 531720"/>
                <a:gd name="textAreaRight" fmla="*/ 532080 w 531720"/>
                <a:gd name="textAreaTop" fmla="*/ 0 h 115200"/>
                <a:gd name="textAreaBottom" fmla="*/ 115560 h 115200"/>
              </a:gdLst>
              <a:ahLst/>
              <a:cxnLst/>
              <a:rect l="textAreaLeft" t="textAreaTop" r="textAreaRight" b="textAreaBottom"/>
              <a:pathLst>
                <a:path w="14268" h="3101">
                  <a:moveTo>
                    <a:pt x="0" y="0"/>
                  </a:moveTo>
                  <a:lnTo>
                    <a:pt x="0" y="3100"/>
                  </a:lnTo>
                  <a:lnTo>
                    <a:pt x="14267" y="3100"/>
                  </a:lnTo>
                  <a:lnTo>
                    <a:pt x="14267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600" bIns="57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7" name="Google Shape;1026;p41"/>
            <p:cNvSpPr/>
            <p:nvPr/>
          </p:nvSpPr>
          <p:spPr>
            <a:xfrm rot="1458600">
              <a:off x="6816240" y="1105920"/>
              <a:ext cx="531720" cy="115560"/>
            </a:xfrm>
            <a:custGeom>
              <a:avLst/>
              <a:gdLst>
                <a:gd name="textAreaLeft" fmla="*/ 0 w 531720"/>
                <a:gd name="textAreaRight" fmla="*/ 532080 w 53172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14268" h="3106">
                  <a:moveTo>
                    <a:pt x="0" y="1"/>
                  </a:moveTo>
                  <a:lnTo>
                    <a:pt x="0" y="3106"/>
                  </a:lnTo>
                  <a:lnTo>
                    <a:pt x="14267" y="3106"/>
                  </a:lnTo>
                  <a:lnTo>
                    <a:pt x="14267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8" name="Google Shape;1027;p41"/>
            <p:cNvSpPr/>
            <p:nvPr/>
          </p:nvSpPr>
          <p:spPr>
            <a:xfrm rot="1458600">
              <a:off x="6387120" y="2055240"/>
              <a:ext cx="531720" cy="115560"/>
            </a:xfrm>
            <a:custGeom>
              <a:avLst/>
              <a:gdLst>
                <a:gd name="textAreaLeft" fmla="*/ 0 w 531720"/>
                <a:gd name="textAreaRight" fmla="*/ 532080 w 53172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14268" h="3106">
                  <a:moveTo>
                    <a:pt x="0" y="0"/>
                  </a:moveTo>
                  <a:lnTo>
                    <a:pt x="0" y="3105"/>
                  </a:lnTo>
                  <a:lnTo>
                    <a:pt x="14267" y="3105"/>
                  </a:lnTo>
                  <a:lnTo>
                    <a:pt x="14267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9" name="Google Shape;1028;p41"/>
            <p:cNvSpPr/>
            <p:nvPr/>
          </p:nvSpPr>
          <p:spPr>
            <a:xfrm rot="1458600">
              <a:off x="6673320" y="1422360"/>
              <a:ext cx="531720" cy="115560"/>
            </a:xfrm>
            <a:custGeom>
              <a:avLst/>
              <a:gdLst>
                <a:gd name="textAreaLeft" fmla="*/ 0 w 531720"/>
                <a:gd name="textAreaRight" fmla="*/ 532080 w 53172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14268" h="3106">
                  <a:moveTo>
                    <a:pt x="0" y="1"/>
                  </a:moveTo>
                  <a:lnTo>
                    <a:pt x="0" y="3106"/>
                  </a:lnTo>
                  <a:lnTo>
                    <a:pt x="14267" y="3106"/>
                  </a:lnTo>
                  <a:lnTo>
                    <a:pt x="14267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0" name="Google Shape;1029;p41"/>
            <p:cNvSpPr/>
            <p:nvPr/>
          </p:nvSpPr>
          <p:spPr>
            <a:xfrm rot="1458600">
              <a:off x="6625440" y="1527840"/>
              <a:ext cx="531720" cy="115560"/>
            </a:xfrm>
            <a:custGeom>
              <a:avLst/>
              <a:gdLst>
                <a:gd name="textAreaLeft" fmla="*/ 0 w 531720"/>
                <a:gd name="textAreaRight" fmla="*/ 532080 w 53172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14268" h="3106">
                  <a:moveTo>
                    <a:pt x="0" y="1"/>
                  </a:moveTo>
                  <a:lnTo>
                    <a:pt x="0" y="3106"/>
                  </a:lnTo>
                  <a:lnTo>
                    <a:pt x="14267" y="3106"/>
                  </a:lnTo>
                  <a:lnTo>
                    <a:pt x="14267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1" name="Google Shape;1030;p41"/>
            <p:cNvSpPr/>
            <p:nvPr/>
          </p:nvSpPr>
          <p:spPr>
            <a:xfrm rot="1458600">
              <a:off x="6768720" y="1211400"/>
              <a:ext cx="531720" cy="115200"/>
            </a:xfrm>
            <a:custGeom>
              <a:avLst/>
              <a:gdLst>
                <a:gd name="textAreaLeft" fmla="*/ 0 w 531720"/>
                <a:gd name="textAreaRight" fmla="*/ 532080 w 531720"/>
                <a:gd name="textAreaTop" fmla="*/ 0 h 115200"/>
                <a:gd name="textAreaBottom" fmla="*/ 115560 h 115200"/>
              </a:gdLst>
              <a:ahLst/>
              <a:cxnLst/>
              <a:rect l="textAreaLeft" t="textAreaTop" r="textAreaRight" b="textAreaBottom"/>
              <a:pathLst>
                <a:path w="14268" h="3101">
                  <a:moveTo>
                    <a:pt x="0" y="1"/>
                  </a:moveTo>
                  <a:lnTo>
                    <a:pt x="0" y="3101"/>
                  </a:lnTo>
                  <a:lnTo>
                    <a:pt x="14267" y="3101"/>
                  </a:lnTo>
                  <a:lnTo>
                    <a:pt x="14267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600" bIns="57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2" name="Google Shape;1031;p41"/>
            <p:cNvSpPr/>
            <p:nvPr/>
          </p:nvSpPr>
          <p:spPr>
            <a:xfrm rot="1458600">
              <a:off x="6753960" y="2501280"/>
              <a:ext cx="89640" cy="90720"/>
            </a:xfrm>
            <a:custGeom>
              <a:avLst/>
              <a:gdLst>
                <a:gd name="textAreaLeft" fmla="*/ 0 w 89640"/>
                <a:gd name="textAreaRight" fmla="*/ 90000 w 89640"/>
                <a:gd name="textAreaTop" fmla="*/ 0 h 90720"/>
                <a:gd name="textAreaBottom" fmla="*/ 91080 h 90720"/>
              </a:gdLst>
              <a:ahLst/>
              <a:cxnLst/>
              <a:rect l="textAreaLeft" t="textAreaTop" r="textAreaRight" b="textAreaBottom"/>
              <a:pathLst>
                <a:path w="2414" h="2443">
                  <a:moveTo>
                    <a:pt x="0" y="0"/>
                  </a:moveTo>
                  <a:lnTo>
                    <a:pt x="0" y="2442"/>
                  </a:lnTo>
                  <a:lnTo>
                    <a:pt x="2413" y="2442"/>
                  </a:lnTo>
                  <a:lnTo>
                    <a:pt x="2413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5360" bIns="453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3" name="Google Shape;1032;p41"/>
            <p:cNvSpPr/>
            <p:nvPr/>
          </p:nvSpPr>
          <p:spPr>
            <a:xfrm rot="1458600">
              <a:off x="6891480" y="2183760"/>
              <a:ext cx="89640" cy="115560"/>
            </a:xfrm>
            <a:custGeom>
              <a:avLst/>
              <a:gdLst>
                <a:gd name="textAreaLeft" fmla="*/ 0 w 89640"/>
                <a:gd name="textAreaRight" fmla="*/ 90000 w 8964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2414" h="3106">
                  <a:moveTo>
                    <a:pt x="0" y="0"/>
                  </a:moveTo>
                  <a:lnTo>
                    <a:pt x="0" y="3105"/>
                  </a:lnTo>
                  <a:lnTo>
                    <a:pt x="2413" y="3105"/>
                  </a:lnTo>
                  <a:lnTo>
                    <a:pt x="2413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4" name="Google Shape;1033;p41"/>
            <p:cNvSpPr/>
            <p:nvPr/>
          </p:nvSpPr>
          <p:spPr>
            <a:xfrm rot="1458600">
              <a:off x="6987240" y="1972800"/>
              <a:ext cx="89640" cy="115200"/>
            </a:xfrm>
            <a:custGeom>
              <a:avLst/>
              <a:gdLst>
                <a:gd name="textAreaLeft" fmla="*/ 0 w 89640"/>
                <a:gd name="textAreaRight" fmla="*/ 90000 w 89640"/>
                <a:gd name="textAreaTop" fmla="*/ 0 h 115200"/>
                <a:gd name="textAreaBottom" fmla="*/ 115560 h 115200"/>
              </a:gdLst>
              <a:ahLst/>
              <a:cxnLst/>
              <a:rect l="textAreaLeft" t="textAreaTop" r="textAreaRight" b="textAreaBottom"/>
              <a:pathLst>
                <a:path w="2414" h="3101">
                  <a:moveTo>
                    <a:pt x="0" y="0"/>
                  </a:moveTo>
                  <a:lnTo>
                    <a:pt x="0" y="3100"/>
                  </a:lnTo>
                  <a:lnTo>
                    <a:pt x="2413" y="3100"/>
                  </a:lnTo>
                  <a:lnTo>
                    <a:pt x="2413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600" bIns="57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5" name="Google Shape;1034;p41"/>
            <p:cNvSpPr/>
            <p:nvPr/>
          </p:nvSpPr>
          <p:spPr>
            <a:xfrm rot="1458600">
              <a:off x="7082280" y="1761840"/>
              <a:ext cx="89640" cy="115560"/>
            </a:xfrm>
            <a:custGeom>
              <a:avLst/>
              <a:gdLst>
                <a:gd name="textAreaLeft" fmla="*/ 0 w 89640"/>
                <a:gd name="textAreaRight" fmla="*/ 90000 w 8964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2414" h="3106">
                  <a:moveTo>
                    <a:pt x="0" y="1"/>
                  </a:moveTo>
                  <a:lnTo>
                    <a:pt x="0" y="3106"/>
                  </a:lnTo>
                  <a:lnTo>
                    <a:pt x="2413" y="3106"/>
                  </a:lnTo>
                  <a:lnTo>
                    <a:pt x="2413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6" name="Google Shape;1035;p41"/>
            <p:cNvSpPr/>
            <p:nvPr/>
          </p:nvSpPr>
          <p:spPr>
            <a:xfrm rot="1458600">
              <a:off x="6339600" y="2161080"/>
              <a:ext cx="531720" cy="115560"/>
            </a:xfrm>
            <a:custGeom>
              <a:avLst/>
              <a:gdLst>
                <a:gd name="textAreaLeft" fmla="*/ 0 w 531720"/>
                <a:gd name="textAreaRight" fmla="*/ 532080 w 53172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14268" h="3106">
                  <a:moveTo>
                    <a:pt x="0" y="0"/>
                  </a:moveTo>
                  <a:lnTo>
                    <a:pt x="0" y="3105"/>
                  </a:lnTo>
                  <a:lnTo>
                    <a:pt x="14267" y="3105"/>
                  </a:lnTo>
                  <a:lnTo>
                    <a:pt x="14267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7" name="Google Shape;1036;p41"/>
            <p:cNvSpPr/>
            <p:nvPr/>
          </p:nvSpPr>
          <p:spPr>
            <a:xfrm rot="1458600">
              <a:off x="7225200" y="1445040"/>
              <a:ext cx="89640" cy="115560"/>
            </a:xfrm>
            <a:custGeom>
              <a:avLst/>
              <a:gdLst>
                <a:gd name="textAreaLeft" fmla="*/ 0 w 89640"/>
                <a:gd name="textAreaRight" fmla="*/ 90000 w 8964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2414" h="3106">
                  <a:moveTo>
                    <a:pt x="0" y="1"/>
                  </a:moveTo>
                  <a:lnTo>
                    <a:pt x="0" y="3106"/>
                  </a:lnTo>
                  <a:lnTo>
                    <a:pt x="2413" y="3106"/>
                  </a:lnTo>
                  <a:lnTo>
                    <a:pt x="2413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8" name="Google Shape;1037;p41"/>
            <p:cNvSpPr/>
            <p:nvPr/>
          </p:nvSpPr>
          <p:spPr>
            <a:xfrm rot="1458600">
              <a:off x="6720840" y="1316880"/>
              <a:ext cx="531720" cy="115560"/>
            </a:xfrm>
            <a:custGeom>
              <a:avLst/>
              <a:gdLst>
                <a:gd name="textAreaLeft" fmla="*/ 0 w 531720"/>
                <a:gd name="textAreaRight" fmla="*/ 532080 w 53172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14268" h="3106">
                  <a:moveTo>
                    <a:pt x="0" y="1"/>
                  </a:moveTo>
                  <a:lnTo>
                    <a:pt x="0" y="3106"/>
                  </a:lnTo>
                  <a:lnTo>
                    <a:pt x="14267" y="3106"/>
                  </a:lnTo>
                  <a:lnTo>
                    <a:pt x="14267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9" name="Google Shape;1038;p41"/>
            <p:cNvSpPr/>
            <p:nvPr/>
          </p:nvSpPr>
          <p:spPr>
            <a:xfrm rot="1458600">
              <a:off x="6435000" y="1949760"/>
              <a:ext cx="531720" cy="115560"/>
            </a:xfrm>
            <a:custGeom>
              <a:avLst/>
              <a:gdLst>
                <a:gd name="textAreaLeft" fmla="*/ 0 w 531720"/>
                <a:gd name="textAreaRight" fmla="*/ 532080 w 53172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14268" h="3106">
                  <a:moveTo>
                    <a:pt x="0" y="0"/>
                  </a:moveTo>
                  <a:lnTo>
                    <a:pt x="0" y="3105"/>
                  </a:lnTo>
                  <a:lnTo>
                    <a:pt x="14267" y="3105"/>
                  </a:lnTo>
                  <a:lnTo>
                    <a:pt x="14267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0" name="Google Shape;1039;p41"/>
            <p:cNvSpPr/>
            <p:nvPr/>
          </p:nvSpPr>
          <p:spPr>
            <a:xfrm rot="1458600">
              <a:off x="7320600" y="1234440"/>
              <a:ext cx="89640" cy="115560"/>
            </a:xfrm>
            <a:custGeom>
              <a:avLst/>
              <a:gdLst>
                <a:gd name="textAreaLeft" fmla="*/ 0 w 89640"/>
                <a:gd name="textAreaRight" fmla="*/ 90000 w 8964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2414" h="3106">
                  <a:moveTo>
                    <a:pt x="0" y="1"/>
                  </a:moveTo>
                  <a:lnTo>
                    <a:pt x="0" y="3106"/>
                  </a:lnTo>
                  <a:lnTo>
                    <a:pt x="2413" y="3106"/>
                  </a:lnTo>
                  <a:lnTo>
                    <a:pt x="2413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1" name="Google Shape;1040;p41"/>
            <p:cNvSpPr/>
            <p:nvPr/>
          </p:nvSpPr>
          <p:spPr>
            <a:xfrm rot="1458600">
              <a:off x="7129800" y="1656360"/>
              <a:ext cx="89640" cy="115560"/>
            </a:xfrm>
            <a:custGeom>
              <a:avLst/>
              <a:gdLst>
                <a:gd name="textAreaLeft" fmla="*/ 0 w 89640"/>
                <a:gd name="textAreaRight" fmla="*/ 90000 w 8964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2414" h="3106">
                  <a:moveTo>
                    <a:pt x="0" y="1"/>
                  </a:moveTo>
                  <a:lnTo>
                    <a:pt x="0" y="3106"/>
                  </a:lnTo>
                  <a:lnTo>
                    <a:pt x="2413" y="3106"/>
                  </a:lnTo>
                  <a:lnTo>
                    <a:pt x="2413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2" name="Google Shape;1041;p41"/>
            <p:cNvSpPr/>
            <p:nvPr/>
          </p:nvSpPr>
          <p:spPr>
            <a:xfrm rot="1458600">
              <a:off x="6292080" y="2266560"/>
              <a:ext cx="531720" cy="115560"/>
            </a:xfrm>
            <a:custGeom>
              <a:avLst/>
              <a:gdLst>
                <a:gd name="textAreaLeft" fmla="*/ 0 w 531720"/>
                <a:gd name="textAreaRight" fmla="*/ 532080 w 53172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14268" h="3106">
                  <a:moveTo>
                    <a:pt x="0" y="0"/>
                  </a:moveTo>
                  <a:lnTo>
                    <a:pt x="0" y="3105"/>
                  </a:lnTo>
                  <a:lnTo>
                    <a:pt x="14267" y="3105"/>
                  </a:lnTo>
                  <a:lnTo>
                    <a:pt x="14267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3" name="Google Shape;1042;p41"/>
            <p:cNvSpPr/>
            <p:nvPr/>
          </p:nvSpPr>
          <p:spPr>
            <a:xfrm rot="1458600">
              <a:off x="6530400" y="1738800"/>
              <a:ext cx="531720" cy="115560"/>
            </a:xfrm>
            <a:custGeom>
              <a:avLst/>
              <a:gdLst>
                <a:gd name="textAreaLeft" fmla="*/ 0 w 531720"/>
                <a:gd name="textAreaRight" fmla="*/ 532080 w 53172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14268" h="3106">
                  <a:moveTo>
                    <a:pt x="0" y="1"/>
                  </a:moveTo>
                  <a:lnTo>
                    <a:pt x="0" y="3105"/>
                  </a:lnTo>
                  <a:lnTo>
                    <a:pt x="14267" y="3105"/>
                  </a:lnTo>
                  <a:lnTo>
                    <a:pt x="14267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4" name="Google Shape;1043;p41"/>
            <p:cNvSpPr/>
            <p:nvPr/>
          </p:nvSpPr>
          <p:spPr>
            <a:xfrm rot="1458600">
              <a:off x="6577920" y="1633320"/>
              <a:ext cx="531720" cy="115560"/>
            </a:xfrm>
            <a:custGeom>
              <a:avLst/>
              <a:gdLst>
                <a:gd name="textAreaLeft" fmla="*/ 0 w 531720"/>
                <a:gd name="textAreaRight" fmla="*/ 532080 w 53172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14268" h="3106">
                  <a:moveTo>
                    <a:pt x="0" y="1"/>
                  </a:moveTo>
                  <a:lnTo>
                    <a:pt x="0" y="3106"/>
                  </a:lnTo>
                  <a:lnTo>
                    <a:pt x="14267" y="3106"/>
                  </a:lnTo>
                  <a:lnTo>
                    <a:pt x="14267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5" name="Google Shape;1044;p41"/>
            <p:cNvSpPr/>
            <p:nvPr/>
          </p:nvSpPr>
          <p:spPr>
            <a:xfrm rot="1458600">
              <a:off x="6843960" y="2289240"/>
              <a:ext cx="89640" cy="115560"/>
            </a:xfrm>
            <a:custGeom>
              <a:avLst/>
              <a:gdLst>
                <a:gd name="textAreaLeft" fmla="*/ 0 w 89640"/>
                <a:gd name="textAreaRight" fmla="*/ 90000 w 8964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2414" h="3106">
                  <a:moveTo>
                    <a:pt x="0" y="0"/>
                  </a:moveTo>
                  <a:lnTo>
                    <a:pt x="0" y="3105"/>
                  </a:lnTo>
                  <a:lnTo>
                    <a:pt x="2413" y="3105"/>
                  </a:lnTo>
                  <a:lnTo>
                    <a:pt x="2413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6" name="Google Shape;1045;p41"/>
            <p:cNvSpPr/>
            <p:nvPr/>
          </p:nvSpPr>
          <p:spPr>
            <a:xfrm rot="1458600">
              <a:off x="6249240" y="2372760"/>
              <a:ext cx="531720" cy="90720"/>
            </a:xfrm>
            <a:custGeom>
              <a:avLst/>
              <a:gdLst>
                <a:gd name="textAreaLeft" fmla="*/ 0 w 531720"/>
                <a:gd name="textAreaRight" fmla="*/ 532080 w 531720"/>
                <a:gd name="textAreaTop" fmla="*/ 0 h 90720"/>
                <a:gd name="textAreaBottom" fmla="*/ 91080 h 90720"/>
              </a:gdLst>
              <a:ahLst/>
              <a:cxnLst/>
              <a:rect l="textAreaLeft" t="textAreaTop" r="textAreaRight" b="textAreaBottom"/>
              <a:pathLst>
                <a:path w="14268" h="2443">
                  <a:moveTo>
                    <a:pt x="0" y="0"/>
                  </a:moveTo>
                  <a:lnTo>
                    <a:pt x="0" y="2442"/>
                  </a:lnTo>
                  <a:lnTo>
                    <a:pt x="14267" y="2442"/>
                  </a:lnTo>
                  <a:lnTo>
                    <a:pt x="14267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5360" bIns="453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7" name="Google Shape;1046;p41"/>
            <p:cNvSpPr/>
            <p:nvPr/>
          </p:nvSpPr>
          <p:spPr>
            <a:xfrm rot="1458600">
              <a:off x="7368120" y="1128960"/>
              <a:ext cx="89640" cy="115560"/>
            </a:xfrm>
            <a:custGeom>
              <a:avLst/>
              <a:gdLst>
                <a:gd name="textAreaLeft" fmla="*/ 0 w 89640"/>
                <a:gd name="textAreaRight" fmla="*/ 90000 w 8964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2414" h="3105">
                  <a:moveTo>
                    <a:pt x="0" y="0"/>
                  </a:moveTo>
                  <a:lnTo>
                    <a:pt x="0" y="3105"/>
                  </a:lnTo>
                  <a:lnTo>
                    <a:pt x="2413" y="3105"/>
                  </a:lnTo>
                  <a:lnTo>
                    <a:pt x="2413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8" name="Google Shape;1047;p41"/>
            <p:cNvSpPr/>
            <p:nvPr/>
          </p:nvSpPr>
          <p:spPr>
            <a:xfrm rot="1458600">
              <a:off x="7034760" y="1867320"/>
              <a:ext cx="89640" cy="115560"/>
            </a:xfrm>
            <a:custGeom>
              <a:avLst/>
              <a:gdLst>
                <a:gd name="textAreaLeft" fmla="*/ 0 w 89640"/>
                <a:gd name="textAreaRight" fmla="*/ 90000 w 8964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2414" h="3106">
                  <a:moveTo>
                    <a:pt x="0" y="1"/>
                  </a:moveTo>
                  <a:lnTo>
                    <a:pt x="0" y="3105"/>
                  </a:lnTo>
                  <a:lnTo>
                    <a:pt x="2413" y="3105"/>
                  </a:lnTo>
                  <a:lnTo>
                    <a:pt x="2413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9" name="Google Shape;1048;p41"/>
            <p:cNvSpPr/>
            <p:nvPr/>
          </p:nvSpPr>
          <p:spPr>
            <a:xfrm rot="1458600">
              <a:off x="6796440" y="2394720"/>
              <a:ext cx="89640" cy="115560"/>
            </a:xfrm>
            <a:custGeom>
              <a:avLst/>
              <a:gdLst>
                <a:gd name="textAreaLeft" fmla="*/ 0 w 89640"/>
                <a:gd name="textAreaRight" fmla="*/ 90000 w 8964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2414" h="3106">
                  <a:moveTo>
                    <a:pt x="0" y="0"/>
                  </a:moveTo>
                  <a:lnTo>
                    <a:pt x="0" y="3105"/>
                  </a:lnTo>
                  <a:lnTo>
                    <a:pt x="2413" y="3105"/>
                  </a:lnTo>
                  <a:lnTo>
                    <a:pt x="2413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0" name="Google Shape;1049;p41"/>
            <p:cNvSpPr/>
            <p:nvPr/>
          </p:nvSpPr>
          <p:spPr>
            <a:xfrm rot="1458600">
              <a:off x="7273440" y="1339920"/>
              <a:ext cx="89640" cy="115200"/>
            </a:xfrm>
            <a:custGeom>
              <a:avLst/>
              <a:gdLst>
                <a:gd name="textAreaLeft" fmla="*/ 0 w 89640"/>
                <a:gd name="textAreaRight" fmla="*/ 90000 w 89640"/>
                <a:gd name="textAreaTop" fmla="*/ 0 h 115200"/>
                <a:gd name="textAreaBottom" fmla="*/ 115560 h 115200"/>
              </a:gdLst>
              <a:ahLst/>
              <a:cxnLst/>
              <a:rect l="textAreaLeft" t="textAreaTop" r="textAreaRight" b="textAreaBottom"/>
              <a:pathLst>
                <a:path w="2414" h="3101">
                  <a:moveTo>
                    <a:pt x="0" y="1"/>
                  </a:moveTo>
                  <a:lnTo>
                    <a:pt x="0" y="3101"/>
                  </a:lnTo>
                  <a:lnTo>
                    <a:pt x="2413" y="3101"/>
                  </a:lnTo>
                  <a:lnTo>
                    <a:pt x="2413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600" bIns="57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1" name="Google Shape;1050;p41"/>
            <p:cNvSpPr/>
            <p:nvPr/>
          </p:nvSpPr>
          <p:spPr>
            <a:xfrm rot="1458600">
              <a:off x="6179040" y="2243520"/>
              <a:ext cx="98280" cy="90720"/>
            </a:xfrm>
            <a:custGeom>
              <a:avLst/>
              <a:gdLst>
                <a:gd name="textAreaLeft" fmla="*/ 0 w 98280"/>
                <a:gd name="textAreaRight" fmla="*/ 98640 w 98280"/>
                <a:gd name="textAreaTop" fmla="*/ 0 h 90720"/>
                <a:gd name="textAreaBottom" fmla="*/ 91080 h 90720"/>
              </a:gdLst>
              <a:ahLst/>
              <a:cxnLst/>
              <a:rect l="textAreaLeft" t="textAreaTop" r="textAreaRight" b="textAreaBottom"/>
              <a:pathLst>
                <a:path w="2643" h="2443">
                  <a:moveTo>
                    <a:pt x="1" y="0"/>
                  </a:moveTo>
                  <a:lnTo>
                    <a:pt x="1" y="2442"/>
                  </a:lnTo>
                  <a:lnTo>
                    <a:pt x="2642" y="2442"/>
                  </a:lnTo>
                  <a:lnTo>
                    <a:pt x="2642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5360" bIns="453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2" name="Google Shape;1051;p41"/>
            <p:cNvSpPr/>
            <p:nvPr/>
          </p:nvSpPr>
          <p:spPr>
            <a:xfrm rot="1458600">
              <a:off x="6221160" y="2136600"/>
              <a:ext cx="98280" cy="115560"/>
            </a:xfrm>
            <a:custGeom>
              <a:avLst/>
              <a:gdLst>
                <a:gd name="textAreaLeft" fmla="*/ 0 w 98280"/>
                <a:gd name="textAreaRight" fmla="*/ 98640 w 9828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2643" h="3106">
                  <a:moveTo>
                    <a:pt x="1" y="0"/>
                  </a:moveTo>
                  <a:lnTo>
                    <a:pt x="1" y="3105"/>
                  </a:lnTo>
                  <a:lnTo>
                    <a:pt x="2642" y="3105"/>
                  </a:lnTo>
                  <a:lnTo>
                    <a:pt x="2642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3" name="Google Shape;1052;p41"/>
            <p:cNvSpPr/>
            <p:nvPr/>
          </p:nvSpPr>
          <p:spPr>
            <a:xfrm rot="1458600">
              <a:off x="6269040" y="2031120"/>
              <a:ext cx="98280" cy="115560"/>
            </a:xfrm>
            <a:custGeom>
              <a:avLst/>
              <a:gdLst>
                <a:gd name="textAreaLeft" fmla="*/ 0 w 98280"/>
                <a:gd name="textAreaRight" fmla="*/ 98640 w 9828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2643" h="3106">
                  <a:moveTo>
                    <a:pt x="1" y="0"/>
                  </a:moveTo>
                  <a:lnTo>
                    <a:pt x="1" y="3105"/>
                  </a:lnTo>
                  <a:lnTo>
                    <a:pt x="2642" y="3105"/>
                  </a:lnTo>
                  <a:lnTo>
                    <a:pt x="2642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4" name="Google Shape;1053;p41"/>
            <p:cNvSpPr/>
            <p:nvPr/>
          </p:nvSpPr>
          <p:spPr>
            <a:xfrm rot="1458600">
              <a:off x="6316560" y="1925640"/>
              <a:ext cx="98280" cy="115560"/>
            </a:xfrm>
            <a:custGeom>
              <a:avLst/>
              <a:gdLst>
                <a:gd name="textAreaLeft" fmla="*/ 0 w 98280"/>
                <a:gd name="textAreaRight" fmla="*/ 98640 w 9828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2643" h="3106">
                  <a:moveTo>
                    <a:pt x="1" y="0"/>
                  </a:moveTo>
                  <a:lnTo>
                    <a:pt x="1" y="3105"/>
                  </a:lnTo>
                  <a:lnTo>
                    <a:pt x="2642" y="3105"/>
                  </a:lnTo>
                  <a:lnTo>
                    <a:pt x="2642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5" name="Google Shape;1054;p41"/>
            <p:cNvSpPr/>
            <p:nvPr/>
          </p:nvSpPr>
          <p:spPr>
            <a:xfrm rot="1458600">
              <a:off x="6364080" y="1820160"/>
              <a:ext cx="98280" cy="115560"/>
            </a:xfrm>
            <a:custGeom>
              <a:avLst/>
              <a:gdLst>
                <a:gd name="textAreaLeft" fmla="*/ 0 w 98280"/>
                <a:gd name="textAreaRight" fmla="*/ 98640 w 9828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2643" h="3106">
                  <a:moveTo>
                    <a:pt x="1" y="0"/>
                  </a:moveTo>
                  <a:lnTo>
                    <a:pt x="1" y="3105"/>
                  </a:lnTo>
                  <a:lnTo>
                    <a:pt x="2642" y="3105"/>
                  </a:lnTo>
                  <a:lnTo>
                    <a:pt x="2642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6" name="Google Shape;1055;p41"/>
            <p:cNvSpPr/>
            <p:nvPr/>
          </p:nvSpPr>
          <p:spPr>
            <a:xfrm rot="1458600">
              <a:off x="6412320" y="1715040"/>
              <a:ext cx="98280" cy="115200"/>
            </a:xfrm>
            <a:custGeom>
              <a:avLst/>
              <a:gdLst>
                <a:gd name="textAreaLeft" fmla="*/ 0 w 98280"/>
                <a:gd name="textAreaRight" fmla="*/ 98640 w 98280"/>
                <a:gd name="textAreaTop" fmla="*/ 0 h 115200"/>
                <a:gd name="textAreaBottom" fmla="*/ 115560 h 115200"/>
              </a:gdLst>
              <a:ahLst/>
              <a:cxnLst/>
              <a:rect l="textAreaLeft" t="textAreaTop" r="textAreaRight" b="textAreaBottom"/>
              <a:pathLst>
                <a:path w="2643" h="3101">
                  <a:moveTo>
                    <a:pt x="1" y="0"/>
                  </a:moveTo>
                  <a:lnTo>
                    <a:pt x="1" y="3100"/>
                  </a:lnTo>
                  <a:lnTo>
                    <a:pt x="2642" y="3100"/>
                  </a:lnTo>
                  <a:lnTo>
                    <a:pt x="2642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600" bIns="57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7" name="Google Shape;1056;p41"/>
            <p:cNvSpPr/>
            <p:nvPr/>
          </p:nvSpPr>
          <p:spPr>
            <a:xfrm rot="1458600">
              <a:off x="6507360" y="1503720"/>
              <a:ext cx="98280" cy="115560"/>
            </a:xfrm>
            <a:custGeom>
              <a:avLst/>
              <a:gdLst>
                <a:gd name="textAreaLeft" fmla="*/ 0 w 98280"/>
                <a:gd name="textAreaRight" fmla="*/ 98640 w 9828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2643" h="3106">
                  <a:moveTo>
                    <a:pt x="1" y="1"/>
                  </a:moveTo>
                  <a:lnTo>
                    <a:pt x="1" y="3106"/>
                  </a:lnTo>
                  <a:lnTo>
                    <a:pt x="2642" y="3106"/>
                  </a:lnTo>
                  <a:lnTo>
                    <a:pt x="2642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8" name="Google Shape;1057;p41"/>
            <p:cNvSpPr/>
            <p:nvPr/>
          </p:nvSpPr>
          <p:spPr>
            <a:xfrm rot="1458600">
              <a:off x="6554880" y="1397880"/>
              <a:ext cx="98280" cy="115560"/>
            </a:xfrm>
            <a:custGeom>
              <a:avLst/>
              <a:gdLst>
                <a:gd name="textAreaLeft" fmla="*/ 0 w 98280"/>
                <a:gd name="textAreaRight" fmla="*/ 98640 w 9828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2643" h="3106">
                  <a:moveTo>
                    <a:pt x="1" y="1"/>
                  </a:moveTo>
                  <a:lnTo>
                    <a:pt x="1" y="3106"/>
                  </a:lnTo>
                  <a:lnTo>
                    <a:pt x="2642" y="3106"/>
                  </a:lnTo>
                  <a:lnTo>
                    <a:pt x="2642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9" name="Google Shape;1058;p41"/>
            <p:cNvSpPr/>
            <p:nvPr/>
          </p:nvSpPr>
          <p:spPr>
            <a:xfrm rot="1458600">
              <a:off x="6793200" y="870480"/>
              <a:ext cx="98280" cy="115560"/>
            </a:xfrm>
            <a:custGeom>
              <a:avLst/>
              <a:gdLst>
                <a:gd name="textAreaLeft" fmla="*/ 0 w 98280"/>
                <a:gd name="textAreaRight" fmla="*/ 98640 w 9828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2643" h="3105">
                  <a:moveTo>
                    <a:pt x="1" y="0"/>
                  </a:moveTo>
                  <a:lnTo>
                    <a:pt x="1" y="3105"/>
                  </a:lnTo>
                  <a:lnTo>
                    <a:pt x="2642" y="3105"/>
                  </a:lnTo>
                  <a:lnTo>
                    <a:pt x="2642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0" name="Google Shape;1059;p41"/>
            <p:cNvSpPr/>
            <p:nvPr/>
          </p:nvSpPr>
          <p:spPr>
            <a:xfrm rot="1458600">
              <a:off x="6650280" y="1186920"/>
              <a:ext cx="98280" cy="115560"/>
            </a:xfrm>
            <a:custGeom>
              <a:avLst/>
              <a:gdLst>
                <a:gd name="textAreaLeft" fmla="*/ 0 w 98280"/>
                <a:gd name="textAreaRight" fmla="*/ 98640 w 9828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2643" h="3106">
                  <a:moveTo>
                    <a:pt x="1" y="1"/>
                  </a:moveTo>
                  <a:lnTo>
                    <a:pt x="1" y="3106"/>
                  </a:lnTo>
                  <a:lnTo>
                    <a:pt x="2642" y="3106"/>
                  </a:lnTo>
                  <a:lnTo>
                    <a:pt x="2642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1" name="Google Shape;1060;p41"/>
            <p:cNvSpPr/>
            <p:nvPr/>
          </p:nvSpPr>
          <p:spPr>
            <a:xfrm rot="1458600">
              <a:off x="6459480" y="1609200"/>
              <a:ext cx="98280" cy="115560"/>
            </a:xfrm>
            <a:custGeom>
              <a:avLst/>
              <a:gdLst>
                <a:gd name="textAreaLeft" fmla="*/ 0 w 98280"/>
                <a:gd name="textAreaRight" fmla="*/ 98640 w 9828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2643" h="3106">
                  <a:moveTo>
                    <a:pt x="1" y="1"/>
                  </a:moveTo>
                  <a:lnTo>
                    <a:pt x="1" y="3105"/>
                  </a:lnTo>
                  <a:lnTo>
                    <a:pt x="2642" y="3105"/>
                  </a:lnTo>
                  <a:lnTo>
                    <a:pt x="2642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2" name="Google Shape;1061;p41"/>
            <p:cNvSpPr/>
            <p:nvPr/>
          </p:nvSpPr>
          <p:spPr>
            <a:xfrm rot="1458600">
              <a:off x="6602400" y="1292400"/>
              <a:ext cx="98280" cy="115560"/>
            </a:xfrm>
            <a:custGeom>
              <a:avLst/>
              <a:gdLst>
                <a:gd name="textAreaLeft" fmla="*/ 0 w 98280"/>
                <a:gd name="textAreaRight" fmla="*/ 98640 w 9828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2643" h="3106">
                  <a:moveTo>
                    <a:pt x="1" y="1"/>
                  </a:moveTo>
                  <a:lnTo>
                    <a:pt x="1" y="3106"/>
                  </a:lnTo>
                  <a:lnTo>
                    <a:pt x="2642" y="3106"/>
                  </a:lnTo>
                  <a:lnTo>
                    <a:pt x="2642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3" name="Google Shape;1062;p41"/>
            <p:cNvSpPr/>
            <p:nvPr/>
          </p:nvSpPr>
          <p:spPr>
            <a:xfrm rot="1458600">
              <a:off x="6745680" y="975960"/>
              <a:ext cx="98280" cy="115560"/>
            </a:xfrm>
            <a:custGeom>
              <a:avLst/>
              <a:gdLst>
                <a:gd name="textAreaLeft" fmla="*/ 0 w 98280"/>
                <a:gd name="textAreaRight" fmla="*/ 98640 w 9828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2643" h="3106">
                  <a:moveTo>
                    <a:pt x="1" y="1"/>
                  </a:moveTo>
                  <a:lnTo>
                    <a:pt x="1" y="3106"/>
                  </a:lnTo>
                  <a:lnTo>
                    <a:pt x="2642" y="3106"/>
                  </a:lnTo>
                  <a:lnTo>
                    <a:pt x="2642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4" name="Google Shape;1063;p41"/>
            <p:cNvSpPr/>
            <p:nvPr/>
          </p:nvSpPr>
          <p:spPr>
            <a:xfrm rot="1458600">
              <a:off x="6698160" y="1081800"/>
              <a:ext cx="98280" cy="115200"/>
            </a:xfrm>
            <a:custGeom>
              <a:avLst/>
              <a:gdLst>
                <a:gd name="textAreaLeft" fmla="*/ 0 w 98280"/>
                <a:gd name="textAreaRight" fmla="*/ 98640 w 98280"/>
                <a:gd name="textAreaTop" fmla="*/ 0 h 115200"/>
                <a:gd name="textAreaBottom" fmla="*/ 115560 h 115200"/>
              </a:gdLst>
              <a:ahLst/>
              <a:cxnLst/>
              <a:rect l="textAreaLeft" t="textAreaTop" r="textAreaRight" b="textAreaBottom"/>
              <a:pathLst>
                <a:path w="2643" h="3101">
                  <a:moveTo>
                    <a:pt x="1" y="1"/>
                  </a:moveTo>
                  <a:lnTo>
                    <a:pt x="1" y="3101"/>
                  </a:lnTo>
                  <a:lnTo>
                    <a:pt x="2642" y="3101"/>
                  </a:lnTo>
                  <a:lnTo>
                    <a:pt x="2642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600" bIns="57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5" name="Google Shape;1064;p41"/>
            <p:cNvSpPr/>
            <p:nvPr/>
          </p:nvSpPr>
          <p:spPr>
            <a:xfrm rot="1458600">
              <a:off x="7646400" y="1250280"/>
              <a:ext cx="606960" cy="109800"/>
            </a:xfrm>
            <a:custGeom>
              <a:avLst/>
              <a:gdLst>
                <a:gd name="textAreaLeft" fmla="*/ 0 w 606960"/>
                <a:gd name="textAreaRight" fmla="*/ 607320 w 606960"/>
                <a:gd name="textAreaTop" fmla="*/ 0 h 109800"/>
                <a:gd name="textAreaBottom" fmla="*/ 110160 h 109800"/>
              </a:gdLst>
              <a:ahLst/>
              <a:cxnLst/>
              <a:rect l="textAreaLeft" t="textAreaTop" r="textAreaRight" b="textAreaBottom"/>
              <a:pathLst>
                <a:path w="16286" h="2950">
                  <a:moveTo>
                    <a:pt x="0" y="0"/>
                  </a:moveTo>
                  <a:lnTo>
                    <a:pt x="0" y="2949"/>
                  </a:lnTo>
                  <a:lnTo>
                    <a:pt x="16285" y="2949"/>
                  </a:lnTo>
                  <a:lnTo>
                    <a:pt x="16285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5080" bIns="550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6" name="Google Shape;1065;p41"/>
            <p:cNvSpPr/>
            <p:nvPr/>
          </p:nvSpPr>
          <p:spPr>
            <a:xfrm rot="1458600">
              <a:off x="7953480" y="1243440"/>
              <a:ext cx="325440" cy="72720"/>
            </a:xfrm>
            <a:custGeom>
              <a:avLst/>
              <a:gdLst>
                <a:gd name="textAreaLeft" fmla="*/ 0 w 325440"/>
                <a:gd name="textAreaRight" fmla="*/ 325800 w 325440"/>
                <a:gd name="textAreaTop" fmla="*/ 0 h 72720"/>
                <a:gd name="textAreaBottom" fmla="*/ 73080 h 72720"/>
              </a:gdLst>
              <a:ahLst/>
              <a:cxnLst/>
              <a:rect l="textAreaLeft" t="textAreaTop" r="textAreaRight" b="textAreaBottom"/>
              <a:pathLst>
                <a:path w="8731" h="1961">
                  <a:moveTo>
                    <a:pt x="0" y="1"/>
                  </a:moveTo>
                  <a:lnTo>
                    <a:pt x="0" y="1960"/>
                  </a:lnTo>
                  <a:lnTo>
                    <a:pt x="8730" y="1960"/>
                  </a:lnTo>
                  <a:lnTo>
                    <a:pt x="8730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7" name="Google Shape;1066;p41"/>
            <p:cNvSpPr/>
            <p:nvPr/>
          </p:nvSpPr>
          <p:spPr>
            <a:xfrm rot="1458600">
              <a:off x="7583040" y="1105560"/>
              <a:ext cx="94320" cy="109800"/>
            </a:xfrm>
            <a:custGeom>
              <a:avLst/>
              <a:gdLst>
                <a:gd name="textAreaLeft" fmla="*/ 0 w 94320"/>
                <a:gd name="textAreaRight" fmla="*/ 94680 w 94320"/>
                <a:gd name="textAreaTop" fmla="*/ 0 h 109800"/>
                <a:gd name="textAreaBottom" fmla="*/ 110160 h 109800"/>
              </a:gdLst>
              <a:ahLst/>
              <a:cxnLst/>
              <a:rect l="textAreaLeft" t="textAreaTop" r="textAreaRight" b="textAreaBottom"/>
              <a:pathLst>
                <a:path w="2541" h="2950">
                  <a:moveTo>
                    <a:pt x="1" y="0"/>
                  </a:moveTo>
                  <a:lnTo>
                    <a:pt x="1" y="2949"/>
                  </a:lnTo>
                  <a:lnTo>
                    <a:pt x="2540" y="2949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5080" bIns="550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8" name="Google Shape;1067;p41"/>
            <p:cNvSpPr/>
            <p:nvPr/>
          </p:nvSpPr>
          <p:spPr>
            <a:xfrm rot="1458600">
              <a:off x="6828840" y="930960"/>
              <a:ext cx="1191600" cy="72720"/>
            </a:xfrm>
            <a:custGeom>
              <a:avLst/>
              <a:gdLst>
                <a:gd name="textAreaLeft" fmla="*/ 0 w 1191600"/>
                <a:gd name="textAreaRight" fmla="*/ 1191960 w 1191600"/>
                <a:gd name="textAreaTop" fmla="*/ 0 h 72720"/>
                <a:gd name="textAreaBottom" fmla="*/ 73080 h 72720"/>
              </a:gdLst>
              <a:ahLst/>
              <a:cxnLst/>
              <a:rect l="textAreaLeft" t="textAreaTop" r="textAreaRight" b="textAreaBottom"/>
              <a:pathLst>
                <a:path w="31957" h="1961">
                  <a:moveTo>
                    <a:pt x="1" y="1"/>
                  </a:moveTo>
                  <a:lnTo>
                    <a:pt x="1" y="1960"/>
                  </a:lnTo>
                  <a:lnTo>
                    <a:pt x="31956" y="1960"/>
                  </a:lnTo>
                  <a:lnTo>
                    <a:pt x="31956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9" name="Google Shape;1068;p41"/>
            <p:cNvSpPr/>
            <p:nvPr/>
          </p:nvSpPr>
          <p:spPr>
            <a:xfrm rot="1458600">
              <a:off x="6863760" y="1000440"/>
              <a:ext cx="531720" cy="115560"/>
            </a:xfrm>
            <a:custGeom>
              <a:avLst/>
              <a:gdLst>
                <a:gd name="textAreaLeft" fmla="*/ 0 w 531720"/>
                <a:gd name="textAreaRight" fmla="*/ 532080 w 53172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14268" h="3105">
                  <a:moveTo>
                    <a:pt x="0" y="0"/>
                  </a:moveTo>
                  <a:lnTo>
                    <a:pt x="0" y="3105"/>
                  </a:lnTo>
                  <a:lnTo>
                    <a:pt x="14267" y="3105"/>
                  </a:lnTo>
                  <a:lnTo>
                    <a:pt x="14267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0" name="Google Shape;1069;p41"/>
            <p:cNvSpPr/>
            <p:nvPr/>
          </p:nvSpPr>
          <p:spPr>
            <a:xfrm rot="1458600">
              <a:off x="7414920" y="1028520"/>
              <a:ext cx="89640" cy="109800"/>
            </a:xfrm>
            <a:custGeom>
              <a:avLst/>
              <a:gdLst>
                <a:gd name="textAreaLeft" fmla="*/ 0 w 89640"/>
                <a:gd name="textAreaRight" fmla="*/ 90000 w 89640"/>
                <a:gd name="textAreaTop" fmla="*/ 0 h 109800"/>
                <a:gd name="textAreaBottom" fmla="*/ 110160 h 109800"/>
              </a:gdLst>
              <a:ahLst/>
              <a:cxnLst/>
              <a:rect l="textAreaLeft" t="textAreaTop" r="textAreaRight" b="textAreaBottom"/>
              <a:pathLst>
                <a:path w="2414" h="2950">
                  <a:moveTo>
                    <a:pt x="0" y="0"/>
                  </a:moveTo>
                  <a:lnTo>
                    <a:pt x="0" y="2949"/>
                  </a:lnTo>
                  <a:lnTo>
                    <a:pt x="2413" y="2949"/>
                  </a:lnTo>
                  <a:lnTo>
                    <a:pt x="2413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5080" bIns="550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1" name="Google Shape;1070;p41"/>
            <p:cNvSpPr/>
            <p:nvPr/>
          </p:nvSpPr>
          <p:spPr>
            <a:xfrm rot="1458600">
              <a:off x="7496640" y="1066680"/>
              <a:ext cx="94320" cy="109800"/>
            </a:xfrm>
            <a:custGeom>
              <a:avLst/>
              <a:gdLst>
                <a:gd name="textAreaLeft" fmla="*/ 0 w 94320"/>
                <a:gd name="textAreaRight" fmla="*/ 94680 w 94320"/>
                <a:gd name="textAreaTop" fmla="*/ 0 h 109800"/>
                <a:gd name="textAreaBottom" fmla="*/ 110160 h 109800"/>
              </a:gdLst>
              <a:ahLst/>
              <a:cxnLst/>
              <a:rect l="textAreaLeft" t="textAreaTop" r="textAreaRight" b="textAreaBottom"/>
              <a:pathLst>
                <a:path w="2540" h="2950">
                  <a:moveTo>
                    <a:pt x="0" y="0"/>
                  </a:moveTo>
                  <a:lnTo>
                    <a:pt x="0" y="2949"/>
                  </a:lnTo>
                  <a:lnTo>
                    <a:pt x="2540" y="2949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5080" bIns="550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2" name="Google Shape;1071;p41"/>
            <p:cNvSpPr/>
            <p:nvPr/>
          </p:nvSpPr>
          <p:spPr>
            <a:xfrm rot="1458600">
              <a:off x="6910200" y="900720"/>
              <a:ext cx="531720" cy="109800"/>
            </a:xfrm>
            <a:custGeom>
              <a:avLst/>
              <a:gdLst>
                <a:gd name="textAreaLeft" fmla="*/ 0 w 531720"/>
                <a:gd name="textAreaRight" fmla="*/ 532080 w 531720"/>
                <a:gd name="textAreaTop" fmla="*/ 0 h 109800"/>
                <a:gd name="textAreaBottom" fmla="*/ 110160 h 109800"/>
              </a:gdLst>
              <a:ahLst/>
              <a:cxnLst/>
              <a:rect l="textAreaLeft" t="textAreaTop" r="textAreaRight" b="textAreaBottom"/>
              <a:pathLst>
                <a:path w="14268" h="2950">
                  <a:moveTo>
                    <a:pt x="0" y="0"/>
                  </a:moveTo>
                  <a:lnTo>
                    <a:pt x="0" y="2949"/>
                  </a:lnTo>
                  <a:lnTo>
                    <a:pt x="14267" y="2949"/>
                  </a:lnTo>
                  <a:lnTo>
                    <a:pt x="14267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5080" bIns="550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3" name="Google Shape;1072;p41"/>
            <p:cNvSpPr/>
            <p:nvPr/>
          </p:nvSpPr>
          <p:spPr>
            <a:xfrm rot="1458600">
              <a:off x="6840000" y="770760"/>
              <a:ext cx="98280" cy="109800"/>
            </a:xfrm>
            <a:custGeom>
              <a:avLst/>
              <a:gdLst>
                <a:gd name="textAreaLeft" fmla="*/ 0 w 98280"/>
                <a:gd name="textAreaRight" fmla="*/ 98640 w 98280"/>
                <a:gd name="textAreaTop" fmla="*/ 0 h 109800"/>
                <a:gd name="textAreaBottom" fmla="*/ 110160 h 109800"/>
              </a:gdLst>
              <a:ahLst/>
              <a:cxnLst/>
              <a:rect l="textAreaLeft" t="textAreaTop" r="textAreaRight" b="textAreaBottom"/>
              <a:pathLst>
                <a:path w="2643" h="2950">
                  <a:moveTo>
                    <a:pt x="1" y="0"/>
                  </a:moveTo>
                  <a:lnTo>
                    <a:pt x="1" y="2949"/>
                  </a:lnTo>
                  <a:lnTo>
                    <a:pt x="2642" y="2949"/>
                  </a:lnTo>
                  <a:lnTo>
                    <a:pt x="2642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5080" bIns="550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4" name="Google Shape;1073;p41"/>
            <p:cNvSpPr/>
            <p:nvPr/>
          </p:nvSpPr>
          <p:spPr>
            <a:xfrm rot="1458600">
              <a:off x="7692120" y="1088280"/>
              <a:ext cx="635760" cy="98280"/>
            </a:xfrm>
            <a:custGeom>
              <a:avLst/>
              <a:gdLst>
                <a:gd name="textAreaLeft" fmla="*/ 0 w 635760"/>
                <a:gd name="textAreaRight" fmla="*/ 636120 w 635760"/>
                <a:gd name="textAreaTop" fmla="*/ 0 h 98280"/>
                <a:gd name="textAreaBottom" fmla="*/ 98640 h 98280"/>
              </a:gdLst>
              <a:ahLst/>
              <a:cxnLst/>
              <a:rect l="textAreaLeft" t="textAreaTop" r="textAreaRight" b="textAreaBottom"/>
              <a:pathLst>
                <a:path w="17056" h="2643">
                  <a:moveTo>
                    <a:pt x="0" y="1"/>
                  </a:moveTo>
                  <a:lnTo>
                    <a:pt x="0" y="2643"/>
                  </a:lnTo>
                  <a:lnTo>
                    <a:pt x="17055" y="2643"/>
                  </a:lnTo>
                  <a:lnTo>
                    <a:pt x="17055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5" name="Google Shape;1074;p41"/>
            <p:cNvSpPr/>
            <p:nvPr/>
          </p:nvSpPr>
          <p:spPr>
            <a:xfrm rot="1458600">
              <a:off x="6878160" y="775800"/>
              <a:ext cx="880920" cy="98280"/>
            </a:xfrm>
            <a:custGeom>
              <a:avLst/>
              <a:gdLst>
                <a:gd name="textAreaLeft" fmla="*/ 0 w 880920"/>
                <a:gd name="textAreaRight" fmla="*/ 881280 w 880920"/>
                <a:gd name="textAreaTop" fmla="*/ 0 h 98280"/>
                <a:gd name="textAreaBottom" fmla="*/ 98640 h 98280"/>
              </a:gdLst>
              <a:ahLst/>
              <a:cxnLst/>
              <a:rect l="textAreaLeft" t="textAreaTop" r="textAreaRight" b="textAreaBottom"/>
              <a:pathLst>
                <a:path w="23632" h="2643">
                  <a:moveTo>
                    <a:pt x="1" y="1"/>
                  </a:moveTo>
                  <a:lnTo>
                    <a:pt x="1" y="2643"/>
                  </a:lnTo>
                  <a:lnTo>
                    <a:pt x="23631" y="2643"/>
                  </a:lnTo>
                  <a:lnTo>
                    <a:pt x="23631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6" name="Google Shape;1075;p41"/>
            <p:cNvSpPr/>
            <p:nvPr/>
          </p:nvSpPr>
          <p:spPr>
            <a:xfrm rot="1458600">
              <a:off x="6651360" y="145800"/>
              <a:ext cx="638640" cy="1613520"/>
            </a:xfrm>
            <a:custGeom>
              <a:avLst/>
              <a:gdLst>
                <a:gd name="textAreaLeft" fmla="*/ 0 w 638640"/>
                <a:gd name="textAreaRight" fmla="*/ 639000 w 638640"/>
                <a:gd name="textAreaTop" fmla="*/ 0 h 1613520"/>
                <a:gd name="textAreaBottom" fmla="*/ 1613880 h 1613520"/>
              </a:gdLst>
              <a:ahLst/>
              <a:cxnLst/>
              <a:rect l="textAreaLeft" t="textAreaTop" r="textAreaRight" b="textAreaBottom"/>
              <a:pathLst>
                <a:path w="17129" h="43275">
                  <a:moveTo>
                    <a:pt x="2535" y="1"/>
                  </a:moveTo>
                  <a:cubicBezTo>
                    <a:pt x="1137" y="1"/>
                    <a:pt x="1" y="1131"/>
                    <a:pt x="1" y="2530"/>
                  </a:cubicBezTo>
                  <a:lnTo>
                    <a:pt x="1" y="43274"/>
                  </a:lnTo>
                  <a:lnTo>
                    <a:pt x="206" y="43274"/>
                  </a:lnTo>
                  <a:lnTo>
                    <a:pt x="206" y="2530"/>
                  </a:lnTo>
                  <a:cubicBezTo>
                    <a:pt x="206" y="1243"/>
                    <a:pt x="1249" y="205"/>
                    <a:pt x="2535" y="200"/>
                  </a:cubicBezTo>
                  <a:lnTo>
                    <a:pt x="17129" y="200"/>
                  </a:lnTo>
                  <a:lnTo>
                    <a:pt x="17129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7" name="Google Shape;1076;p41"/>
            <p:cNvSpPr/>
            <p:nvPr/>
          </p:nvSpPr>
          <p:spPr>
            <a:xfrm rot="1458600">
              <a:off x="5971320" y="2273040"/>
              <a:ext cx="1882440" cy="638280"/>
            </a:xfrm>
            <a:custGeom>
              <a:avLst/>
              <a:gdLst>
                <a:gd name="textAreaLeft" fmla="*/ 0 w 1882440"/>
                <a:gd name="textAreaRight" fmla="*/ 1882800 w 1882440"/>
                <a:gd name="textAreaTop" fmla="*/ 0 h 638280"/>
                <a:gd name="textAreaBottom" fmla="*/ 638640 h 638280"/>
              </a:gdLst>
              <a:ahLst/>
              <a:cxnLst/>
              <a:rect l="textAreaLeft" t="textAreaTop" r="textAreaRight" b="textAreaBottom"/>
              <a:pathLst>
                <a:path w="50479" h="17119">
                  <a:moveTo>
                    <a:pt x="50274" y="0"/>
                  </a:moveTo>
                  <a:lnTo>
                    <a:pt x="50274" y="14584"/>
                  </a:lnTo>
                  <a:cubicBezTo>
                    <a:pt x="50274" y="15871"/>
                    <a:pt x="49231" y="16909"/>
                    <a:pt x="47944" y="16914"/>
                  </a:cubicBezTo>
                  <a:lnTo>
                    <a:pt x="2535" y="16914"/>
                  </a:lnTo>
                  <a:cubicBezTo>
                    <a:pt x="1249" y="16909"/>
                    <a:pt x="206" y="15871"/>
                    <a:pt x="206" y="14584"/>
                  </a:cubicBezTo>
                  <a:lnTo>
                    <a:pt x="206" y="11138"/>
                  </a:lnTo>
                  <a:lnTo>
                    <a:pt x="1" y="11138"/>
                  </a:lnTo>
                  <a:lnTo>
                    <a:pt x="1" y="14584"/>
                  </a:lnTo>
                  <a:cubicBezTo>
                    <a:pt x="1" y="15983"/>
                    <a:pt x="1137" y="17114"/>
                    <a:pt x="2535" y="17119"/>
                  </a:cubicBezTo>
                  <a:lnTo>
                    <a:pt x="47944" y="17119"/>
                  </a:lnTo>
                  <a:cubicBezTo>
                    <a:pt x="49343" y="17114"/>
                    <a:pt x="50474" y="15983"/>
                    <a:pt x="50479" y="14584"/>
                  </a:cubicBezTo>
                  <a:lnTo>
                    <a:pt x="50479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8" name="Google Shape;1077;p41"/>
            <p:cNvSpPr/>
            <p:nvPr/>
          </p:nvSpPr>
          <p:spPr>
            <a:xfrm rot="1458600">
              <a:off x="7948800" y="693000"/>
              <a:ext cx="746640" cy="314280"/>
            </a:xfrm>
            <a:custGeom>
              <a:avLst/>
              <a:gdLst>
                <a:gd name="textAreaLeft" fmla="*/ 0 w 746640"/>
                <a:gd name="textAreaRight" fmla="*/ 747000 w 746640"/>
                <a:gd name="textAreaTop" fmla="*/ 0 h 314280"/>
                <a:gd name="textAreaBottom" fmla="*/ 314640 h 314280"/>
              </a:gdLst>
              <a:ahLst/>
              <a:cxnLst/>
              <a:rect l="textAreaLeft" t="textAreaTop" r="textAreaRight" b="textAreaBottom"/>
              <a:pathLst>
                <a:path w="20034" h="8438">
                  <a:moveTo>
                    <a:pt x="1" y="1"/>
                  </a:moveTo>
                  <a:lnTo>
                    <a:pt x="1" y="200"/>
                  </a:lnTo>
                  <a:lnTo>
                    <a:pt x="17499" y="200"/>
                  </a:lnTo>
                  <a:cubicBezTo>
                    <a:pt x="18786" y="205"/>
                    <a:pt x="19829" y="1248"/>
                    <a:pt x="19829" y="2530"/>
                  </a:cubicBezTo>
                  <a:lnTo>
                    <a:pt x="19829" y="8438"/>
                  </a:lnTo>
                  <a:lnTo>
                    <a:pt x="20034" y="8438"/>
                  </a:lnTo>
                  <a:lnTo>
                    <a:pt x="20034" y="2530"/>
                  </a:lnTo>
                  <a:cubicBezTo>
                    <a:pt x="20029" y="1136"/>
                    <a:pt x="18898" y="1"/>
                    <a:pt x="1749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9" name="Google Shape;1078;p41"/>
            <p:cNvSpPr/>
            <p:nvPr/>
          </p:nvSpPr>
          <p:spPr>
            <a:xfrm rot="1458600">
              <a:off x="7259400" y="58680"/>
              <a:ext cx="572040" cy="610560"/>
            </a:xfrm>
            <a:custGeom>
              <a:avLst/>
              <a:gdLst>
                <a:gd name="textAreaLeft" fmla="*/ 0 w 572040"/>
                <a:gd name="textAreaRight" fmla="*/ 572400 w 572040"/>
                <a:gd name="textAreaTop" fmla="*/ 0 h 610560"/>
                <a:gd name="textAreaBottom" fmla="*/ 610920 h 610560"/>
              </a:gdLst>
              <a:ahLst/>
              <a:cxnLst/>
              <a:rect l="textAreaLeft" t="textAreaTop" r="textAreaRight" b="textAreaBottom"/>
              <a:pathLst>
                <a:path w="15345" h="16383">
                  <a:moveTo>
                    <a:pt x="15339" y="0"/>
                  </a:moveTo>
                  <a:cubicBezTo>
                    <a:pt x="14179" y="0"/>
                    <a:pt x="12746" y="936"/>
                    <a:pt x="12332" y="2993"/>
                  </a:cubicBezTo>
                  <a:cubicBezTo>
                    <a:pt x="11952" y="4913"/>
                    <a:pt x="10509" y="6429"/>
                    <a:pt x="8662" y="6863"/>
                  </a:cubicBezTo>
                  <a:lnTo>
                    <a:pt x="8584" y="6878"/>
                  </a:lnTo>
                  <a:lnTo>
                    <a:pt x="8584" y="10139"/>
                  </a:lnTo>
                  <a:cubicBezTo>
                    <a:pt x="8218" y="10217"/>
                    <a:pt x="7853" y="10299"/>
                    <a:pt x="7487" y="10377"/>
                  </a:cubicBezTo>
                  <a:lnTo>
                    <a:pt x="6965" y="10490"/>
                  </a:lnTo>
                  <a:cubicBezTo>
                    <a:pt x="6351" y="10626"/>
                    <a:pt x="5742" y="10753"/>
                    <a:pt x="5128" y="10879"/>
                  </a:cubicBezTo>
                  <a:cubicBezTo>
                    <a:pt x="4869" y="10933"/>
                    <a:pt x="4606" y="10977"/>
                    <a:pt x="4338" y="11021"/>
                  </a:cubicBezTo>
                  <a:cubicBezTo>
                    <a:pt x="3724" y="11128"/>
                    <a:pt x="3090" y="11240"/>
                    <a:pt x="2505" y="11450"/>
                  </a:cubicBezTo>
                  <a:cubicBezTo>
                    <a:pt x="2091" y="11596"/>
                    <a:pt x="1657" y="11791"/>
                    <a:pt x="1277" y="12210"/>
                  </a:cubicBezTo>
                  <a:cubicBezTo>
                    <a:pt x="1243" y="12249"/>
                    <a:pt x="1209" y="12293"/>
                    <a:pt x="1175" y="12332"/>
                  </a:cubicBezTo>
                  <a:cubicBezTo>
                    <a:pt x="936" y="12624"/>
                    <a:pt x="736" y="12946"/>
                    <a:pt x="570" y="13282"/>
                  </a:cubicBezTo>
                  <a:cubicBezTo>
                    <a:pt x="195" y="14053"/>
                    <a:pt x="0" y="14764"/>
                    <a:pt x="0" y="15398"/>
                  </a:cubicBezTo>
                  <a:cubicBezTo>
                    <a:pt x="0" y="15773"/>
                    <a:pt x="63" y="15993"/>
                    <a:pt x="215" y="16139"/>
                  </a:cubicBezTo>
                  <a:cubicBezTo>
                    <a:pt x="419" y="16339"/>
                    <a:pt x="760" y="16383"/>
                    <a:pt x="1399" y="16383"/>
                  </a:cubicBezTo>
                  <a:cubicBezTo>
                    <a:pt x="1623" y="16383"/>
                    <a:pt x="1882" y="16378"/>
                    <a:pt x="2184" y="16373"/>
                  </a:cubicBezTo>
                  <a:cubicBezTo>
                    <a:pt x="2603" y="16363"/>
                    <a:pt x="3076" y="16353"/>
                    <a:pt x="3651" y="16353"/>
                  </a:cubicBezTo>
                  <a:cubicBezTo>
                    <a:pt x="6595" y="16353"/>
                    <a:pt x="15257" y="16383"/>
                    <a:pt x="15344" y="16383"/>
                  </a:cubicBezTo>
                  <a:lnTo>
                    <a:pt x="15344" y="16178"/>
                  </a:lnTo>
                  <a:cubicBezTo>
                    <a:pt x="15257" y="16178"/>
                    <a:pt x="6595" y="16149"/>
                    <a:pt x="3651" y="16149"/>
                  </a:cubicBezTo>
                  <a:cubicBezTo>
                    <a:pt x="3071" y="16149"/>
                    <a:pt x="2579" y="16158"/>
                    <a:pt x="2179" y="16168"/>
                  </a:cubicBezTo>
                  <a:cubicBezTo>
                    <a:pt x="1893" y="16173"/>
                    <a:pt x="1642" y="16178"/>
                    <a:pt x="1424" y="16178"/>
                  </a:cubicBezTo>
                  <a:cubicBezTo>
                    <a:pt x="855" y="16178"/>
                    <a:pt x="511" y="16144"/>
                    <a:pt x="356" y="15993"/>
                  </a:cubicBezTo>
                  <a:cubicBezTo>
                    <a:pt x="249" y="15885"/>
                    <a:pt x="205" y="15710"/>
                    <a:pt x="205" y="15398"/>
                  </a:cubicBezTo>
                  <a:cubicBezTo>
                    <a:pt x="205" y="14794"/>
                    <a:pt x="390" y="14111"/>
                    <a:pt x="756" y="13375"/>
                  </a:cubicBezTo>
                  <a:cubicBezTo>
                    <a:pt x="912" y="13049"/>
                    <a:pt x="1102" y="12746"/>
                    <a:pt x="1331" y="12464"/>
                  </a:cubicBezTo>
                  <a:cubicBezTo>
                    <a:pt x="1360" y="12425"/>
                    <a:pt x="1394" y="12386"/>
                    <a:pt x="1428" y="12347"/>
                  </a:cubicBezTo>
                  <a:cubicBezTo>
                    <a:pt x="1779" y="11962"/>
                    <a:pt x="2184" y="11781"/>
                    <a:pt x="2574" y="11640"/>
                  </a:cubicBezTo>
                  <a:cubicBezTo>
                    <a:pt x="3144" y="11435"/>
                    <a:pt x="3768" y="11328"/>
                    <a:pt x="4372" y="11226"/>
                  </a:cubicBezTo>
                  <a:cubicBezTo>
                    <a:pt x="4635" y="11182"/>
                    <a:pt x="4908" y="11133"/>
                    <a:pt x="5172" y="11079"/>
                  </a:cubicBezTo>
                  <a:cubicBezTo>
                    <a:pt x="5781" y="10953"/>
                    <a:pt x="6400" y="10826"/>
                    <a:pt x="7009" y="10694"/>
                  </a:cubicBezTo>
                  <a:lnTo>
                    <a:pt x="7526" y="10582"/>
                  </a:lnTo>
                  <a:cubicBezTo>
                    <a:pt x="7921" y="10494"/>
                    <a:pt x="8316" y="10412"/>
                    <a:pt x="8706" y="10324"/>
                  </a:cubicBezTo>
                  <a:lnTo>
                    <a:pt x="8783" y="10304"/>
                  </a:lnTo>
                  <a:lnTo>
                    <a:pt x="8783" y="7039"/>
                  </a:lnTo>
                  <a:cubicBezTo>
                    <a:pt x="10675" y="6566"/>
                    <a:pt x="12142" y="5001"/>
                    <a:pt x="12532" y="3032"/>
                  </a:cubicBezTo>
                  <a:cubicBezTo>
                    <a:pt x="12922" y="1087"/>
                    <a:pt x="14262" y="205"/>
                    <a:pt x="15339" y="205"/>
                  </a:cubicBezTo>
                  <a:lnTo>
                    <a:pt x="15339" y="0"/>
                  </a:lnTo>
                  <a:close/>
                </a:path>
              </a:pathLst>
            </a:custGeom>
            <a:solidFill>
              <a:srgbClr val="0B352D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0" name="Google Shape;1079;p41"/>
            <p:cNvSpPr/>
            <p:nvPr/>
          </p:nvSpPr>
          <p:spPr>
            <a:xfrm rot="1458600">
              <a:off x="7781040" y="294480"/>
              <a:ext cx="572040" cy="610560"/>
            </a:xfrm>
            <a:custGeom>
              <a:avLst/>
              <a:gdLst>
                <a:gd name="textAreaLeft" fmla="*/ 0 w 572040"/>
                <a:gd name="textAreaRight" fmla="*/ 572400 w 572040"/>
                <a:gd name="textAreaTop" fmla="*/ 0 h 610560"/>
                <a:gd name="textAreaBottom" fmla="*/ 610920 h 610560"/>
              </a:gdLst>
              <a:ahLst/>
              <a:cxnLst/>
              <a:rect l="textAreaLeft" t="textAreaTop" r="textAreaRight" b="textAreaBottom"/>
              <a:pathLst>
                <a:path w="15350" h="16383">
                  <a:moveTo>
                    <a:pt x="5" y="0"/>
                  </a:moveTo>
                  <a:lnTo>
                    <a:pt x="5" y="210"/>
                  </a:lnTo>
                  <a:cubicBezTo>
                    <a:pt x="1087" y="210"/>
                    <a:pt x="2428" y="1092"/>
                    <a:pt x="2818" y="3037"/>
                  </a:cubicBezTo>
                  <a:cubicBezTo>
                    <a:pt x="3208" y="5006"/>
                    <a:pt x="4675" y="6571"/>
                    <a:pt x="6561" y="7043"/>
                  </a:cubicBezTo>
                  <a:lnTo>
                    <a:pt x="6561" y="10304"/>
                  </a:lnTo>
                  <a:lnTo>
                    <a:pt x="6644" y="10324"/>
                  </a:lnTo>
                  <a:cubicBezTo>
                    <a:pt x="6966" y="10392"/>
                    <a:pt x="7287" y="10465"/>
                    <a:pt x="7609" y="10533"/>
                  </a:cubicBezTo>
                  <a:lnTo>
                    <a:pt x="7819" y="10582"/>
                  </a:lnTo>
                  <a:cubicBezTo>
                    <a:pt x="8667" y="10767"/>
                    <a:pt x="9437" y="10928"/>
                    <a:pt x="10178" y="11079"/>
                  </a:cubicBezTo>
                  <a:cubicBezTo>
                    <a:pt x="10441" y="11133"/>
                    <a:pt x="10709" y="11182"/>
                    <a:pt x="10977" y="11226"/>
                  </a:cubicBezTo>
                  <a:cubicBezTo>
                    <a:pt x="11255" y="11274"/>
                    <a:pt x="11547" y="11323"/>
                    <a:pt x="11830" y="11382"/>
                  </a:cubicBezTo>
                  <a:cubicBezTo>
                    <a:pt x="12147" y="11445"/>
                    <a:pt x="12464" y="11533"/>
                    <a:pt x="12776" y="11640"/>
                  </a:cubicBezTo>
                  <a:cubicBezTo>
                    <a:pt x="13166" y="11781"/>
                    <a:pt x="13570" y="11962"/>
                    <a:pt x="13916" y="12347"/>
                  </a:cubicBezTo>
                  <a:cubicBezTo>
                    <a:pt x="13950" y="12386"/>
                    <a:pt x="13985" y="12425"/>
                    <a:pt x="14014" y="12464"/>
                  </a:cubicBezTo>
                  <a:cubicBezTo>
                    <a:pt x="14243" y="12746"/>
                    <a:pt x="14433" y="13049"/>
                    <a:pt x="14594" y="13375"/>
                  </a:cubicBezTo>
                  <a:cubicBezTo>
                    <a:pt x="14959" y="14116"/>
                    <a:pt x="15140" y="14794"/>
                    <a:pt x="15140" y="15398"/>
                  </a:cubicBezTo>
                  <a:cubicBezTo>
                    <a:pt x="15140" y="15710"/>
                    <a:pt x="15096" y="15885"/>
                    <a:pt x="14989" y="15993"/>
                  </a:cubicBezTo>
                  <a:cubicBezTo>
                    <a:pt x="14834" y="16143"/>
                    <a:pt x="14496" y="16181"/>
                    <a:pt x="13932" y="16181"/>
                  </a:cubicBezTo>
                  <a:cubicBezTo>
                    <a:pt x="13712" y="16181"/>
                    <a:pt x="13457" y="16175"/>
                    <a:pt x="13166" y="16168"/>
                  </a:cubicBezTo>
                  <a:cubicBezTo>
                    <a:pt x="12771" y="16158"/>
                    <a:pt x="12274" y="16149"/>
                    <a:pt x="11698" y="16149"/>
                  </a:cubicBezTo>
                  <a:cubicBezTo>
                    <a:pt x="8750" y="16149"/>
                    <a:pt x="88" y="16178"/>
                    <a:pt x="0" y="16178"/>
                  </a:cubicBezTo>
                  <a:lnTo>
                    <a:pt x="0" y="16383"/>
                  </a:lnTo>
                  <a:cubicBezTo>
                    <a:pt x="88" y="16383"/>
                    <a:pt x="8750" y="16353"/>
                    <a:pt x="11694" y="16353"/>
                  </a:cubicBezTo>
                  <a:cubicBezTo>
                    <a:pt x="12269" y="16353"/>
                    <a:pt x="12742" y="16363"/>
                    <a:pt x="13161" y="16373"/>
                  </a:cubicBezTo>
                  <a:cubicBezTo>
                    <a:pt x="13458" y="16378"/>
                    <a:pt x="13721" y="16383"/>
                    <a:pt x="13941" y="16383"/>
                  </a:cubicBezTo>
                  <a:cubicBezTo>
                    <a:pt x="14579" y="16383"/>
                    <a:pt x="14925" y="16339"/>
                    <a:pt x="15140" y="16139"/>
                  </a:cubicBezTo>
                  <a:cubicBezTo>
                    <a:pt x="15291" y="15993"/>
                    <a:pt x="15349" y="15773"/>
                    <a:pt x="15349" y="15403"/>
                  </a:cubicBezTo>
                  <a:cubicBezTo>
                    <a:pt x="15349" y="14764"/>
                    <a:pt x="15159" y="14053"/>
                    <a:pt x="14779" y="13287"/>
                  </a:cubicBezTo>
                  <a:cubicBezTo>
                    <a:pt x="14613" y="12946"/>
                    <a:pt x="14413" y="12629"/>
                    <a:pt x="14175" y="12332"/>
                  </a:cubicBezTo>
                  <a:cubicBezTo>
                    <a:pt x="14141" y="12293"/>
                    <a:pt x="14106" y="12254"/>
                    <a:pt x="14072" y="12210"/>
                  </a:cubicBezTo>
                  <a:cubicBezTo>
                    <a:pt x="13697" y="11796"/>
                    <a:pt x="13263" y="11601"/>
                    <a:pt x="12849" y="11450"/>
                  </a:cubicBezTo>
                  <a:cubicBezTo>
                    <a:pt x="12527" y="11338"/>
                    <a:pt x="12205" y="11250"/>
                    <a:pt x="11874" y="11182"/>
                  </a:cubicBezTo>
                  <a:cubicBezTo>
                    <a:pt x="11586" y="11123"/>
                    <a:pt x="11294" y="11074"/>
                    <a:pt x="11011" y="11026"/>
                  </a:cubicBezTo>
                  <a:cubicBezTo>
                    <a:pt x="10743" y="10982"/>
                    <a:pt x="10480" y="10933"/>
                    <a:pt x="10217" y="10879"/>
                  </a:cubicBezTo>
                  <a:cubicBezTo>
                    <a:pt x="9481" y="10728"/>
                    <a:pt x="8711" y="10563"/>
                    <a:pt x="7862" y="10382"/>
                  </a:cubicBezTo>
                  <a:lnTo>
                    <a:pt x="7653" y="10334"/>
                  </a:lnTo>
                  <a:cubicBezTo>
                    <a:pt x="7356" y="10270"/>
                    <a:pt x="7063" y="10207"/>
                    <a:pt x="6766" y="10139"/>
                  </a:cubicBezTo>
                  <a:lnTo>
                    <a:pt x="6766" y="6878"/>
                  </a:lnTo>
                  <a:lnTo>
                    <a:pt x="6688" y="6863"/>
                  </a:lnTo>
                  <a:cubicBezTo>
                    <a:pt x="4845" y="6429"/>
                    <a:pt x="3398" y="4908"/>
                    <a:pt x="3017" y="2993"/>
                  </a:cubicBezTo>
                  <a:cubicBezTo>
                    <a:pt x="2603" y="936"/>
                    <a:pt x="1165" y="0"/>
                    <a:pt x="5" y="0"/>
                  </a:cubicBezTo>
                  <a:close/>
                </a:path>
              </a:pathLst>
            </a:custGeom>
            <a:solidFill>
              <a:srgbClr val="0B352D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1" name="Google Shape;1080;p41"/>
            <p:cNvSpPr/>
            <p:nvPr/>
          </p:nvSpPr>
          <p:spPr>
            <a:xfrm rot="1458600">
              <a:off x="7793640" y="232200"/>
              <a:ext cx="165960" cy="150840"/>
            </a:xfrm>
            <a:custGeom>
              <a:avLst/>
              <a:gdLst>
                <a:gd name="textAreaLeft" fmla="*/ 0 w 165960"/>
                <a:gd name="textAreaRight" fmla="*/ 166320 w 165960"/>
                <a:gd name="textAreaTop" fmla="*/ 0 h 150840"/>
                <a:gd name="textAreaBottom" fmla="*/ 151200 h 150840"/>
              </a:gdLst>
              <a:ahLst/>
              <a:cxnLst/>
              <a:rect l="textAreaLeft" t="textAreaTop" r="textAreaRight" b="textAreaBottom"/>
              <a:pathLst>
                <a:path w="4461" h="4053">
                  <a:moveTo>
                    <a:pt x="2437" y="207"/>
                  </a:moveTo>
                  <a:cubicBezTo>
                    <a:pt x="3441" y="207"/>
                    <a:pt x="4255" y="1021"/>
                    <a:pt x="4255" y="2025"/>
                  </a:cubicBezTo>
                  <a:cubicBezTo>
                    <a:pt x="4255" y="2761"/>
                    <a:pt x="3812" y="3424"/>
                    <a:pt x="3129" y="3706"/>
                  </a:cubicBezTo>
                  <a:cubicBezTo>
                    <a:pt x="2905" y="3800"/>
                    <a:pt x="2669" y="3846"/>
                    <a:pt x="2434" y="3846"/>
                  </a:cubicBezTo>
                  <a:cubicBezTo>
                    <a:pt x="1961" y="3846"/>
                    <a:pt x="1494" y="3660"/>
                    <a:pt x="1146" y="3312"/>
                  </a:cubicBezTo>
                  <a:cubicBezTo>
                    <a:pt x="0" y="2166"/>
                    <a:pt x="814" y="207"/>
                    <a:pt x="2437" y="207"/>
                  </a:cubicBezTo>
                  <a:close/>
                  <a:moveTo>
                    <a:pt x="2438" y="0"/>
                  </a:moveTo>
                  <a:cubicBezTo>
                    <a:pt x="1909" y="0"/>
                    <a:pt x="1388" y="207"/>
                    <a:pt x="999" y="597"/>
                  </a:cubicBezTo>
                  <a:cubicBezTo>
                    <a:pt x="424" y="1177"/>
                    <a:pt x="249" y="2044"/>
                    <a:pt x="566" y="2800"/>
                  </a:cubicBezTo>
                  <a:cubicBezTo>
                    <a:pt x="877" y="3560"/>
                    <a:pt x="1618" y="4052"/>
                    <a:pt x="2437" y="4052"/>
                  </a:cubicBezTo>
                  <a:cubicBezTo>
                    <a:pt x="3553" y="4048"/>
                    <a:pt x="4460" y="3141"/>
                    <a:pt x="4460" y="2025"/>
                  </a:cubicBezTo>
                  <a:cubicBezTo>
                    <a:pt x="4460" y="1206"/>
                    <a:pt x="3963" y="470"/>
                    <a:pt x="3207" y="153"/>
                  </a:cubicBezTo>
                  <a:cubicBezTo>
                    <a:pt x="2959" y="50"/>
                    <a:pt x="2697" y="0"/>
                    <a:pt x="2438" y="0"/>
                  </a:cubicBezTo>
                  <a:close/>
                </a:path>
              </a:pathLst>
            </a:custGeom>
            <a:solidFill>
              <a:srgbClr val="0B352D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5600" bIns="75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2" name="Google Shape;1081;p41"/>
            <p:cNvSpPr/>
            <p:nvPr/>
          </p:nvSpPr>
          <p:spPr>
            <a:xfrm rot="1458600">
              <a:off x="7804440" y="246960"/>
              <a:ext cx="139680" cy="119880"/>
            </a:xfrm>
            <a:custGeom>
              <a:avLst/>
              <a:gdLst>
                <a:gd name="textAreaLeft" fmla="*/ 0 w 139680"/>
                <a:gd name="textAreaRight" fmla="*/ 140040 w 139680"/>
                <a:gd name="textAreaTop" fmla="*/ 0 h 119880"/>
                <a:gd name="textAreaBottom" fmla="*/ 120240 h 119880"/>
              </a:gdLst>
              <a:ahLst/>
              <a:cxnLst/>
              <a:rect l="textAreaLeft" t="textAreaTop" r="textAreaRight" b="textAreaBottom"/>
              <a:pathLst>
                <a:path w="3759" h="3220">
                  <a:moveTo>
                    <a:pt x="2150" y="207"/>
                  </a:moveTo>
                  <a:cubicBezTo>
                    <a:pt x="2925" y="207"/>
                    <a:pt x="3549" y="836"/>
                    <a:pt x="3554" y="1611"/>
                  </a:cubicBezTo>
                  <a:cubicBezTo>
                    <a:pt x="3557" y="2456"/>
                    <a:pt x="2863" y="3019"/>
                    <a:pt x="2139" y="3019"/>
                  </a:cubicBezTo>
                  <a:cubicBezTo>
                    <a:pt x="1794" y="3019"/>
                    <a:pt x="1442" y="2891"/>
                    <a:pt x="1156" y="2605"/>
                  </a:cubicBezTo>
                  <a:cubicBezTo>
                    <a:pt x="274" y="1723"/>
                    <a:pt x="898" y="207"/>
                    <a:pt x="2150" y="207"/>
                  </a:cubicBezTo>
                  <a:close/>
                  <a:moveTo>
                    <a:pt x="2141" y="0"/>
                  </a:moveTo>
                  <a:cubicBezTo>
                    <a:pt x="1746" y="0"/>
                    <a:pt x="1343" y="147"/>
                    <a:pt x="1015" y="475"/>
                  </a:cubicBezTo>
                  <a:cubicBezTo>
                    <a:pt x="1" y="1489"/>
                    <a:pt x="717" y="3219"/>
                    <a:pt x="2150" y="3219"/>
                  </a:cubicBezTo>
                  <a:cubicBezTo>
                    <a:pt x="3037" y="3219"/>
                    <a:pt x="3759" y="2498"/>
                    <a:pt x="3759" y="1611"/>
                  </a:cubicBezTo>
                  <a:cubicBezTo>
                    <a:pt x="3759" y="641"/>
                    <a:pt x="2967" y="0"/>
                    <a:pt x="2141" y="0"/>
                  </a:cubicBezTo>
                  <a:close/>
                </a:path>
              </a:pathLst>
            </a:custGeom>
            <a:solidFill>
              <a:srgbClr val="0B352D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60120" bIns="60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3" name="Google Shape;1082;p41"/>
            <p:cNvSpPr/>
            <p:nvPr/>
          </p:nvSpPr>
          <p:spPr>
            <a:xfrm rot="1458600">
              <a:off x="7473960" y="363240"/>
              <a:ext cx="58320" cy="50040"/>
            </a:xfrm>
            <a:custGeom>
              <a:avLst/>
              <a:gdLst>
                <a:gd name="textAreaLeft" fmla="*/ 0 w 58320"/>
                <a:gd name="textAreaRight" fmla="*/ 58680 w 58320"/>
                <a:gd name="textAreaTop" fmla="*/ 0 h 50040"/>
                <a:gd name="textAreaBottom" fmla="*/ 50400 h 50040"/>
              </a:gdLst>
              <a:ahLst/>
              <a:cxnLst/>
              <a:rect l="textAreaLeft" t="textAreaTop" r="textAreaRight" b="textAreaBottom"/>
              <a:pathLst>
                <a:path w="1575" h="1351">
                  <a:moveTo>
                    <a:pt x="907" y="205"/>
                  </a:moveTo>
                  <a:cubicBezTo>
                    <a:pt x="1165" y="205"/>
                    <a:pt x="1375" y="414"/>
                    <a:pt x="1375" y="678"/>
                  </a:cubicBezTo>
                  <a:cubicBezTo>
                    <a:pt x="1375" y="959"/>
                    <a:pt x="1142" y="1145"/>
                    <a:pt x="901" y="1145"/>
                  </a:cubicBezTo>
                  <a:cubicBezTo>
                    <a:pt x="786" y="1145"/>
                    <a:pt x="670" y="1103"/>
                    <a:pt x="576" y="1009"/>
                  </a:cubicBezTo>
                  <a:cubicBezTo>
                    <a:pt x="278" y="712"/>
                    <a:pt x="488" y="205"/>
                    <a:pt x="907" y="205"/>
                  </a:cubicBezTo>
                  <a:close/>
                  <a:moveTo>
                    <a:pt x="897" y="1"/>
                  </a:moveTo>
                  <a:cubicBezTo>
                    <a:pt x="731" y="1"/>
                    <a:pt x="562" y="62"/>
                    <a:pt x="424" y="200"/>
                  </a:cubicBezTo>
                  <a:cubicBezTo>
                    <a:pt x="0" y="624"/>
                    <a:pt x="307" y="1350"/>
                    <a:pt x="907" y="1350"/>
                  </a:cubicBezTo>
                  <a:cubicBezTo>
                    <a:pt x="1277" y="1345"/>
                    <a:pt x="1575" y="1048"/>
                    <a:pt x="1575" y="678"/>
                  </a:cubicBezTo>
                  <a:cubicBezTo>
                    <a:pt x="1575" y="269"/>
                    <a:pt x="1243" y="1"/>
                    <a:pt x="89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5200" bIns="252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4" name="Google Shape;1083;p41"/>
            <p:cNvSpPr/>
            <p:nvPr/>
          </p:nvSpPr>
          <p:spPr>
            <a:xfrm rot="1458600">
              <a:off x="7485840" y="386280"/>
              <a:ext cx="42120" cy="7200"/>
            </a:xfrm>
            <a:custGeom>
              <a:avLst/>
              <a:gdLst>
                <a:gd name="textAreaLeft" fmla="*/ 0 w 42120"/>
                <a:gd name="textAreaRight" fmla="*/ 42480 w 4212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1142" h="205">
                  <a:moveTo>
                    <a:pt x="1" y="0"/>
                  </a:moveTo>
                  <a:lnTo>
                    <a:pt x="1" y="205"/>
                  </a:lnTo>
                  <a:lnTo>
                    <a:pt x="1141" y="205"/>
                  </a:lnTo>
                  <a:lnTo>
                    <a:pt x="1141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600" bIns="3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5" name="Google Shape;1084;p41"/>
            <p:cNvSpPr/>
            <p:nvPr/>
          </p:nvSpPr>
          <p:spPr>
            <a:xfrm rot="1458600">
              <a:off x="8048520" y="622800"/>
              <a:ext cx="58320" cy="50040"/>
            </a:xfrm>
            <a:custGeom>
              <a:avLst/>
              <a:gdLst>
                <a:gd name="textAreaLeft" fmla="*/ 0 w 58320"/>
                <a:gd name="textAreaRight" fmla="*/ 58680 w 58320"/>
                <a:gd name="textAreaTop" fmla="*/ 0 h 50040"/>
                <a:gd name="textAreaBottom" fmla="*/ 50400 h 50040"/>
              </a:gdLst>
              <a:ahLst/>
              <a:cxnLst/>
              <a:rect l="textAreaLeft" t="textAreaTop" r="textAreaRight" b="textAreaBottom"/>
              <a:pathLst>
                <a:path w="1575" h="1351">
                  <a:moveTo>
                    <a:pt x="907" y="205"/>
                  </a:moveTo>
                  <a:cubicBezTo>
                    <a:pt x="1165" y="205"/>
                    <a:pt x="1375" y="414"/>
                    <a:pt x="1375" y="678"/>
                  </a:cubicBezTo>
                  <a:cubicBezTo>
                    <a:pt x="1375" y="959"/>
                    <a:pt x="1142" y="1145"/>
                    <a:pt x="901" y="1145"/>
                  </a:cubicBezTo>
                  <a:cubicBezTo>
                    <a:pt x="786" y="1145"/>
                    <a:pt x="670" y="1103"/>
                    <a:pt x="576" y="1009"/>
                  </a:cubicBezTo>
                  <a:cubicBezTo>
                    <a:pt x="278" y="712"/>
                    <a:pt x="488" y="205"/>
                    <a:pt x="907" y="205"/>
                  </a:cubicBezTo>
                  <a:close/>
                  <a:moveTo>
                    <a:pt x="897" y="1"/>
                  </a:moveTo>
                  <a:cubicBezTo>
                    <a:pt x="731" y="1"/>
                    <a:pt x="562" y="62"/>
                    <a:pt x="424" y="200"/>
                  </a:cubicBezTo>
                  <a:cubicBezTo>
                    <a:pt x="0" y="624"/>
                    <a:pt x="307" y="1350"/>
                    <a:pt x="907" y="1350"/>
                  </a:cubicBezTo>
                  <a:cubicBezTo>
                    <a:pt x="1277" y="1345"/>
                    <a:pt x="1575" y="1048"/>
                    <a:pt x="1575" y="678"/>
                  </a:cubicBezTo>
                  <a:cubicBezTo>
                    <a:pt x="1575" y="269"/>
                    <a:pt x="1243" y="1"/>
                    <a:pt x="89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5200" bIns="252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6" name="Google Shape;1085;p41"/>
            <p:cNvSpPr/>
            <p:nvPr/>
          </p:nvSpPr>
          <p:spPr>
            <a:xfrm rot="1458600">
              <a:off x="8060400" y="645840"/>
              <a:ext cx="42120" cy="7200"/>
            </a:xfrm>
            <a:custGeom>
              <a:avLst/>
              <a:gdLst>
                <a:gd name="textAreaLeft" fmla="*/ 0 w 42120"/>
                <a:gd name="textAreaRight" fmla="*/ 42480 w 4212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1142" h="205">
                  <a:moveTo>
                    <a:pt x="1" y="0"/>
                  </a:moveTo>
                  <a:lnTo>
                    <a:pt x="1" y="205"/>
                  </a:lnTo>
                  <a:lnTo>
                    <a:pt x="1141" y="205"/>
                  </a:lnTo>
                  <a:lnTo>
                    <a:pt x="1141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600" bIns="3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7" name="Google Shape;1086;p41"/>
            <p:cNvSpPr/>
            <p:nvPr/>
          </p:nvSpPr>
          <p:spPr>
            <a:xfrm rot="1458600">
              <a:off x="7677360" y="810720"/>
              <a:ext cx="433080" cy="7200"/>
            </a:xfrm>
            <a:custGeom>
              <a:avLst/>
              <a:gdLst>
                <a:gd name="textAreaLeft" fmla="*/ 0 w 433080"/>
                <a:gd name="textAreaRight" fmla="*/ 433440 w 43308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11626" h="206">
                  <a:moveTo>
                    <a:pt x="0" y="1"/>
                  </a:moveTo>
                  <a:lnTo>
                    <a:pt x="0" y="206"/>
                  </a:lnTo>
                  <a:lnTo>
                    <a:pt x="2447" y="206"/>
                  </a:lnTo>
                  <a:lnTo>
                    <a:pt x="2447" y="1"/>
                  </a:lnTo>
                  <a:close/>
                  <a:moveTo>
                    <a:pt x="3266" y="1"/>
                  </a:moveTo>
                  <a:lnTo>
                    <a:pt x="3266" y="206"/>
                  </a:lnTo>
                  <a:lnTo>
                    <a:pt x="3875" y="206"/>
                  </a:lnTo>
                  <a:lnTo>
                    <a:pt x="3875" y="1"/>
                  </a:lnTo>
                  <a:close/>
                  <a:moveTo>
                    <a:pt x="6322" y="1"/>
                  </a:moveTo>
                  <a:lnTo>
                    <a:pt x="6322" y="206"/>
                  </a:lnTo>
                  <a:lnTo>
                    <a:pt x="7136" y="206"/>
                  </a:lnTo>
                  <a:lnTo>
                    <a:pt x="7136" y="1"/>
                  </a:lnTo>
                  <a:close/>
                  <a:moveTo>
                    <a:pt x="7750" y="1"/>
                  </a:moveTo>
                  <a:lnTo>
                    <a:pt x="7750" y="206"/>
                  </a:lnTo>
                  <a:lnTo>
                    <a:pt x="10197" y="206"/>
                  </a:lnTo>
                  <a:lnTo>
                    <a:pt x="10202" y="1"/>
                  </a:lnTo>
                  <a:close/>
                  <a:moveTo>
                    <a:pt x="11016" y="1"/>
                  </a:moveTo>
                  <a:lnTo>
                    <a:pt x="11016" y="206"/>
                  </a:lnTo>
                  <a:lnTo>
                    <a:pt x="11625" y="206"/>
                  </a:lnTo>
                  <a:lnTo>
                    <a:pt x="11625" y="1"/>
                  </a:lnTo>
                  <a:close/>
                </a:path>
              </a:pathLst>
            </a:custGeom>
            <a:solidFill>
              <a:srgbClr val="0B352D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600" bIns="3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8" name="Google Shape;1087;p41"/>
            <p:cNvSpPr/>
            <p:nvPr/>
          </p:nvSpPr>
          <p:spPr>
            <a:xfrm rot="1458600">
              <a:off x="8132760" y="859320"/>
              <a:ext cx="465480" cy="45000"/>
            </a:xfrm>
            <a:custGeom>
              <a:avLst/>
              <a:gdLst>
                <a:gd name="textAreaLeft" fmla="*/ 0 w 465480"/>
                <a:gd name="textAreaRight" fmla="*/ 465840 w 465480"/>
                <a:gd name="textAreaTop" fmla="*/ 0 h 45000"/>
                <a:gd name="textAreaBottom" fmla="*/ 45360 h 45000"/>
              </a:gdLst>
              <a:ahLst/>
              <a:cxnLst/>
              <a:rect l="textAreaLeft" t="textAreaTop" r="textAreaRight" b="textAreaBottom"/>
              <a:pathLst>
                <a:path w="12489" h="1220">
                  <a:moveTo>
                    <a:pt x="6" y="1"/>
                  </a:moveTo>
                  <a:lnTo>
                    <a:pt x="1" y="205"/>
                  </a:lnTo>
                  <a:lnTo>
                    <a:pt x="12274" y="625"/>
                  </a:lnTo>
                  <a:lnTo>
                    <a:pt x="12255" y="1214"/>
                  </a:lnTo>
                  <a:lnTo>
                    <a:pt x="12459" y="1219"/>
                  </a:lnTo>
                  <a:lnTo>
                    <a:pt x="12489" y="425"/>
                  </a:lnTo>
                  <a:lnTo>
                    <a:pt x="6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2680" bIns="22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9" name="Google Shape;1088;p41"/>
            <p:cNvSpPr/>
            <p:nvPr/>
          </p:nvSpPr>
          <p:spPr>
            <a:xfrm rot="1458600">
              <a:off x="6438960" y="188280"/>
              <a:ext cx="604080" cy="2325600"/>
            </a:xfrm>
            <a:custGeom>
              <a:avLst/>
              <a:gdLst>
                <a:gd name="textAreaLeft" fmla="*/ 0 w 604080"/>
                <a:gd name="textAreaRight" fmla="*/ 604440 w 604080"/>
                <a:gd name="textAreaTop" fmla="*/ 0 h 2325600"/>
                <a:gd name="textAreaBottom" fmla="*/ 2325960 h 2325600"/>
              </a:gdLst>
              <a:ahLst/>
              <a:cxnLst/>
              <a:rect l="textAreaLeft" t="textAreaTop" r="textAreaRight" b="textAreaBottom"/>
              <a:pathLst>
                <a:path w="16203" h="62363">
                  <a:moveTo>
                    <a:pt x="2131" y="1"/>
                  </a:moveTo>
                  <a:lnTo>
                    <a:pt x="1" y="62163"/>
                  </a:lnTo>
                  <a:lnTo>
                    <a:pt x="1" y="62265"/>
                  </a:lnTo>
                  <a:lnTo>
                    <a:pt x="2877" y="62362"/>
                  </a:lnTo>
                  <a:lnTo>
                    <a:pt x="2882" y="62158"/>
                  </a:lnTo>
                  <a:lnTo>
                    <a:pt x="211" y="62070"/>
                  </a:lnTo>
                  <a:lnTo>
                    <a:pt x="2326" y="215"/>
                  </a:lnTo>
                  <a:lnTo>
                    <a:pt x="16174" y="688"/>
                  </a:lnTo>
                  <a:lnTo>
                    <a:pt x="16203" y="688"/>
                  </a:lnTo>
                  <a:lnTo>
                    <a:pt x="16203" y="484"/>
                  </a:lnTo>
                  <a:lnTo>
                    <a:pt x="16179" y="484"/>
                  </a:lnTo>
                  <a:lnTo>
                    <a:pt x="2233" y="6"/>
                  </a:lnTo>
                  <a:lnTo>
                    <a:pt x="2131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0" name="Google Shape;1089;p41"/>
            <p:cNvSpPr/>
            <p:nvPr/>
          </p:nvSpPr>
          <p:spPr>
            <a:xfrm rot="1458600">
              <a:off x="8186400" y="918000"/>
              <a:ext cx="406800" cy="83880"/>
            </a:xfrm>
            <a:custGeom>
              <a:avLst/>
              <a:gdLst>
                <a:gd name="textAreaLeft" fmla="*/ 0 w 406800"/>
                <a:gd name="textAreaRight" fmla="*/ 407160 w 406800"/>
                <a:gd name="textAreaTop" fmla="*/ 0 h 83880"/>
                <a:gd name="textAreaBottom" fmla="*/ 84240 h 83880"/>
              </a:gdLst>
              <a:ahLst/>
              <a:cxnLst/>
              <a:rect l="textAreaLeft" t="textAreaTop" r="textAreaRight" b="textAreaBottom"/>
              <a:pathLst>
                <a:path w="10915" h="2258">
                  <a:moveTo>
                    <a:pt x="1" y="1"/>
                  </a:moveTo>
                  <a:lnTo>
                    <a:pt x="1" y="206"/>
                  </a:lnTo>
                  <a:lnTo>
                    <a:pt x="10710" y="206"/>
                  </a:lnTo>
                  <a:lnTo>
                    <a:pt x="10710" y="2258"/>
                  </a:lnTo>
                  <a:lnTo>
                    <a:pt x="10914" y="2258"/>
                  </a:lnTo>
                  <a:lnTo>
                    <a:pt x="10914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2120" bIns="42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1" name="Google Shape;1090;p41"/>
            <p:cNvSpPr/>
            <p:nvPr/>
          </p:nvSpPr>
          <p:spPr>
            <a:xfrm rot="1458600">
              <a:off x="6448680" y="543600"/>
              <a:ext cx="1743120" cy="2323080"/>
            </a:xfrm>
            <a:custGeom>
              <a:avLst/>
              <a:gdLst>
                <a:gd name="textAreaLeft" fmla="*/ 0 w 1743120"/>
                <a:gd name="textAreaRight" fmla="*/ 1743480 w 1743120"/>
                <a:gd name="textAreaTop" fmla="*/ 0 h 2323080"/>
                <a:gd name="textAreaBottom" fmla="*/ 2323440 h 2323080"/>
              </a:gdLst>
              <a:ahLst/>
              <a:cxnLst/>
              <a:rect l="textAreaLeft" t="textAreaTop" r="textAreaRight" b="textAreaBottom"/>
              <a:pathLst>
                <a:path w="46750" h="62299">
                  <a:moveTo>
                    <a:pt x="0" y="1"/>
                  </a:moveTo>
                  <a:lnTo>
                    <a:pt x="0" y="62299"/>
                  </a:lnTo>
                  <a:lnTo>
                    <a:pt x="46749" y="62299"/>
                  </a:lnTo>
                  <a:lnTo>
                    <a:pt x="46749" y="20400"/>
                  </a:lnTo>
                  <a:lnTo>
                    <a:pt x="46545" y="20400"/>
                  </a:lnTo>
                  <a:lnTo>
                    <a:pt x="46545" y="62094"/>
                  </a:lnTo>
                  <a:lnTo>
                    <a:pt x="205" y="62094"/>
                  </a:lnTo>
                  <a:lnTo>
                    <a:pt x="205" y="206"/>
                  </a:lnTo>
                  <a:lnTo>
                    <a:pt x="7658" y="206"/>
                  </a:lnTo>
                  <a:lnTo>
                    <a:pt x="7658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2" name="Google Shape;1091;p41"/>
            <p:cNvSpPr/>
            <p:nvPr/>
          </p:nvSpPr>
          <p:spPr>
            <a:xfrm rot="1458600">
              <a:off x="6480000" y="824040"/>
              <a:ext cx="1524600" cy="1884960"/>
            </a:xfrm>
            <a:custGeom>
              <a:avLst/>
              <a:gdLst>
                <a:gd name="textAreaLeft" fmla="*/ 0 w 1524600"/>
                <a:gd name="textAreaRight" fmla="*/ 1524960 w 1524600"/>
                <a:gd name="textAreaTop" fmla="*/ 0 h 1884960"/>
                <a:gd name="textAreaBottom" fmla="*/ 1885320 h 1884960"/>
              </a:gdLst>
              <a:ahLst/>
              <a:cxnLst/>
              <a:rect l="textAreaLeft" t="textAreaTop" r="textAreaRight" b="textAreaBottom"/>
              <a:pathLst>
                <a:path w="40891" h="50547">
                  <a:moveTo>
                    <a:pt x="40686" y="200"/>
                  </a:moveTo>
                  <a:lnTo>
                    <a:pt x="40686" y="50347"/>
                  </a:lnTo>
                  <a:lnTo>
                    <a:pt x="205" y="50347"/>
                  </a:lnTo>
                  <a:lnTo>
                    <a:pt x="205" y="200"/>
                  </a:lnTo>
                  <a:close/>
                  <a:moveTo>
                    <a:pt x="0" y="0"/>
                  </a:moveTo>
                  <a:lnTo>
                    <a:pt x="0" y="50547"/>
                  </a:lnTo>
                  <a:lnTo>
                    <a:pt x="40890" y="50547"/>
                  </a:lnTo>
                  <a:lnTo>
                    <a:pt x="40890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3" name="Google Shape;1092;p41"/>
            <p:cNvSpPr/>
            <p:nvPr/>
          </p:nvSpPr>
          <p:spPr>
            <a:xfrm rot="1458600">
              <a:off x="6799680" y="1063800"/>
              <a:ext cx="1517040" cy="7200"/>
            </a:xfrm>
            <a:custGeom>
              <a:avLst/>
              <a:gdLst>
                <a:gd name="textAreaLeft" fmla="*/ 0 w 1517040"/>
                <a:gd name="textAreaRight" fmla="*/ 1517400 w 151704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40687" h="206">
                  <a:moveTo>
                    <a:pt x="1" y="1"/>
                  </a:moveTo>
                  <a:lnTo>
                    <a:pt x="1" y="205"/>
                  </a:lnTo>
                  <a:lnTo>
                    <a:pt x="40686" y="205"/>
                  </a:lnTo>
                  <a:lnTo>
                    <a:pt x="40686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600" bIns="3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4" name="Google Shape;1093;p41"/>
            <p:cNvSpPr/>
            <p:nvPr/>
          </p:nvSpPr>
          <p:spPr>
            <a:xfrm rot="1458600">
              <a:off x="6829920" y="997200"/>
              <a:ext cx="1517040" cy="7200"/>
            </a:xfrm>
            <a:custGeom>
              <a:avLst/>
              <a:gdLst>
                <a:gd name="textAreaLeft" fmla="*/ 0 w 1517040"/>
                <a:gd name="textAreaRight" fmla="*/ 1517400 w 151704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40687" h="201">
                  <a:moveTo>
                    <a:pt x="1" y="0"/>
                  </a:moveTo>
                  <a:lnTo>
                    <a:pt x="1" y="200"/>
                  </a:lnTo>
                  <a:lnTo>
                    <a:pt x="40686" y="200"/>
                  </a:lnTo>
                  <a:lnTo>
                    <a:pt x="40686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600" bIns="3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5" name="Google Shape;1094;p41"/>
            <p:cNvSpPr/>
            <p:nvPr/>
          </p:nvSpPr>
          <p:spPr>
            <a:xfrm rot="1458600">
              <a:off x="7086600" y="939600"/>
              <a:ext cx="7200" cy="1705680"/>
            </a:xfrm>
            <a:custGeom>
              <a:avLst/>
              <a:gdLst>
                <a:gd name="textAreaLeft" fmla="*/ 0 w 7200"/>
                <a:gd name="textAreaRight" fmla="*/ 7560 w 7200"/>
                <a:gd name="textAreaTop" fmla="*/ 0 h 1705680"/>
                <a:gd name="textAreaBottom" fmla="*/ 1706040 h 1705680"/>
              </a:gdLst>
              <a:ahLst/>
              <a:cxnLst/>
              <a:rect l="textAreaLeft" t="textAreaTop" r="textAreaRight" b="textAreaBottom"/>
              <a:pathLst>
                <a:path w="205" h="45741">
                  <a:moveTo>
                    <a:pt x="0" y="0"/>
                  </a:moveTo>
                  <a:lnTo>
                    <a:pt x="0" y="45740"/>
                  </a:lnTo>
                  <a:lnTo>
                    <a:pt x="205" y="45740"/>
                  </a:lnTo>
                  <a:lnTo>
                    <a:pt x="205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6" name="Google Shape;1095;p41"/>
            <p:cNvSpPr/>
            <p:nvPr/>
          </p:nvSpPr>
          <p:spPr>
            <a:xfrm rot="1458600">
              <a:off x="6601680" y="720360"/>
              <a:ext cx="7200" cy="1705680"/>
            </a:xfrm>
            <a:custGeom>
              <a:avLst/>
              <a:gdLst>
                <a:gd name="textAreaLeft" fmla="*/ 0 w 7200"/>
                <a:gd name="textAreaRight" fmla="*/ 7560 w 7200"/>
                <a:gd name="textAreaTop" fmla="*/ 0 h 1705680"/>
                <a:gd name="textAreaBottom" fmla="*/ 1706040 h 1705680"/>
              </a:gdLst>
              <a:ahLst/>
              <a:cxnLst/>
              <a:rect l="textAreaLeft" t="textAreaTop" r="textAreaRight" b="textAreaBottom"/>
              <a:pathLst>
                <a:path w="205" h="45741">
                  <a:moveTo>
                    <a:pt x="0" y="0"/>
                  </a:moveTo>
                  <a:lnTo>
                    <a:pt x="0" y="45740"/>
                  </a:lnTo>
                  <a:lnTo>
                    <a:pt x="205" y="45740"/>
                  </a:lnTo>
                  <a:lnTo>
                    <a:pt x="205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7" name="Google Shape;1096;p41"/>
            <p:cNvSpPr/>
            <p:nvPr/>
          </p:nvSpPr>
          <p:spPr>
            <a:xfrm rot="1458600">
              <a:off x="7168320" y="976680"/>
              <a:ext cx="7200" cy="1705680"/>
            </a:xfrm>
            <a:custGeom>
              <a:avLst/>
              <a:gdLst>
                <a:gd name="textAreaLeft" fmla="*/ 0 w 7200"/>
                <a:gd name="textAreaRight" fmla="*/ 7560 w 7200"/>
                <a:gd name="textAreaTop" fmla="*/ 0 h 1705680"/>
                <a:gd name="textAreaBottom" fmla="*/ 1706040 h 1705680"/>
              </a:gdLst>
              <a:ahLst/>
              <a:cxnLst/>
              <a:rect l="textAreaLeft" t="textAreaTop" r="textAreaRight" b="textAreaBottom"/>
              <a:pathLst>
                <a:path w="206" h="45741">
                  <a:moveTo>
                    <a:pt x="1" y="0"/>
                  </a:moveTo>
                  <a:lnTo>
                    <a:pt x="1" y="45740"/>
                  </a:lnTo>
                  <a:lnTo>
                    <a:pt x="206" y="45740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8" name="Google Shape;1097;p41"/>
            <p:cNvSpPr/>
            <p:nvPr/>
          </p:nvSpPr>
          <p:spPr>
            <a:xfrm rot="1458600">
              <a:off x="7254720" y="1015560"/>
              <a:ext cx="7200" cy="1705680"/>
            </a:xfrm>
            <a:custGeom>
              <a:avLst/>
              <a:gdLst>
                <a:gd name="textAreaLeft" fmla="*/ 0 w 7200"/>
                <a:gd name="textAreaRight" fmla="*/ 7560 w 7200"/>
                <a:gd name="textAreaTop" fmla="*/ 0 h 1705680"/>
                <a:gd name="textAreaBottom" fmla="*/ 1706040 h 1705680"/>
              </a:gdLst>
              <a:ahLst/>
              <a:cxnLst/>
              <a:rect l="textAreaLeft" t="textAreaTop" r="textAreaRight" b="textAreaBottom"/>
              <a:pathLst>
                <a:path w="206" h="45741">
                  <a:moveTo>
                    <a:pt x="0" y="0"/>
                  </a:moveTo>
                  <a:lnTo>
                    <a:pt x="0" y="45740"/>
                  </a:lnTo>
                  <a:lnTo>
                    <a:pt x="205" y="45740"/>
                  </a:lnTo>
                  <a:lnTo>
                    <a:pt x="205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9" name="Google Shape;1098;p41"/>
            <p:cNvSpPr/>
            <p:nvPr/>
          </p:nvSpPr>
          <p:spPr>
            <a:xfrm rot="1458600">
              <a:off x="7341120" y="1054440"/>
              <a:ext cx="7200" cy="1705680"/>
            </a:xfrm>
            <a:custGeom>
              <a:avLst/>
              <a:gdLst>
                <a:gd name="textAreaLeft" fmla="*/ 0 w 7200"/>
                <a:gd name="textAreaRight" fmla="*/ 7560 w 7200"/>
                <a:gd name="textAreaTop" fmla="*/ 0 h 1705680"/>
                <a:gd name="textAreaBottom" fmla="*/ 1706040 h 1705680"/>
              </a:gdLst>
              <a:ahLst/>
              <a:cxnLst/>
              <a:rect l="textAreaLeft" t="textAreaTop" r="textAreaRight" b="textAreaBottom"/>
              <a:pathLst>
                <a:path w="206" h="45741">
                  <a:moveTo>
                    <a:pt x="1" y="0"/>
                  </a:moveTo>
                  <a:lnTo>
                    <a:pt x="1" y="45740"/>
                  </a:lnTo>
                  <a:lnTo>
                    <a:pt x="206" y="45740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0" name="Google Shape;1099;p41"/>
            <p:cNvSpPr/>
            <p:nvPr/>
          </p:nvSpPr>
          <p:spPr>
            <a:xfrm rot="1458600">
              <a:off x="7716600" y="957240"/>
              <a:ext cx="7200" cy="98280"/>
            </a:xfrm>
            <a:custGeom>
              <a:avLst/>
              <a:gdLst>
                <a:gd name="textAreaLeft" fmla="*/ 0 w 7200"/>
                <a:gd name="textAreaRight" fmla="*/ 7560 w 7200"/>
                <a:gd name="textAreaTop" fmla="*/ 0 h 98280"/>
                <a:gd name="textAreaBottom" fmla="*/ 98640 h 98280"/>
              </a:gdLst>
              <a:ahLst/>
              <a:cxnLst/>
              <a:rect l="textAreaLeft" t="textAreaTop" r="textAreaRight" b="textAreaBottom"/>
              <a:pathLst>
                <a:path w="206" h="2643">
                  <a:moveTo>
                    <a:pt x="1" y="1"/>
                  </a:moveTo>
                  <a:lnTo>
                    <a:pt x="1" y="2643"/>
                  </a:lnTo>
                  <a:lnTo>
                    <a:pt x="205" y="2643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1" name="Google Shape;1100;p41"/>
            <p:cNvSpPr/>
            <p:nvPr/>
          </p:nvSpPr>
          <p:spPr>
            <a:xfrm rot="1458600">
              <a:off x="7964280" y="1176120"/>
              <a:ext cx="7200" cy="72720"/>
            </a:xfrm>
            <a:custGeom>
              <a:avLst/>
              <a:gdLst>
                <a:gd name="textAreaLeft" fmla="*/ 0 w 7200"/>
                <a:gd name="textAreaRight" fmla="*/ 7560 w 7200"/>
                <a:gd name="textAreaTop" fmla="*/ 0 h 72720"/>
                <a:gd name="textAreaBottom" fmla="*/ 73080 h 72720"/>
              </a:gdLst>
              <a:ahLst/>
              <a:cxnLst/>
              <a:rect l="textAreaLeft" t="textAreaTop" r="textAreaRight" b="textAreaBottom"/>
              <a:pathLst>
                <a:path w="206" h="1961">
                  <a:moveTo>
                    <a:pt x="1" y="1"/>
                  </a:moveTo>
                  <a:lnTo>
                    <a:pt x="1" y="1960"/>
                  </a:lnTo>
                  <a:lnTo>
                    <a:pt x="206" y="1960"/>
                  </a:lnTo>
                  <a:lnTo>
                    <a:pt x="206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2" name="Google Shape;1101;p41"/>
            <p:cNvSpPr/>
            <p:nvPr/>
          </p:nvSpPr>
          <p:spPr>
            <a:xfrm rot="1458600">
              <a:off x="6754320" y="1164240"/>
              <a:ext cx="1517040" cy="7200"/>
            </a:xfrm>
            <a:custGeom>
              <a:avLst/>
              <a:gdLst>
                <a:gd name="textAreaLeft" fmla="*/ 0 w 1517040"/>
                <a:gd name="textAreaRight" fmla="*/ 1517400 w 151704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40687" h="206">
                  <a:moveTo>
                    <a:pt x="1" y="1"/>
                  </a:moveTo>
                  <a:lnTo>
                    <a:pt x="1" y="205"/>
                  </a:lnTo>
                  <a:lnTo>
                    <a:pt x="40686" y="205"/>
                  </a:lnTo>
                  <a:lnTo>
                    <a:pt x="40686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600" bIns="3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3" name="Google Shape;1102;p41"/>
            <p:cNvSpPr/>
            <p:nvPr/>
          </p:nvSpPr>
          <p:spPr>
            <a:xfrm rot="1458600">
              <a:off x="6706800" y="1269720"/>
              <a:ext cx="1517040" cy="7200"/>
            </a:xfrm>
            <a:custGeom>
              <a:avLst/>
              <a:gdLst>
                <a:gd name="textAreaLeft" fmla="*/ 0 w 1517040"/>
                <a:gd name="textAreaRight" fmla="*/ 1517400 w 151704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40687" h="206">
                  <a:moveTo>
                    <a:pt x="1" y="1"/>
                  </a:moveTo>
                  <a:lnTo>
                    <a:pt x="1" y="205"/>
                  </a:lnTo>
                  <a:lnTo>
                    <a:pt x="40686" y="205"/>
                  </a:lnTo>
                  <a:lnTo>
                    <a:pt x="40686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600" bIns="3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4" name="Google Shape;1103;p41"/>
            <p:cNvSpPr/>
            <p:nvPr/>
          </p:nvSpPr>
          <p:spPr>
            <a:xfrm rot="1458600">
              <a:off x="6658920" y="1375200"/>
              <a:ext cx="1517040" cy="7200"/>
            </a:xfrm>
            <a:custGeom>
              <a:avLst/>
              <a:gdLst>
                <a:gd name="textAreaLeft" fmla="*/ 0 w 1517040"/>
                <a:gd name="textAreaRight" fmla="*/ 1517400 w 151704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40687" h="206">
                  <a:moveTo>
                    <a:pt x="1" y="0"/>
                  </a:moveTo>
                  <a:lnTo>
                    <a:pt x="1" y="205"/>
                  </a:lnTo>
                  <a:lnTo>
                    <a:pt x="40686" y="205"/>
                  </a:lnTo>
                  <a:lnTo>
                    <a:pt x="40686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600" bIns="3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5" name="Google Shape;1104;p41"/>
            <p:cNvSpPr/>
            <p:nvPr/>
          </p:nvSpPr>
          <p:spPr>
            <a:xfrm rot="1458600">
              <a:off x="6611400" y="1480680"/>
              <a:ext cx="1517040" cy="7200"/>
            </a:xfrm>
            <a:custGeom>
              <a:avLst/>
              <a:gdLst>
                <a:gd name="textAreaLeft" fmla="*/ 0 w 1517040"/>
                <a:gd name="textAreaRight" fmla="*/ 1517400 w 151704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40687" h="206">
                  <a:moveTo>
                    <a:pt x="1" y="1"/>
                  </a:moveTo>
                  <a:lnTo>
                    <a:pt x="1" y="205"/>
                  </a:lnTo>
                  <a:lnTo>
                    <a:pt x="40686" y="205"/>
                  </a:lnTo>
                  <a:lnTo>
                    <a:pt x="40686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600" bIns="3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6" name="Google Shape;1105;p41"/>
            <p:cNvSpPr/>
            <p:nvPr/>
          </p:nvSpPr>
          <p:spPr>
            <a:xfrm rot="1458600">
              <a:off x="6563880" y="1586160"/>
              <a:ext cx="1517040" cy="7200"/>
            </a:xfrm>
            <a:custGeom>
              <a:avLst/>
              <a:gdLst>
                <a:gd name="textAreaLeft" fmla="*/ 0 w 1517040"/>
                <a:gd name="textAreaRight" fmla="*/ 1517400 w 151704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40687" h="206">
                  <a:moveTo>
                    <a:pt x="1" y="0"/>
                  </a:moveTo>
                  <a:lnTo>
                    <a:pt x="1" y="205"/>
                  </a:lnTo>
                  <a:lnTo>
                    <a:pt x="40686" y="205"/>
                  </a:lnTo>
                  <a:lnTo>
                    <a:pt x="40686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600" bIns="3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7" name="Google Shape;1106;p41"/>
            <p:cNvSpPr/>
            <p:nvPr/>
          </p:nvSpPr>
          <p:spPr>
            <a:xfrm rot="1458600">
              <a:off x="6516000" y="1691640"/>
              <a:ext cx="1517040" cy="7200"/>
            </a:xfrm>
            <a:custGeom>
              <a:avLst/>
              <a:gdLst>
                <a:gd name="textAreaLeft" fmla="*/ 0 w 1517040"/>
                <a:gd name="textAreaRight" fmla="*/ 1517400 w 151704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40687" h="206">
                  <a:moveTo>
                    <a:pt x="1" y="0"/>
                  </a:moveTo>
                  <a:lnTo>
                    <a:pt x="1" y="205"/>
                  </a:lnTo>
                  <a:lnTo>
                    <a:pt x="40686" y="205"/>
                  </a:lnTo>
                  <a:lnTo>
                    <a:pt x="40686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600" bIns="3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8" name="Google Shape;1107;p41"/>
            <p:cNvSpPr/>
            <p:nvPr/>
          </p:nvSpPr>
          <p:spPr>
            <a:xfrm rot="1458600">
              <a:off x="6468480" y="1797120"/>
              <a:ext cx="1517040" cy="7200"/>
            </a:xfrm>
            <a:custGeom>
              <a:avLst/>
              <a:gdLst>
                <a:gd name="textAreaLeft" fmla="*/ 0 w 1517040"/>
                <a:gd name="textAreaRight" fmla="*/ 1517400 w 151704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40687" h="205">
                  <a:moveTo>
                    <a:pt x="1" y="0"/>
                  </a:moveTo>
                  <a:lnTo>
                    <a:pt x="1" y="205"/>
                  </a:lnTo>
                  <a:lnTo>
                    <a:pt x="40686" y="205"/>
                  </a:lnTo>
                  <a:lnTo>
                    <a:pt x="40686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600" bIns="3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9" name="Google Shape;1108;p41"/>
            <p:cNvSpPr/>
            <p:nvPr/>
          </p:nvSpPr>
          <p:spPr>
            <a:xfrm rot="1458600">
              <a:off x="6420600" y="1902600"/>
              <a:ext cx="1517040" cy="7200"/>
            </a:xfrm>
            <a:custGeom>
              <a:avLst/>
              <a:gdLst>
                <a:gd name="textAreaLeft" fmla="*/ 0 w 1517040"/>
                <a:gd name="textAreaRight" fmla="*/ 1517400 w 151704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40687" h="205">
                  <a:moveTo>
                    <a:pt x="1" y="0"/>
                  </a:moveTo>
                  <a:lnTo>
                    <a:pt x="1" y="205"/>
                  </a:lnTo>
                  <a:lnTo>
                    <a:pt x="40686" y="205"/>
                  </a:lnTo>
                  <a:lnTo>
                    <a:pt x="40686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600" bIns="3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0" name="Google Shape;1109;p41"/>
            <p:cNvSpPr/>
            <p:nvPr/>
          </p:nvSpPr>
          <p:spPr>
            <a:xfrm rot="1458600">
              <a:off x="6373080" y="2008080"/>
              <a:ext cx="1517040" cy="7200"/>
            </a:xfrm>
            <a:custGeom>
              <a:avLst/>
              <a:gdLst>
                <a:gd name="textAreaLeft" fmla="*/ 0 w 1517040"/>
                <a:gd name="textAreaRight" fmla="*/ 1517400 w 151704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40687" h="205">
                  <a:moveTo>
                    <a:pt x="1" y="0"/>
                  </a:moveTo>
                  <a:lnTo>
                    <a:pt x="1" y="205"/>
                  </a:lnTo>
                  <a:lnTo>
                    <a:pt x="40686" y="205"/>
                  </a:lnTo>
                  <a:lnTo>
                    <a:pt x="40686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600" bIns="3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1" name="Google Shape;1110;p41"/>
            <p:cNvSpPr/>
            <p:nvPr/>
          </p:nvSpPr>
          <p:spPr>
            <a:xfrm rot="1458600">
              <a:off x="6325560" y="2113560"/>
              <a:ext cx="1517040" cy="7200"/>
            </a:xfrm>
            <a:custGeom>
              <a:avLst/>
              <a:gdLst>
                <a:gd name="textAreaLeft" fmla="*/ 0 w 1517040"/>
                <a:gd name="textAreaRight" fmla="*/ 1517400 w 151704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40687" h="205">
                  <a:moveTo>
                    <a:pt x="1" y="0"/>
                  </a:moveTo>
                  <a:lnTo>
                    <a:pt x="1" y="205"/>
                  </a:lnTo>
                  <a:lnTo>
                    <a:pt x="40686" y="205"/>
                  </a:lnTo>
                  <a:lnTo>
                    <a:pt x="40686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600" bIns="3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2" name="Google Shape;1111;p41"/>
            <p:cNvSpPr/>
            <p:nvPr/>
          </p:nvSpPr>
          <p:spPr>
            <a:xfrm rot="1458600">
              <a:off x="6277680" y="2219040"/>
              <a:ext cx="1517040" cy="7200"/>
            </a:xfrm>
            <a:custGeom>
              <a:avLst/>
              <a:gdLst>
                <a:gd name="textAreaLeft" fmla="*/ 0 w 1517040"/>
                <a:gd name="textAreaRight" fmla="*/ 1517400 w 151704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40687" h="205">
                  <a:moveTo>
                    <a:pt x="1" y="0"/>
                  </a:moveTo>
                  <a:lnTo>
                    <a:pt x="1" y="205"/>
                  </a:lnTo>
                  <a:lnTo>
                    <a:pt x="40686" y="205"/>
                  </a:lnTo>
                  <a:lnTo>
                    <a:pt x="40686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600" bIns="3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3" name="Google Shape;1112;p41"/>
            <p:cNvSpPr/>
            <p:nvPr/>
          </p:nvSpPr>
          <p:spPr>
            <a:xfrm rot="1458600">
              <a:off x="6230160" y="2324520"/>
              <a:ext cx="1517040" cy="7200"/>
            </a:xfrm>
            <a:custGeom>
              <a:avLst/>
              <a:gdLst>
                <a:gd name="textAreaLeft" fmla="*/ 0 w 1517040"/>
                <a:gd name="textAreaRight" fmla="*/ 1517400 w 151704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40687" h="206">
                  <a:moveTo>
                    <a:pt x="1" y="1"/>
                  </a:moveTo>
                  <a:lnTo>
                    <a:pt x="1" y="206"/>
                  </a:lnTo>
                  <a:lnTo>
                    <a:pt x="40686" y="206"/>
                  </a:lnTo>
                  <a:lnTo>
                    <a:pt x="40686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600" bIns="3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4" name="Google Shape;1113;p41"/>
            <p:cNvSpPr/>
            <p:nvPr/>
          </p:nvSpPr>
          <p:spPr>
            <a:xfrm rot="1458600">
              <a:off x="6182640" y="2430000"/>
              <a:ext cx="1517040" cy="7200"/>
            </a:xfrm>
            <a:custGeom>
              <a:avLst/>
              <a:gdLst>
                <a:gd name="textAreaLeft" fmla="*/ 0 w 1517040"/>
                <a:gd name="textAreaRight" fmla="*/ 1517400 w 151704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40687" h="206">
                  <a:moveTo>
                    <a:pt x="1" y="1"/>
                  </a:moveTo>
                  <a:lnTo>
                    <a:pt x="1" y="206"/>
                  </a:lnTo>
                  <a:lnTo>
                    <a:pt x="40686" y="206"/>
                  </a:lnTo>
                  <a:lnTo>
                    <a:pt x="40686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600" bIns="3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5" name="Google Shape;1114;p41"/>
            <p:cNvSpPr/>
            <p:nvPr/>
          </p:nvSpPr>
          <p:spPr>
            <a:xfrm rot="1458600">
              <a:off x="6134760" y="2535480"/>
              <a:ext cx="1517040" cy="7200"/>
            </a:xfrm>
            <a:custGeom>
              <a:avLst/>
              <a:gdLst>
                <a:gd name="textAreaLeft" fmla="*/ 0 w 1517040"/>
                <a:gd name="textAreaRight" fmla="*/ 1517400 w 151704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40687" h="206">
                  <a:moveTo>
                    <a:pt x="1" y="1"/>
                  </a:moveTo>
                  <a:lnTo>
                    <a:pt x="1" y="206"/>
                  </a:lnTo>
                  <a:lnTo>
                    <a:pt x="40686" y="206"/>
                  </a:lnTo>
                  <a:lnTo>
                    <a:pt x="40686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600" bIns="3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6" name="Google Shape;1115;p41"/>
            <p:cNvSpPr/>
            <p:nvPr/>
          </p:nvSpPr>
          <p:spPr>
            <a:xfrm rot="1458600">
              <a:off x="8420760" y="1069200"/>
              <a:ext cx="172440" cy="343440"/>
            </a:xfrm>
            <a:custGeom>
              <a:avLst/>
              <a:gdLst>
                <a:gd name="textAreaLeft" fmla="*/ 0 w 172440"/>
                <a:gd name="textAreaRight" fmla="*/ 172800 w 172440"/>
                <a:gd name="textAreaTop" fmla="*/ 0 h 343440"/>
                <a:gd name="textAreaBottom" fmla="*/ 343800 h 343440"/>
              </a:gdLst>
              <a:ahLst/>
              <a:cxnLst/>
              <a:rect l="textAreaLeft" t="textAreaTop" r="textAreaRight" b="textAreaBottom"/>
              <a:pathLst>
                <a:path w="4636" h="9223">
                  <a:moveTo>
                    <a:pt x="1370" y="0"/>
                  </a:moveTo>
                  <a:cubicBezTo>
                    <a:pt x="634" y="0"/>
                    <a:pt x="0" y="0"/>
                    <a:pt x="0" y="843"/>
                  </a:cubicBezTo>
                  <a:lnTo>
                    <a:pt x="0" y="9222"/>
                  </a:lnTo>
                  <a:lnTo>
                    <a:pt x="205" y="9222"/>
                  </a:lnTo>
                  <a:lnTo>
                    <a:pt x="205" y="843"/>
                  </a:lnTo>
                  <a:cubicBezTo>
                    <a:pt x="205" y="288"/>
                    <a:pt x="453" y="205"/>
                    <a:pt x="1370" y="205"/>
                  </a:cubicBezTo>
                  <a:cubicBezTo>
                    <a:pt x="1472" y="205"/>
                    <a:pt x="1579" y="229"/>
                    <a:pt x="1672" y="268"/>
                  </a:cubicBezTo>
                  <a:cubicBezTo>
                    <a:pt x="1935" y="375"/>
                    <a:pt x="2159" y="600"/>
                    <a:pt x="2379" y="814"/>
                  </a:cubicBezTo>
                  <a:cubicBezTo>
                    <a:pt x="2681" y="1111"/>
                    <a:pt x="2993" y="1423"/>
                    <a:pt x="3407" y="1423"/>
                  </a:cubicBezTo>
                  <a:cubicBezTo>
                    <a:pt x="4294" y="1423"/>
                    <a:pt x="4426" y="2145"/>
                    <a:pt x="4426" y="2569"/>
                  </a:cubicBezTo>
                  <a:lnTo>
                    <a:pt x="4426" y="9222"/>
                  </a:lnTo>
                  <a:lnTo>
                    <a:pt x="4631" y="9222"/>
                  </a:lnTo>
                  <a:lnTo>
                    <a:pt x="4636" y="2569"/>
                  </a:lnTo>
                  <a:cubicBezTo>
                    <a:pt x="4636" y="1726"/>
                    <a:pt x="4177" y="1224"/>
                    <a:pt x="3402" y="1224"/>
                  </a:cubicBezTo>
                  <a:cubicBezTo>
                    <a:pt x="3081" y="1219"/>
                    <a:pt x="2808" y="951"/>
                    <a:pt x="2525" y="668"/>
                  </a:cubicBezTo>
                  <a:cubicBezTo>
                    <a:pt x="2291" y="439"/>
                    <a:pt x="2047" y="195"/>
                    <a:pt x="1755" y="78"/>
                  </a:cubicBezTo>
                  <a:cubicBezTo>
                    <a:pt x="1633" y="29"/>
                    <a:pt x="1501" y="0"/>
                    <a:pt x="1370" y="0"/>
                  </a:cubicBezTo>
                  <a:close/>
                </a:path>
              </a:pathLst>
            </a:custGeom>
            <a:solidFill>
              <a:srgbClr val="0B352D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7" name="Google Shape;1116;p41"/>
            <p:cNvSpPr/>
            <p:nvPr/>
          </p:nvSpPr>
          <p:spPr>
            <a:xfrm rot="1458600">
              <a:off x="8278920" y="1382400"/>
              <a:ext cx="172440" cy="345240"/>
            </a:xfrm>
            <a:custGeom>
              <a:avLst/>
              <a:gdLst>
                <a:gd name="textAreaLeft" fmla="*/ 0 w 172440"/>
                <a:gd name="textAreaRight" fmla="*/ 172800 w 172440"/>
                <a:gd name="textAreaTop" fmla="*/ 0 h 345240"/>
                <a:gd name="textAreaBottom" fmla="*/ 345600 h 345240"/>
              </a:gdLst>
              <a:ahLst/>
              <a:cxnLst/>
              <a:rect l="textAreaLeft" t="textAreaTop" r="textAreaRight" b="textAreaBottom"/>
              <a:pathLst>
                <a:path w="4631" h="9262">
                  <a:moveTo>
                    <a:pt x="0" y="0"/>
                  </a:moveTo>
                  <a:lnTo>
                    <a:pt x="0" y="8423"/>
                  </a:lnTo>
                  <a:cubicBezTo>
                    <a:pt x="0" y="9261"/>
                    <a:pt x="639" y="9261"/>
                    <a:pt x="1370" y="9261"/>
                  </a:cubicBezTo>
                  <a:cubicBezTo>
                    <a:pt x="1497" y="9261"/>
                    <a:pt x="1628" y="9237"/>
                    <a:pt x="1745" y="9188"/>
                  </a:cubicBezTo>
                  <a:cubicBezTo>
                    <a:pt x="2042" y="9066"/>
                    <a:pt x="2286" y="8828"/>
                    <a:pt x="2520" y="8594"/>
                  </a:cubicBezTo>
                  <a:cubicBezTo>
                    <a:pt x="2808" y="8311"/>
                    <a:pt x="3076" y="8043"/>
                    <a:pt x="3402" y="8043"/>
                  </a:cubicBezTo>
                  <a:cubicBezTo>
                    <a:pt x="3734" y="8043"/>
                    <a:pt x="4007" y="7955"/>
                    <a:pt x="4207" y="7780"/>
                  </a:cubicBezTo>
                  <a:cubicBezTo>
                    <a:pt x="4484" y="7546"/>
                    <a:pt x="4631" y="7175"/>
                    <a:pt x="4631" y="6693"/>
                  </a:cubicBezTo>
                  <a:lnTo>
                    <a:pt x="4631" y="0"/>
                  </a:lnTo>
                  <a:lnTo>
                    <a:pt x="4426" y="0"/>
                  </a:lnTo>
                  <a:lnTo>
                    <a:pt x="4426" y="6697"/>
                  </a:lnTo>
                  <a:cubicBezTo>
                    <a:pt x="4426" y="7112"/>
                    <a:pt x="4304" y="7433"/>
                    <a:pt x="4075" y="7624"/>
                  </a:cubicBezTo>
                  <a:cubicBezTo>
                    <a:pt x="3914" y="7765"/>
                    <a:pt x="3685" y="7838"/>
                    <a:pt x="3407" y="7838"/>
                  </a:cubicBezTo>
                  <a:cubicBezTo>
                    <a:pt x="2993" y="7838"/>
                    <a:pt x="2681" y="8150"/>
                    <a:pt x="2379" y="8447"/>
                  </a:cubicBezTo>
                  <a:cubicBezTo>
                    <a:pt x="2159" y="8672"/>
                    <a:pt x="1930" y="8891"/>
                    <a:pt x="1672" y="8998"/>
                  </a:cubicBezTo>
                  <a:cubicBezTo>
                    <a:pt x="1575" y="9037"/>
                    <a:pt x="1472" y="9057"/>
                    <a:pt x="1370" y="9057"/>
                  </a:cubicBezTo>
                  <a:cubicBezTo>
                    <a:pt x="453" y="9057"/>
                    <a:pt x="205" y="8979"/>
                    <a:pt x="205" y="8423"/>
                  </a:cubicBezTo>
                  <a:lnTo>
                    <a:pt x="205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8" name="Google Shape;1117;p41"/>
            <p:cNvSpPr/>
            <p:nvPr/>
          </p:nvSpPr>
          <p:spPr>
            <a:xfrm rot="1458600">
              <a:off x="8166600" y="1640520"/>
              <a:ext cx="105120" cy="603360"/>
            </a:xfrm>
            <a:custGeom>
              <a:avLst/>
              <a:gdLst>
                <a:gd name="textAreaLeft" fmla="*/ 0 w 105120"/>
                <a:gd name="textAreaRight" fmla="*/ 105480 w 105120"/>
                <a:gd name="textAreaTop" fmla="*/ 0 h 603360"/>
                <a:gd name="textAreaBottom" fmla="*/ 603720 h 603360"/>
              </a:gdLst>
              <a:ahLst/>
              <a:cxnLst/>
              <a:rect l="textAreaLeft" t="textAreaTop" r="textAreaRight" b="textAreaBottom"/>
              <a:pathLst>
                <a:path w="2828" h="16189">
                  <a:moveTo>
                    <a:pt x="2599" y="1"/>
                  </a:moveTo>
                  <a:lnTo>
                    <a:pt x="2457" y="152"/>
                  </a:lnTo>
                  <a:cubicBezTo>
                    <a:pt x="2477" y="171"/>
                    <a:pt x="2623" y="381"/>
                    <a:pt x="2623" y="1351"/>
                  </a:cubicBezTo>
                  <a:cubicBezTo>
                    <a:pt x="2623" y="2033"/>
                    <a:pt x="2589" y="6406"/>
                    <a:pt x="2560" y="9925"/>
                  </a:cubicBezTo>
                  <a:cubicBezTo>
                    <a:pt x="2540" y="12240"/>
                    <a:pt x="2526" y="14073"/>
                    <a:pt x="2526" y="14263"/>
                  </a:cubicBezTo>
                  <a:cubicBezTo>
                    <a:pt x="2526" y="14477"/>
                    <a:pt x="2496" y="14629"/>
                    <a:pt x="2438" y="14746"/>
                  </a:cubicBezTo>
                  <a:cubicBezTo>
                    <a:pt x="2379" y="14867"/>
                    <a:pt x="2253" y="15028"/>
                    <a:pt x="1853" y="15028"/>
                  </a:cubicBezTo>
                  <a:cubicBezTo>
                    <a:pt x="1166" y="15028"/>
                    <a:pt x="1" y="15272"/>
                    <a:pt x="1" y="16188"/>
                  </a:cubicBezTo>
                  <a:lnTo>
                    <a:pt x="205" y="16188"/>
                  </a:lnTo>
                  <a:cubicBezTo>
                    <a:pt x="205" y="15433"/>
                    <a:pt x="1239" y="15233"/>
                    <a:pt x="1853" y="15233"/>
                  </a:cubicBezTo>
                  <a:cubicBezTo>
                    <a:pt x="2233" y="15233"/>
                    <a:pt x="2496" y="15096"/>
                    <a:pt x="2623" y="14838"/>
                  </a:cubicBezTo>
                  <a:cubicBezTo>
                    <a:pt x="2696" y="14692"/>
                    <a:pt x="2725" y="14512"/>
                    <a:pt x="2725" y="14263"/>
                  </a:cubicBezTo>
                  <a:cubicBezTo>
                    <a:pt x="2725" y="14073"/>
                    <a:pt x="2745" y="12152"/>
                    <a:pt x="2764" y="9925"/>
                  </a:cubicBezTo>
                  <a:cubicBezTo>
                    <a:pt x="2794" y="6406"/>
                    <a:pt x="2828" y="2033"/>
                    <a:pt x="2828" y="1351"/>
                  </a:cubicBezTo>
                  <a:cubicBezTo>
                    <a:pt x="2828" y="420"/>
                    <a:pt x="2696" y="123"/>
                    <a:pt x="2618" y="25"/>
                  </a:cubicBezTo>
                  <a:lnTo>
                    <a:pt x="2599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9" name="Google Shape;1118;p41"/>
            <p:cNvSpPr/>
            <p:nvPr/>
          </p:nvSpPr>
          <p:spPr>
            <a:xfrm rot="1458600">
              <a:off x="7940880" y="2139480"/>
              <a:ext cx="105120" cy="604440"/>
            </a:xfrm>
            <a:custGeom>
              <a:avLst/>
              <a:gdLst>
                <a:gd name="textAreaLeft" fmla="*/ 0 w 105120"/>
                <a:gd name="textAreaRight" fmla="*/ 105480 w 105120"/>
                <a:gd name="textAreaTop" fmla="*/ 0 h 604440"/>
                <a:gd name="textAreaBottom" fmla="*/ 604800 h 604440"/>
              </a:gdLst>
              <a:ahLst/>
              <a:cxnLst/>
              <a:rect l="textAreaLeft" t="textAreaTop" r="textAreaRight" b="textAreaBottom"/>
              <a:pathLst>
                <a:path w="2828" h="16212">
                  <a:moveTo>
                    <a:pt x="2526" y="0"/>
                  </a:moveTo>
                  <a:lnTo>
                    <a:pt x="2526" y="107"/>
                  </a:lnTo>
                  <a:lnTo>
                    <a:pt x="2438" y="151"/>
                  </a:lnTo>
                  <a:lnTo>
                    <a:pt x="2457" y="180"/>
                  </a:lnTo>
                  <a:cubicBezTo>
                    <a:pt x="2462" y="180"/>
                    <a:pt x="2623" y="366"/>
                    <a:pt x="2623" y="1375"/>
                  </a:cubicBezTo>
                  <a:cubicBezTo>
                    <a:pt x="2623" y="2057"/>
                    <a:pt x="2589" y="6434"/>
                    <a:pt x="2560" y="9948"/>
                  </a:cubicBezTo>
                  <a:cubicBezTo>
                    <a:pt x="2540" y="12269"/>
                    <a:pt x="2521" y="14101"/>
                    <a:pt x="2521" y="14291"/>
                  </a:cubicBezTo>
                  <a:cubicBezTo>
                    <a:pt x="2521" y="14750"/>
                    <a:pt x="2409" y="15057"/>
                    <a:pt x="1853" y="15057"/>
                  </a:cubicBezTo>
                  <a:lnTo>
                    <a:pt x="1789" y="15057"/>
                  </a:lnTo>
                  <a:cubicBezTo>
                    <a:pt x="966" y="15071"/>
                    <a:pt x="1" y="15383"/>
                    <a:pt x="1" y="16212"/>
                  </a:cubicBezTo>
                  <a:lnTo>
                    <a:pt x="205" y="16212"/>
                  </a:lnTo>
                  <a:cubicBezTo>
                    <a:pt x="205" y="15315"/>
                    <a:pt x="1634" y="15261"/>
                    <a:pt x="1794" y="15256"/>
                  </a:cubicBezTo>
                  <a:lnTo>
                    <a:pt x="1848" y="15256"/>
                  </a:lnTo>
                  <a:cubicBezTo>
                    <a:pt x="2638" y="15256"/>
                    <a:pt x="2725" y="14706"/>
                    <a:pt x="2725" y="14287"/>
                  </a:cubicBezTo>
                  <a:cubicBezTo>
                    <a:pt x="2725" y="14101"/>
                    <a:pt x="2740" y="12176"/>
                    <a:pt x="2759" y="9948"/>
                  </a:cubicBezTo>
                  <a:cubicBezTo>
                    <a:pt x="2789" y="6434"/>
                    <a:pt x="2828" y="2057"/>
                    <a:pt x="2828" y="1375"/>
                  </a:cubicBezTo>
                  <a:cubicBezTo>
                    <a:pt x="2828" y="351"/>
                    <a:pt x="2667" y="93"/>
                    <a:pt x="2599" y="29"/>
                  </a:cubicBezTo>
                  <a:lnTo>
                    <a:pt x="2589" y="39"/>
                  </a:lnTo>
                  <a:lnTo>
                    <a:pt x="2526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0" name="Google Shape;1119;p41"/>
            <p:cNvSpPr/>
            <p:nvPr/>
          </p:nvSpPr>
          <p:spPr>
            <a:xfrm rot="1458600">
              <a:off x="7625880" y="446040"/>
              <a:ext cx="327960" cy="143280"/>
            </a:xfrm>
            <a:custGeom>
              <a:avLst/>
              <a:gdLst>
                <a:gd name="textAreaLeft" fmla="*/ 0 w 327960"/>
                <a:gd name="textAreaRight" fmla="*/ 328320 w 327960"/>
                <a:gd name="textAreaTop" fmla="*/ 0 h 143280"/>
                <a:gd name="textAreaBottom" fmla="*/ 143640 h 143280"/>
              </a:gdLst>
              <a:ahLst/>
              <a:cxnLst/>
              <a:rect l="textAreaLeft" t="textAreaTop" r="textAreaRight" b="textAreaBottom"/>
              <a:pathLst>
                <a:path w="8804" h="3847">
                  <a:moveTo>
                    <a:pt x="8599" y="205"/>
                  </a:moveTo>
                  <a:lnTo>
                    <a:pt x="8599" y="3646"/>
                  </a:lnTo>
                  <a:lnTo>
                    <a:pt x="201" y="3646"/>
                  </a:lnTo>
                  <a:lnTo>
                    <a:pt x="201" y="205"/>
                  </a:lnTo>
                  <a:close/>
                  <a:moveTo>
                    <a:pt x="1" y="0"/>
                  </a:moveTo>
                  <a:lnTo>
                    <a:pt x="1" y="3846"/>
                  </a:lnTo>
                  <a:lnTo>
                    <a:pt x="8804" y="3846"/>
                  </a:lnTo>
                  <a:lnTo>
                    <a:pt x="8804" y="0"/>
                  </a:lnTo>
                  <a:close/>
                </a:path>
              </a:pathLst>
            </a:custGeom>
            <a:solidFill>
              <a:srgbClr val="0B352D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1640" bIns="716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1" name="Google Shape;1120;p41"/>
            <p:cNvSpPr/>
            <p:nvPr/>
          </p:nvSpPr>
          <p:spPr>
            <a:xfrm rot="1458600">
              <a:off x="7644240" y="482040"/>
              <a:ext cx="320400" cy="7200"/>
            </a:xfrm>
            <a:custGeom>
              <a:avLst/>
              <a:gdLst>
                <a:gd name="textAreaLeft" fmla="*/ 0 w 320400"/>
                <a:gd name="textAreaRight" fmla="*/ 320760 w 32040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8599" h="206">
                  <a:moveTo>
                    <a:pt x="0" y="1"/>
                  </a:moveTo>
                  <a:lnTo>
                    <a:pt x="0" y="205"/>
                  </a:lnTo>
                  <a:lnTo>
                    <a:pt x="8598" y="205"/>
                  </a:lnTo>
                  <a:lnTo>
                    <a:pt x="8598" y="1"/>
                  </a:lnTo>
                  <a:close/>
                </a:path>
              </a:pathLst>
            </a:custGeom>
            <a:solidFill>
              <a:srgbClr val="0B352D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600" bIns="3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2" name="Google Shape;1121;p41"/>
            <p:cNvSpPr/>
            <p:nvPr/>
          </p:nvSpPr>
          <p:spPr>
            <a:xfrm rot="1458600">
              <a:off x="7628040" y="518040"/>
              <a:ext cx="320400" cy="7200"/>
            </a:xfrm>
            <a:custGeom>
              <a:avLst/>
              <a:gdLst>
                <a:gd name="textAreaLeft" fmla="*/ 0 w 320400"/>
                <a:gd name="textAreaRight" fmla="*/ 320760 w 32040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8599" h="206">
                  <a:moveTo>
                    <a:pt x="0" y="0"/>
                  </a:moveTo>
                  <a:lnTo>
                    <a:pt x="0" y="205"/>
                  </a:lnTo>
                  <a:lnTo>
                    <a:pt x="8598" y="205"/>
                  </a:lnTo>
                  <a:lnTo>
                    <a:pt x="8598" y="0"/>
                  </a:lnTo>
                  <a:close/>
                </a:path>
              </a:pathLst>
            </a:custGeom>
            <a:solidFill>
              <a:srgbClr val="0B352D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600" bIns="3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3" name="Google Shape;1122;p41"/>
            <p:cNvSpPr/>
            <p:nvPr/>
          </p:nvSpPr>
          <p:spPr>
            <a:xfrm rot="1458600">
              <a:off x="7612200" y="553680"/>
              <a:ext cx="320400" cy="7200"/>
            </a:xfrm>
            <a:custGeom>
              <a:avLst/>
              <a:gdLst>
                <a:gd name="textAreaLeft" fmla="*/ 0 w 320400"/>
                <a:gd name="textAreaRight" fmla="*/ 320760 w 32040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8599" h="206">
                  <a:moveTo>
                    <a:pt x="0" y="0"/>
                  </a:moveTo>
                  <a:lnTo>
                    <a:pt x="0" y="205"/>
                  </a:lnTo>
                  <a:lnTo>
                    <a:pt x="8598" y="205"/>
                  </a:lnTo>
                  <a:lnTo>
                    <a:pt x="8598" y="0"/>
                  </a:lnTo>
                  <a:close/>
                </a:path>
              </a:pathLst>
            </a:custGeom>
            <a:solidFill>
              <a:srgbClr val="0B352D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600" bIns="3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4" name="Google Shape;1123;p41"/>
            <p:cNvSpPr/>
            <p:nvPr/>
          </p:nvSpPr>
          <p:spPr>
            <a:xfrm rot="1458600">
              <a:off x="8300880" y="1053000"/>
              <a:ext cx="305640" cy="293760"/>
            </a:xfrm>
            <a:custGeom>
              <a:avLst/>
              <a:gdLst>
                <a:gd name="textAreaLeft" fmla="*/ 0 w 305640"/>
                <a:gd name="textAreaRight" fmla="*/ 306000 w 305640"/>
                <a:gd name="textAreaTop" fmla="*/ 0 h 293760"/>
                <a:gd name="textAreaBottom" fmla="*/ 294120 h 293760"/>
              </a:gdLst>
              <a:ahLst/>
              <a:cxnLst/>
              <a:rect l="textAreaLeft" t="textAreaTop" r="textAreaRight" b="textAreaBottom"/>
              <a:pathLst>
                <a:path w="8200" h="7890">
                  <a:moveTo>
                    <a:pt x="3956" y="505"/>
                  </a:moveTo>
                  <a:cubicBezTo>
                    <a:pt x="5345" y="505"/>
                    <a:pt x="6597" y="1347"/>
                    <a:pt x="7127" y="2631"/>
                  </a:cubicBezTo>
                  <a:cubicBezTo>
                    <a:pt x="7658" y="3917"/>
                    <a:pt x="7366" y="5399"/>
                    <a:pt x="6381" y="6384"/>
                  </a:cubicBezTo>
                  <a:cubicBezTo>
                    <a:pt x="5723" y="7042"/>
                    <a:pt x="4842" y="7391"/>
                    <a:pt x="3946" y="7391"/>
                  </a:cubicBezTo>
                  <a:cubicBezTo>
                    <a:pt x="3502" y="7391"/>
                    <a:pt x="3054" y="7305"/>
                    <a:pt x="2628" y="7129"/>
                  </a:cubicBezTo>
                  <a:cubicBezTo>
                    <a:pt x="1341" y="6593"/>
                    <a:pt x="498" y="5341"/>
                    <a:pt x="503" y="3947"/>
                  </a:cubicBezTo>
                  <a:cubicBezTo>
                    <a:pt x="503" y="2046"/>
                    <a:pt x="2043" y="505"/>
                    <a:pt x="3944" y="505"/>
                  </a:cubicBezTo>
                  <a:cubicBezTo>
                    <a:pt x="3948" y="505"/>
                    <a:pt x="3952" y="505"/>
                    <a:pt x="3956" y="505"/>
                  </a:cubicBezTo>
                  <a:close/>
                  <a:moveTo>
                    <a:pt x="3944" y="1"/>
                  </a:moveTo>
                  <a:cubicBezTo>
                    <a:pt x="3436" y="1"/>
                    <a:pt x="2925" y="99"/>
                    <a:pt x="2438" y="301"/>
                  </a:cubicBezTo>
                  <a:cubicBezTo>
                    <a:pt x="961" y="910"/>
                    <a:pt x="1" y="2348"/>
                    <a:pt x="1" y="3947"/>
                  </a:cubicBezTo>
                  <a:cubicBezTo>
                    <a:pt x="1" y="6125"/>
                    <a:pt x="1765" y="7890"/>
                    <a:pt x="3944" y="7890"/>
                  </a:cubicBezTo>
                  <a:cubicBezTo>
                    <a:pt x="5538" y="7890"/>
                    <a:pt x="6976" y="6930"/>
                    <a:pt x="7590" y="5458"/>
                  </a:cubicBezTo>
                  <a:cubicBezTo>
                    <a:pt x="8199" y="3981"/>
                    <a:pt x="7863" y="2284"/>
                    <a:pt x="6737" y="1158"/>
                  </a:cubicBezTo>
                  <a:cubicBezTo>
                    <a:pt x="5980" y="402"/>
                    <a:pt x="4970" y="1"/>
                    <a:pt x="3944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5" name="Google Shape;1124;p41"/>
            <p:cNvSpPr/>
            <p:nvPr/>
          </p:nvSpPr>
          <p:spPr>
            <a:xfrm rot="1458600">
              <a:off x="6642720" y="2667240"/>
              <a:ext cx="17640" cy="35280"/>
            </a:xfrm>
            <a:custGeom>
              <a:avLst/>
              <a:gdLst>
                <a:gd name="textAreaLeft" fmla="*/ 0 w 17640"/>
                <a:gd name="textAreaRight" fmla="*/ 18000 w 17640"/>
                <a:gd name="textAreaTop" fmla="*/ 0 h 35280"/>
                <a:gd name="textAreaBottom" fmla="*/ 35640 h 35280"/>
              </a:gdLst>
              <a:ahLst/>
              <a:cxnLst/>
              <a:rect l="textAreaLeft" t="textAreaTop" r="textAreaRight" b="textAreaBottom"/>
              <a:pathLst>
                <a:path w="484" h="952">
                  <a:moveTo>
                    <a:pt x="108" y="1"/>
                  </a:moveTo>
                  <a:lnTo>
                    <a:pt x="1" y="45"/>
                  </a:lnTo>
                  <a:lnTo>
                    <a:pt x="376" y="951"/>
                  </a:lnTo>
                  <a:cubicBezTo>
                    <a:pt x="410" y="937"/>
                    <a:pt x="444" y="922"/>
                    <a:pt x="483" y="908"/>
                  </a:cubicBezTo>
                  <a:lnTo>
                    <a:pt x="108" y="1"/>
                  </a:lnTo>
                  <a:close/>
                </a:path>
              </a:pathLst>
            </a:custGeom>
            <a:solidFill>
              <a:srgbClr val="617E7A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7640" bIns="176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6" name="Google Shape;1125;p41"/>
            <p:cNvSpPr/>
            <p:nvPr/>
          </p:nvSpPr>
          <p:spPr>
            <a:xfrm rot="1458600">
              <a:off x="8170200" y="946440"/>
              <a:ext cx="558000" cy="503640"/>
            </a:xfrm>
            <a:custGeom>
              <a:avLst/>
              <a:gdLst>
                <a:gd name="textAreaLeft" fmla="*/ 0 w 558000"/>
                <a:gd name="textAreaRight" fmla="*/ 558360 w 558000"/>
                <a:gd name="textAreaTop" fmla="*/ 0 h 503640"/>
                <a:gd name="textAreaBottom" fmla="*/ 504000 h 503640"/>
              </a:gdLst>
              <a:ahLst/>
              <a:cxnLst/>
              <a:rect l="textAreaLeft" t="textAreaTop" r="textAreaRight" b="textAreaBottom"/>
              <a:pathLst>
                <a:path w="14974" h="13516">
                  <a:moveTo>
                    <a:pt x="7450" y="590"/>
                  </a:moveTo>
                  <a:cubicBezTo>
                    <a:pt x="9054" y="590"/>
                    <a:pt x="10630" y="1217"/>
                    <a:pt x="11810" y="2395"/>
                  </a:cubicBezTo>
                  <a:cubicBezTo>
                    <a:pt x="13570" y="4159"/>
                    <a:pt x="14096" y="6806"/>
                    <a:pt x="13146" y="9107"/>
                  </a:cubicBezTo>
                  <a:cubicBezTo>
                    <a:pt x="12191" y="11412"/>
                    <a:pt x="9944" y="12914"/>
                    <a:pt x="7453" y="12914"/>
                  </a:cubicBezTo>
                  <a:cubicBezTo>
                    <a:pt x="4051" y="12914"/>
                    <a:pt x="1292" y="10155"/>
                    <a:pt x="1292" y="6753"/>
                  </a:cubicBezTo>
                  <a:cubicBezTo>
                    <a:pt x="1292" y="4262"/>
                    <a:pt x="2793" y="2015"/>
                    <a:pt x="5094" y="1059"/>
                  </a:cubicBezTo>
                  <a:cubicBezTo>
                    <a:pt x="5856" y="743"/>
                    <a:pt x="6656" y="590"/>
                    <a:pt x="7450" y="590"/>
                  </a:cubicBezTo>
                  <a:close/>
                  <a:moveTo>
                    <a:pt x="7459" y="1"/>
                  </a:moveTo>
                  <a:cubicBezTo>
                    <a:pt x="6161" y="1"/>
                    <a:pt x="4851" y="374"/>
                    <a:pt x="3700" y="1147"/>
                  </a:cubicBezTo>
                  <a:cubicBezTo>
                    <a:pt x="3159" y="1508"/>
                    <a:pt x="2676" y="1947"/>
                    <a:pt x="2267" y="2444"/>
                  </a:cubicBezTo>
                  <a:cubicBezTo>
                    <a:pt x="0" y="5168"/>
                    <a:pt x="229" y="9185"/>
                    <a:pt x="2783" y="11637"/>
                  </a:cubicBezTo>
                  <a:cubicBezTo>
                    <a:pt x="4089" y="12887"/>
                    <a:pt x="5773" y="13515"/>
                    <a:pt x="7460" y="13515"/>
                  </a:cubicBezTo>
                  <a:cubicBezTo>
                    <a:pt x="9080" y="13515"/>
                    <a:pt x="10701" y="12936"/>
                    <a:pt x="11991" y="11773"/>
                  </a:cubicBezTo>
                  <a:cubicBezTo>
                    <a:pt x="14623" y="9394"/>
                    <a:pt x="14974" y="5393"/>
                    <a:pt x="12790" y="2600"/>
                  </a:cubicBezTo>
                  <a:cubicBezTo>
                    <a:pt x="11465" y="901"/>
                    <a:pt x="9476" y="1"/>
                    <a:pt x="7459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7" name="Google Shape;1126;p41"/>
            <p:cNvSpPr/>
            <p:nvPr/>
          </p:nvSpPr>
          <p:spPr>
            <a:xfrm rot="1458600">
              <a:off x="8201160" y="964440"/>
              <a:ext cx="477360" cy="459000"/>
            </a:xfrm>
            <a:custGeom>
              <a:avLst/>
              <a:gdLst>
                <a:gd name="textAreaLeft" fmla="*/ 0 w 477360"/>
                <a:gd name="textAreaRight" fmla="*/ 477720 w 477360"/>
                <a:gd name="textAreaTop" fmla="*/ 0 h 459000"/>
                <a:gd name="textAreaBottom" fmla="*/ 459360 h 459000"/>
              </a:gdLst>
              <a:ahLst/>
              <a:cxnLst/>
              <a:rect l="textAreaLeft" t="textAreaTop" r="textAreaRight" b="textAreaBottom"/>
              <a:pathLst>
                <a:path w="12805" h="12321">
                  <a:moveTo>
                    <a:pt x="6647" y="2216"/>
                  </a:moveTo>
                  <a:cubicBezTo>
                    <a:pt x="7156" y="2216"/>
                    <a:pt x="7668" y="2314"/>
                    <a:pt x="8155" y="2516"/>
                  </a:cubicBezTo>
                  <a:cubicBezTo>
                    <a:pt x="9627" y="3125"/>
                    <a:pt x="10587" y="4563"/>
                    <a:pt x="10592" y="6162"/>
                  </a:cubicBezTo>
                  <a:cubicBezTo>
                    <a:pt x="10592" y="8340"/>
                    <a:pt x="8823" y="10105"/>
                    <a:pt x="6644" y="10105"/>
                  </a:cubicBezTo>
                  <a:cubicBezTo>
                    <a:pt x="5050" y="10105"/>
                    <a:pt x="3612" y="9145"/>
                    <a:pt x="3003" y="7673"/>
                  </a:cubicBezTo>
                  <a:cubicBezTo>
                    <a:pt x="2389" y="6196"/>
                    <a:pt x="2730" y="4499"/>
                    <a:pt x="3856" y="3373"/>
                  </a:cubicBezTo>
                  <a:cubicBezTo>
                    <a:pt x="4609" y="2617"/>
                    <a:pt x="5620" y="2216"/>
                    <a:pt x="6647" y="2216"/>
                  </a:cubicBezTo>
                  <a:close/>
                  <a:moveTo>
                    <a:pt x="6644" y="0"/>
                  </a:moveTo>
                  <a:cubicBezTo>
                    <a:pt x="4153" y="0"/>
                    <a:pt x="1906" y="1502"/>
                    <a:pt x="951" y="3802"/>
                  </a:cubicBezTo>
                  <a:cubicBezTo>
                    <a:pt x="0" y="6108"/>
                    <a:pt x="527" y="8755"/>
                    <a:pt x="2291" y="10519"/>
                  </a:cubicBezTo>
                  <a:cubicBezTo>
                    <a:pt x="3467" y="11695"/>
                    <a:pt x="5042" y="12321"/>
                    <a:pt x="6644" y="12321"/>
                  </a:cubicBezTo>
                  <a:cubicBezTo>
                    <a:pt x="7439" y="12321"/>
                    <a:pt x="8240" y="12167"/>
                    <a:pt x="9003" y="11850"/>
                  </a:cubicBezTo>
                  <a:cubicBezTo>
                    <a:pt x="11304" y="10899"/>
                    <a:pt x="12805" y="8652"/>
                    <a:pt x="12805" y="6162"/>
                  </a:cubicBezTo>
                  <a:cubicBezTo>
                    <a:pt x="12805" y="2759"/>
                    <a:pt x="10046" y="0"/>
                    <a:pt x="6644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8" name="Google Shape;1127;p41"/>
            <p:cNvSpPr/>
            <p:nvPr/>
          </p:nvSpPr>
          <p:spPr>
            <a:xfrm rot="1458600">
              <a:off x="8319600" y="1071360"/>
              <a:ext cx="266760" cy="256680"/>
            </a:xfrm>
            <a:custGeom>
              <a:avLst/>
              <a:gdLst>
                <a:gd name="textAreaLeft" fmla="*/ 0 w 266760"/>
                <a:gd name="textAreaRight" fmla="*/ 267120 w 266760"/>
                <a:gd name="textAreaTop" fmla="*/ 0 h 256680"/>
                <a:gd name="textAreaBottom" fmla="*/ 257040 h 256680"/>
              </a:gdLst>
              <a:ahLst/>
              <a:cxnLst/>
              <a:rect l="textAreaLeft" t="textAreaTop" r="textAreaRight" b="textAreaBottom"/>
              <a:pathLst>
                <a:path w="7161" h="6889">
                  <a:moveTo>
                    <a:pt x="3454" y="0"/>
                  </a:moveTo>
                  <a:cubicBezTo>
                    <a:pt x="3450" y="0"/>
                    <a:pt x="3446" y="0"/>
                    <a:pt x="3442" y="0"/>
                  </a:cubicBezTo>
                  <a:cubicBezTo>
                    <a:pt x="1541" y="0"/>
                    <a:pt x="1" y="1541"/>
                    <a:pt x="1" y="3442"/>
                  </a:cubicBezTo>
                  <a:cubicBezTo>
                    <a:pt x="1" y="4836"/>
                    <a:pt x="839" y="6093"/>
                    <a:pt x="2126" y="6624"/>
                  </a:cubicBezTo>
                  <a:cubicBezTo>
                    <a:pt x="2552" y="6802"/>
                    <a:pt x="3000" y="6888"/>
                    <a:pt x="3444" y="6888"/>
                  </a:cubicBezTo>
                  <a:cubicBezTo>
                    <a:pt x="4340" y="6888"/>
                    <a:pt x="5222" y="6537"/>
                    <a:pt x="5884" y="5879"/>
                  </a:cubicBezTo>
                  <a:cubicBezTo>
                    <a:pt x="6868" y="4894"/>
                    <a:pt x="7161" y="3412"/>
                    <a:pt x="6630" y="2126"/>
                  </a:cubicBezTo>
                  <a:cubicBezTo>
                    <a:pt x="6095" y="838"/>
                    <a:pt x="4843" y="0"/>
                    <a:pt x="3454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9" name="Google Shape;1128;p41"/>
            <p:cNvSpPr/>
            <p:nvPr/>
          </p:nvSpPr>
          <p:spPr>
            <a:xfrm rot="1458600">
              <a:off x="6640200" y="2625480"/>
              <a:ext cx="60480" cy="108000"/>
            </a:xfrm>
            <a:custGeom>
              <a:avLst/>
              <a:gdLst>
                <a:gd name="textAreaLeft" fmla="*/ 0 w 60480"/>
                <a:gd name="textAreaRight" fmla="*/ 60840 w 60480"/>
                <a:gd name="textAreaTop" fmla="*/ 0 h 108000"/>
                <a:gd name="textAreaBottom" fmla="*/ 108360 h 108000"/>
              </a:gdLst>
              <a:ahLst/>
              <a:cxnLst/>
              <a:rect l="textAreaLeft" t="textAreaTop" r="textAreaRight" b="textAreaBottom"/>
              <a:pathLst>
                <a:path w="1629" h="2908">
                  <a:moveTo>
                    <a:pt x="430" y="1"/>
                  </a:moveTo>
                  <a:cubicBezTo>
                    <a:pt x="118" y="235"/>
                    <a:pt x="1" y="659"/>
                    <a:pt x="152" y="1024"/>
                  </a:cubicBezTo>
                  <a:lnTo>
                    <a:pt x="274" y="1317"/>
                  </a:lnTo>
                  <a:lnTo>
                    <a:pt x="381" y="1273"/>
                  </a:lnTo>
                  <a:lnTo>
                    <a:pt x="756" y="2185"/>
                  </a:lnTo>
                  <a:cubicBezTo>
                    <a:pt x="717" y="2199"/>
                    <a:pt x="683" y="2214"/>
                    <a:pt x="649" y="2224"/>
                  </a:cubicBezTo>
                  <a:lnTo>
                    <a:pt x="708" y="2370"/>
                  </a:lnTo>
                  <a:cubicBezTo>
                    <a:pt x="845" y="2697"/>
                    <a:pt x="1170" y="2908"/>
                    <a:pt x="1521" y="2908"/>
                  </a:cubicBezTo>
                  <a:cubicBezTo>
                    <a:pt x="1557" y="2908"/>
                    <a:pt x="1593" y="2906"/>
                    <a:pt x="1629" y="2901"/>
                  </a:cubicBezTo>
                  <a:lnTo>
                    <a:pt x="430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4000" bIns="54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0" name="Google Shape;1129;p41"/>
            <p:cNvSpPr/>
            <p:nvPr/>
          </p:nvSpPr>
          <p:spPr>
            <a:xfrm rot="1458600">
              <a:off x="6652800" y="2628720"/>
              <a:ext cx="77040" cy="114480"/>
            </a:xfrm>
            <a:custGeom>
              <a:avLst/>
              <a:gdLst>
                <a:gd name="textAreaLeft" fmla="*/ 0 w 77040"/>
                <a:gd name="textAreaRight" fmla="*/ 77400 w 77040"/>
                <a:gd name="textAreaTop" fmla="*/ 0 h 114480"/>
                <a:gd name="textAreaBottom" fmla="*/ 114840 h 114480"/>
              </a:gdLst>
              <a:ahLst/>
              <a:cxnLst/>
              <a:rect l="textAreaLeft" t="textAreaTop" r="textAreaRight" b="textAreaBottom"/>
              <a:pathLst>
                <a:path w="2073" h="3077">
                  <a:moveTo>
                    <a:pt x="527" y="0"/>
                  </a:moveTo>
                  <a:cubicBezTo>
                    <a:pt x="415" y="0"/>
                    <a:pt x="303" y="20"/>
                    <a:pt x="196" y="64"/>
                  </a:cubicBezTo>
                  <a:cubicBezTo>
                    <a:pt x="128" y="93"/>
                    <a:pt x="59" y="132"/>
                    <a:pt x="1" y="176"/>
                  </a:cubicBezTo>
                  <a:lnTo>
                    <a:pt x="1200" y="3076"/>
                  </a:lnTo>
                  <a:cubicBezTo>
                    <a:pt x="1273" y="3066"/>
                    <a:pt x="1346" y="3047"/>
                    <a:pt x="1414" y="3018"/>
                  </a:cubicBezTo>
                  <a:cubicBezTo>
                    <a:pt x="1863" y="2832"/>
                    <a:pt x="2072" y="2325"/>
                    <a:pt x="1892" y="1882"/>
                  </a:cubicBezTo>
                  <a:lnTo>
                    <a:pt x="1332" y="537"/>
                  </a:lnTo>
                  <a:cubicBezTo>
                    <a:pt x="1200" y="210"/>
                    <a:pt x="878" y="0"/>
                    <a:pt x="527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240" bIns="57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1" name="Google Shape;1130;p41"/>
            <p:cNvSpPr/>
            <p:nvPr/>
          </p:nvSpPr>
          <p:spPr>
            <a:xfrm rot="1458600">
              <a:off x="7091280" y="2664360"/>
              <a:ext cx="50040" cy="112320"/>
            </a:xfrm>
            <a:custGeom>
              <a:avLst/>
              <a:gdLst>
                <a:gd name="textAreaLeft" fmla="*/ 0 w 50040"/>
                <a:gd name="textAreaRight" fmla="*/ 50400 w 50040"/>
                <a:gd name="textAreaTop" fmla="*/ 0 h 112320"/>
                <a:gd name="textAreaBottom" fmla="*/ 112680 h 112320"/>
              </a:gdLst>
              <a:ahLst/>
              <a:cxnLst/>
              <a:rect l="textAreaLeft" t="textAreaTop" r="textAreaRight" b="textAreaBottom"/>
              <a:pathLst>
                <a:path w="1352" h="3023">
                  <a:moveTo>
                    <a:pt x="12" y="0"/>
                  </a:moveTo>
                  <a:cubicBezTo>
                    <a:pt x="8" y="0"/>
                    <a:pt x="5" y="0"/>
                    <a:pt x="1" y="0"/>
                  </a:cubicBezTo>
                  <a:lnTo>
                    <a:pt x="6" y="0"/>
                  </a:lnTo>
                  <a:lnTo>
                    <a:pt x="844" y="3022"/>
                  </a:lnTo>
                  <a:cubicBezTo>
                    <a:pt x="1185" y="2823"/>
                    <a:pt x="1351" y="2423"/>
                    <a:pt x="1244" y="2043"/>
                  </a:cubicBezTo>
                  <a:lnTo>
                    <a:pt x="854" y="639"/>
                  </a:lnTo>
                  <a:cubicBezTo>
                    <a:pt x="748" y="262"/>
                    <a:pt x="402" y="0"/>
                    <a:pt x="12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6160" bIns="561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2" name="Google Shape;1131;p41"/>
            <p:cNvSpPr/>
            <p:nvPr/>
          </p:nvSpPr>
          <p:spPr>
            <a:xfrm rot="1458600">
              <a:off x="7057080" y="2653200"/>
              <a:ext cx="66600" cy="117000"/>
            </a:xfrm>
            <a:custGeom>
              <a:avLst/>
              <a:gdLst>
                <a:gd name="textAreaLeft" fmla="*/ 0 w 66600"/>
                <a:gd name="textAreaRight" fmla="*/ 66960 w 66600"/>
                <a:gd name="textAreaTop" fmla="*/ 0 h 117000"/>
                <a:gd name="textAreaBottom" fmla="*/ 117360 h 117000"/>
              </a:gdLst>
              <a:ahLst/>
              <a:cxnLst/>
              <a:rect l="textAreaLeft" t="textAreaTop" r="textAreaRight" b="textAreaBottom"/>
              <a:pathLst>
                <a:path w="1795" h="3150">
                  <a:moveTo>
                    <a:pt x="956" y="0"/>
                  </a:moveTo>
                  <a:cubicBezTo>
                    <a:pt x="878" y="0"/>
                    <a:pt x="805" y="15"/>
                    <a:pt x="732" y="34"/>
                  </a:cubicBezTo>
                  <a:cubicBezTo>
                    <a:pt x="269" y="161"/>
                    <a:pt x="0" y="644"/>
                    <a:pt x="127" y="1107"/>
                  </a:cubicBezTo>
                  <a:lnTo>
                    <a:pt x="517" y="2511"/>
                  </a:lnTo>
                  <a:cubicBezTo>
                    <a:pt x="624" y="2886"/>
                    <a:pt x="966" y="3149"/>
                    <a:pt x="1355" y="3149"/>
                  </a:cubicBezTo>
                  <a:cubicBezTo>
                    <a:pt x="1433" y="3149"/>
                    <a:pt x="1516" y="3134"/>
                    <a:pt x="1589" y="3115"/>
                  </a:cubicBezTo>
                  <a:cubicBezTo>
                    <a:pt x="1663" y="3096"/>
                    <a:pt x="1731" y="3066"/>
                    <a:pt x="1794" y="3022"/>
                  </a:cubicBezTo>
                  <a:lnTo>
                    <a:pt x="956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8680" bIns="58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3" name="Google Shape;1132;p41"/>
            <p:cNvSpPr/>
            <p:nvPr/>
          </p:nvSpPr>
          <p:spPr>
            <a:xfrm rot="1458600">
              <a:off x="6347880" y="1587600"/>
              <a:ext cx="535320" cy="1077480"/>
            </a:xfrm>
            <a:custGeom>
              <a:avLst/>
              <a:gdLst>
                <a:gd name="textAreaLeft" fmla="*/ 0 w 535320"/>
                <a:gd name="textAreaRight" fmla="*/ 535680 w 535320"/>
                <a:gd name="textAreaTop" fmla="*/ 0 h 1077480"/>
                <a:gd name="textAreaBottom" fmla="*/ 1077840 h 1077480"/>
              </a:gdLst>
              <a:ahLst/>
              <a:cxnLst/>
              <a:rect l="textAreaLeft" t="textAreaTop" r="textAreaRight" b="textAreaBottom"/>
              <a:pathLst>
                <a:path w="14366" h="28896">
                  <a:moveTo>
                    <a:pt x="927" y="0"/>
                  </a:moveTo>
                  <a:lnTo>
                    <a:pt x="1" y="336"/>
                  </a:lnTo>
                  <a:cubicBezTo>
                    <a:pt x="357" y="1531"/>
                    <a:pt x="6147" y="21203"/>
                    <a:pt x="7200" y="24328"/>
                  </a:cubicBezTo>
                  <a:cubicBezTo>
                    <a:pt x="7858" y="26268"/>
                    <a:pt x="8423" y="27935"/>
                    <a:pt x="9895" y="28607"/>
                  </a:cubicBezTo>
                  <a:cubicBezTo>
                    <a:pt x="10329" y="28794"/>
                    <a:pt x="10794" y="28895"/>
                    <a:pt x="11264" y="28895"/>
                  </a:cubicBezTo>
                  <a:cubicBezTo>
                    <a:pt x="11286" y="28895"/>
                    <a:pt x="11307" y="28895"/>
                    <a:pt x="11329" y="28895"/>
                  </a:cubicBezTo>
                  <a:cubicBezTo>
                    <a:pt x="12172" y="28895"/>
                    <a:pt x="13166" y="28656"/>
                    <a:pt x="14365" y="28173"/>
                  </a:cubicBezTo>
                  <a:lnTo>
                    <a:pt x="13990" y="27267"/>
                  </a:lnTo>
                  <a:cubicBezTo>
                    <a:pt x="12919" y="27696"/>
                    <a:pt x="12037" y="27911"/>
                    <a:pt x="11328" y="27911"/>
                  </a:cubicBezTo>
                  <a:cubicBezTo>
                    <a:pt x="10933" y="27911"/>
                    <a:pt x="10591" y="27845"/>
                    <a:pt x="10300" y="27710"/>
                  </a:cubicBezTo>
                  <a:cubicBezTo>
                    <a:pt x="9213" y="27218"/>
                    <a:pt x="8711" y="25736"/>
                    <a:pt x="8131" y="24016"/>
                  </a:cubicBezTo>
                  <a:cubicBezTo>
                    <a:pt x="7049" y="20828"/>
                    <a:pt x="985" y="215"/>
                    <a:pt x="927" y="5"/>
                  </a:cubicBezTo>
                  <a:lnTo>
                    <a:pt x="927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4" name="Google Shape;1133;p41"/>
            <p:cNvSpPr/>
            <p:nvPr/>
          </p:nvSpPr>
          <p:spPr>
            <a:xfrm rot="1458600">
              <a:off x="7121520" y="1618200"/>
              <a:ext cx="422280" cy="1149120"/>
            </a:xfrm>
            <a:custGeom>
              <a:avLst/>
              <a:gdLst>
                <a:gd name="textAreaLeft" fmla="*/ 0 w 422280"/>
                <a:gd name="textAreaRight" fmla="*/ 422640 w 422280"/>
                <a:gd name="textAreaTop" fmla="*/ 0 h 1149120"/>
                <a:gd name="textAreaBottom" fmla="*/ 1149480 h 1149120"/>
              </a:gdLst>
              <a:ahLst/>
              <a:cxnLst/>
              <a:rect l="textAreaLeft" t="textAreaTop" r="textAreaRight" b="textAreaBottom"/>
              <a:pathLst>
                <a:path w="11334" h="30821">
                  <a:moveTo>
                    <a:pt x="922" y="0"/>
                  </a:moveTo>
                  <a:lnTo>
                    <a:pt x="1" y="336"/>
                  </a:lnTo>
                  <a:cubicBezTo>
                    <a:pt x="113" y="609"/>
                    <a:pt x="8033" y="20501"/>
                    <a:pt x="9150" y="23670"/>
                  </a:cubicBezTo>
                  <a:cubicBezTo>
                    <a:pt x="9749" y="25381"/>
                    <a:pt x="10266" y="26857"/>
                    <a:pt x="9720" y="27920"/>
                  </a:cubicBezTo>
                  <a:cubicBezTo>
                    <a:pt x="9301" y="28729"/>
                    <a:pt x="8224" y="29368"/>
                    <a:pt x="6430" y="29879"/>
                  </a:cubicBezTo>
                  <a:lnTo>
                    <a:pt x="6698" y="30820"/>
                  </a:lnTo>
                  <a:cubicBezTo>
                    <a:pt x="8794" y="30226"/>
                    <a:pt x="10032" y="29451"/>
                    <a:pt x="10588" y="28373"/>
                  </a:cubicBezTo>
                  <a:cubicBezTo>
                    <a:pt x="11333" y="26935"/>
                    <a:pt x="10748" y="25268"/>
                    <a:pt x="10071" y="23348"/>
                  </a:cubicBezTo>
                  <a:cubicBezTo>
                    <a:pt x="8969" y="20204"/>
                    <a:pt x="1273" y="863"/>
                    <a:pt x="922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5" name="Google Shape;1134;p41"/>
            <p:cNvSpPr/>
            <p:nvPr/>
          </p:nvSpPr>
          <p:spPr>
            <a:xfrm rot="1458600">
              <a:off x="8020080" y="538920"/>
              <a:ext cx="464400" cy="375480"/>
            </a:xfrm>
            <a:custGeom>
              <a:avLst/>
              <a:gdLst>
                <a:gd name="textAreaLeft" fmla="*/ 0 w 464400"/>
                <a:gd name="textAreaRight" fmla="*/ 464760 w 464400"/>
                <a:gd name="textAreaTop" fmla="*/ 0 h 375480"/>
                <a:gd name="textAreaBottom" fmla="*/ 375840 h 375480"/>
              </a:gdLst>
              <a:ahLst/>
              <a:cxnLst/>
              <a:rect l="textAreaLeft" t="textAreaTop" r="textAreaRight" b="textAreaBottom"/>
              <a:pathLst>
                <a:path w="12464" h="10076">
                  <a:moveTo>
                    <a:pt x="0" y="1"/>
                  </a:moveTo>
                  <a:cubicBezTo>
                    <a:pt x="2403" y="1229"/>
                    <a:pt x="4231" y="4573"/>
                    <a:pt x="4231" y="4573"/>
                  </a:cubicBezTo>
                  <a:cubicBezTo>
                    <a:pt x="6917" y="6284"/>
                    <a:pt x="9169" y="8077"/>
                    <a:pt x="11031" y="10076"/>
                  </a:cubicBezTo>
                  <a:cubicBezTo>
                    <a:pt x="11440" y="9579"/>
                    <a:pt x="11923" y="9140"/>
                    <a:pt x="12464" y="8779"/>
                  </a:cubicBezTo>
                  <a:cubicBezTo>
                    <a:pt x="9339" y="5421"/>
                    <a:pt x="5006" y="2379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6" name="Google Shape;1135;p41"/>
            <p:cNvSpPr/>
            <p:nvPr/>
          </p:nvSpPr>
          <p:spPr>
            <a:xfrm rot="1458600">
              <a:off x="7113240" y="213840"/>
              <a:ext cx="1084320" cy="1062000"/>
            </a:xfrm>
            <a:custGeom>
              <a:avLst/>
              <a:gdLst>
                <a:gd name="textAreaLeft" fmla="*/ 0 w 1084320"/>
                <a:gd name="textAreaRight" fmla="*/ 1084680 w 1084320"/>
                <a:gd name="textAreaTop" fmla="*/ 0 h 1062000"/>
                <a:gd name="textAreaBottom" fmla="*/ 1062360 h 1062000"/>
              </a:gdLst>
              <a:ahLst/>
              <a:cxnLst/>
              <a:rect l="textAreaLeft" t="textAreaTop" r="textAreaRight" b="textAreaBottom"/>
              <a:pathLst>
                <a:path w="29081" h="28486">
                  <a:moveTo>
                    <a:pt x="14833" y="1960"/>
                  </a:moveTo>
                  <a:cubicBezTo>
                    <a:pt x="21603" y="1960"/>
                    <a:pt x="27116" y="7473"/>
                    <a:pt x="27116" y="14243"/>
                  </a:cubicBezTo>
                  <a:cubicBezTo>
                    <a:pt x="27116" y="21018"/>
                    <a:pt x="21608" y="26526"/>
                    <a:pt x="14833" y="26526"/>
                  </a:cubicBezTo>
                  <a:cubicBezTo>
                    <a:pt x="8063" y="26526"/>
                    <a:pt x="2550" y="21018"/>
                    <a:pt x="2550" y="14243"/>
                  </a:cubicBezTo>
                  <a:cubicBezTo>
                    <a:pt x="2550" y="13229"/>
                    <a:pt x="2677" y="12220"/>
                    <a:pt x="2925" y="11236"/>
                  </a:cubicBezTo>
                  <a:cubicBezTo>
                    <a:pt x="3335" y="10076"/>
                    <a:pt x="3812" y="8940"/>
                    <a:pt x="4358" y="7838"/>
                  </a:cubicBezTo>
                  <a:cubicBezTo>
                    <a:pt x="6591" y="4188"/>
                    <a:pt x="10558" y="1965"/>
                    <a:pt x="14833" y="1960"/>
                  </a:cubicBezTo>
                  <a:close/>
                  <a:moveTo>
                    <a:pt x="14860" y="0"/>
                  </a:moveTo>
                  <a:cubicBezTo>
                    <a:pt x="14850" y="0"/>
                    <a:pt x="14839" y="1"/>
                    <a:pt x="14828" y="1"/>
                  </a:cubicBezTo>
                  <a:cubicBezTo>
                    <a:pt x="9666" y="1"/>
                    <a:pt x="5138" y="2759"/>
                    <a:pt x="2643" y="6878"/>
                  </a:cubicBezTo>
                  <a:cubicBezTo>
                    <a:pt x="2638" y="6888"/>
                    <a:pt x="2633" y="6893"/>
                    <a:pt x="2633" y="6903"/>
                  </a:cubicBezTo>
                  <a:cubicBezTo>
                    <a:pt x="1921" y="8077"/>
                    <a:pt x="1385" y="9345"/>
                    <a:pt x="1044" y="10675"/>
                  </a:cubicBezTo>
                  <a:cubicBezTo>
                    <a:pt x="776" y="11431"/>
                    <a:pt x="542" y="12191"/>
                    <a:pt x="342" y="12956"/>
                  </a:cubicBezTo>
                  <a:cubicBezTo>
                    <a:pt x="342" y="12961"/>
                    <a:pt x="342" y="12966"/>
                    <a:pt x="342" y="12966"/>
                  </a:cubicBezTo>
                  <a:cubicBezTo>
                    <a:pt x="1" y="15023"/>
                    <a:pt x="1346" y="18825"/>
                    <a:pt x="1346" y="18825"/>
                  </a:cubicBezTo>
                  <a:cubicBezTo>
                    <a:pt x="3257" y="24435"/>
                    <a:pt x="8579" y="28486"/>
                    <a:pt x="14833" y="28486"/>
                  </a:cubicBezTo>
                  <a:cubicBezTo>
                    <a:pt x="22686" y="28486"/>
                    <a:pt x="29076" y="22100"/>
                    <a:pt x="29076" y="14243"/>
                  </a:cubicBezTo>
                  <a:cubicBezTo>
                    <a:pt x="29081" y="11592"/>
                    <a:pt x="28335" y="8994"/>
                    <a:pt x="26931" y="6742"/>
                  </a:cubicBezTo>
                  <a:cubicBezTo>
                    <a:pt x="26931" y="6742"/>
                    <a:pt x="25103" y="3398"/>
                    <a:pt x="22690" y="2170"/>
                  </a:cubicBezTo>
                  <a:cubicBezTo>
                    <a:pt x="22608" y="2126"/>
                    <a:pt x="22525" y="2092"/>
                    <a:pt x="22442" y="2053"/>
                  </a:cubicBezTo>
                  <a:cubicBezTo>
                    <a:pt x="21959" y="1828"/>
                    <a:pt x="21472" y="1604"/>
                    <a:pt x="20975" y="1390"/>
                  </a:cubicBezTo>
                  <a:lnTo>
                    <a:pt x="20975" y="1395"/>
                  </a:lnTo>
                  <a:cubicBezTo>
                    <a:pt x="19064" y="478"/>
                    <a:pt x="16975" y="0"/>
                    <a:pt x="1486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7" name="Google Shape;1136;p41"/>
            <p:cNvSpPr/>
            <p:nvPr/>
          </p:nvSpPr>
          <p:spPr>
            <a:xfrm rot="1458600">
              <a:off x="6746760" y="532080"/>
              <a:ext cx="845280" cy="1213200"/>
            </a:xfrm>
            <a:custGeom>
              <a:avLst/>
              <a:gdLst>
                <a:gd name="textAreaLeft" fmla="*/ 0 w 845280"/>
                <a:gd name="textAreaRight" fmla="*/ 845640 w 845280"/>
                <a:gd name="textAreaTop" fmla="*/ 0 h 1213200"/>
                <a:gd name="textAreaBottom" fmla="*/ 1213560 h 1213200"/>
              </a:gdLst>
              <a:ahLst/>
              <a:cxnLst/>
              <a:rect l="textAreaLeft" t="textAreaTop" r="textAreaRight" b="textAreaBottom"/>
              <a:pathLst>
                <a:path w="22672" h="32541">
                  <a:moveTo>
                    <a:pt x="4651" y="0"/>
                  </a:moveTo>
                  <a:cubicBezTo>
                    <a:pt x="3038" y="6093"/>
                    <a:pt x="3350" y="12381"/>
                    <a:pt x="5631" y="17991"/>
                  </a:cubicBezTo>
                  <a:cubicBezTo>
                    <a:pt x="3705" y="19200"/>
                    <a:pt x="2185" y="21003"/>
                    <a:pt x="1263" y="23231"/>
                  </a:cubicBezTo>
                  <a:cubicBezTo>
                    <a:pt x="45" y="26155"/>
                    <a:pt x="1" y="29460"/>
                    <a:pt x="1132" y="32541"/>
                  </a:cubicBezTo>
                  <a:lnTo>
                    <a:pt x="1522" y="32399"/>
                  </a:lnTo>
                  <a:lnTo>
                    <a:pt x="2448" y="32063"/>
                  </a:lnTo>
                  <a:lnTo>
                    <a:pt x="2974" y="31868"/>
                  </a:lnTo>
                  <a:cubicBezTo>
                    <a:pt x="2009" y="29251"/>
                    <a:pt x="2048" y="26448"/>
                    <a:pt x="3077" y="23982"/>
                  </a:cubicBezTo>
                  <a:cubicBezTo>
                    <a:pt x="4090" y="21540"/>
                    <a:pt x="5952" y="19717"/>
                    <a:pt x="8326" y="18844"/>
                  </a:cubicBezTo>
                  <a:cubicBezTo>
                    <a:pt x="9312" y="18483"/>
                    <a:pt x="10337" y="18304"/>
                    <a:pt x="11369" y="18304"/>
                  </a:cubicBezTo>
                  <a:cubicBezTo>
                    <a:pt x="12817" y="18304"/>
                    <a:pt x="14277" y="18658"/>
                    <a:pt x="15652" y="19361"/>
                  </a:cubicBezTo>
                  <a:cubicBezTo>
                    <a:pt x="18026" y="20584"/>
                    <a:pt x="19868" y="22695"/>
                    <a:pt x="20829" y="25312"/>
                  </a:cubicBezTo>
                  <a:lnTo>
                    <a:pt x="21297" y="25142"/>
                  </a:lnTo>
                  <a:lnTo>
                    <a:pt x="22218" y="24805"/>
                  </a:lnTo>
                  <a:lnTo>
                    <a:pt x="22671" y="24635"/>
                  </a:lnTo>
                  <a:cubicBezTo>
                    <a:pt x="21540" y="21554"/>
                    <a:pt x="19366" y="19063"/>
                    <a:pt x="16544" y="17621"/>
                  </a:cubicBezTo>
                  <a:cubicBezTo>
                    <a:pt x="14886" y="16769"/>
                    <a:pt x="13121" y="16340"/>
                    <a:pt x="11366" y="16340"/>
                  </a:cubicBezTo>
                  <a:cubicBezTo>
                    <a:pt x="10108" y="16340"/>
                    <a:pt x="8855" y="16560"/>
                    <a:pt x="7649" y="17002"/>
                  </a:cubicBezTo>
                  <a:cubicBezTo>
                    <a:pt x="7561" y="17036"/>
                    <a:pt x="7478" y="17075"/>
                    <a:pt x="7390" y="17104"/>
                  </a:cubicBezTo>
                  <a:cubicBezTo>
                    <a:pt x="5977" y="13565"/>
                    <a:pt x="5402" y="9729"/>
                    <a:pt x="5660" y="5859"/>
                  </a:cubicBezTo>
                  <a:cubicBezTo>
                    <a:pt x="5660" y="5859"/>
                    <a:pt x="4315" y="2057"/>
                    <a:pt x="4651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8" name="Google Shape;1137;p41"/>
            <p:cNvSpPr/>
            <p:nvPr/>
          </p:nvSpPr>
          <p:spPr>
            <a:xfrm rot="1458600">
              <a:off x="6766920" y="416160"/>
              <a:ext cx="1425240" cy="1462680"/>
            </a:xfrm>
            <a:custGeom>
              <a:avLst/>
              <a:gdLst>
                <a:gd name="textAreaLeft" fmla="*/ 0 w 1425240"/>
                <a:gd name="textAreaRight" fmla="*/ 1425600 w 1425240"/>
                <a:gd name="textAreaTop" fmla="*/ 0 h 1462680"/>
                <a:gd name="textAreaBottom" fmla="*/ 1463040 h 1462680"/>
              </a:gdLst>
              <a:ahLst/>
              <a:cxnLst/>
              <a:rect l="textAreaLeft" t="textAreaTop" r="textAreaRight" b="textAreaBottom"/>
              <a:pathLst>
                <a:path w="38225" h="39224">
                  <a:moveTo>
                    <a:pt x="31030" y="0"/>
                  </a:moveTo>
                  <a:lnTo>
                    <a:pt x="31269" y="380"/>
                  </a:lnTo>
                  <a:cubicBezTo>
                    <a:pt x="32658" y="2613"/>
                    <a:pt x="33399" y="5196"/>
                    <a:pt x="33394" y="7828"/>
                  </a:cubicBezTo>
                  <a:cubicBezTo>
                    <a:pt x="33394" y="15627"/>
                    <a:pt x="27053" y="21973"/>
                    <a:pt x="19254" y="21973"/>
                  </a:cubicBezTo>
                  <a:cubicBezTo>
                    <a:pt x="13200" y="21968"/>
                    <a:pt x="7814" y="18113"/>
                    <a:pt x="5864" y="12376"/>
                  </a:cubicBezTo>
                  <a:lnTo>
                    <a:pt x="5704" y="11893"/>
                  </a:lnTo>
                  <a:lnTo>
                    <a:pt x="5670" y="12400"/>
                  </a:lnTo>
                  <a:cubicBezTo>
                    <a:pt x="5406" y="16353"/>
                    <a:pt x="5991" y="20150"/>
                    <a:pt x="7410" y="23694"/>
                  </a:cubicBezTo>
                  <a:lnTo>
                    <a:pt x="7444" y="23791"/>
                  </a:lnTo>
                  <a:lnTo>
                    <a:pt x="7536" y="23757"/>
                  </a:lnTo>
                  <a:cubicBezTo>
                    <a:pt x="7575" y="23743"/>
                    <a:pt x="7614" y="23728"/>
                    <a:pt x="7658" y="23709"/>
                  </a:cubicBezTo>
                  <a:cubicBezTo>
                    <a:pt x="7702" y="23694"/>
                    <a:pt x="7746" y="23674"/>
                    <a:pt x="7795" y="23655"/>
                  </a:cubicBezTo>
                  <a:cubicBezTo>
                    <a:pt x="8988" y="23216"/>
                    <a:pt x="10228" y="22998"/>
                    <a:pt x="11473" y="22998"/>
                  </a:cubicBezTo>
                  <a:cubicBezTo>
                    <a:pt x="13213" y="22998"/>
                    <a:pt x="14962" y="23423"/>
                    <a:pt x="16607" y="24264"/>
                  </a:cubicBezTo>
                  <a:cubicBezTo>
                    <a:pt x="19376" y="25683"/>
                    <a:pt x="21521" y="28120"/>
                    <a:pt x="22651" y="31132"/>
                  </a:cubicBezTo>
                  <a:lnTo>
                    <a:pt x="20999" y="31736"/>
                  </a:lnTo>
                  <a:cubicBezTo>
                    <a:pt x="20024" y="29138"/>
                    <a:pt x="18182" y="27047"/>
                    <a:pt x="15808" y="25829"/>
                  </a:cubicBezTo>
                  <a:cubicBezTo>
                    <a:pt x="14416" y="25116"/>
                    <a:pt x="12938" y="24755"/>
                    <a:pt x="11470" y="24755"/>
                  </a:cubicBezTo>
                  <a:cubicBezTo>
                    <a:pt x="10429" y="24755"/>
                    <a:pt x="9394" y="24936"/>
                    <a:pt x="8399" y="25302"/>
                  </a:cubicBezTo>
                  <a:cubicBezTo>
                    <a:pt x="5996" y="26185"/>
                    <a:pt x="4110" y="28032"/>
                    <a:pt x="3086" y="30494"/>
                  </a:cubicBezTo>
                  <a:cubicBezTo>
                    <a:pt x="2063" y="32955"/>
                    <a:pt x="2014" y="35748"/>
                    <a:pt x="2950" y="38361"/>
                  </a:cubicBezTo>
                  <a:lnTo>
                    <a:pt x="1297" y="38965"/>
                  </a:lnTo>
                  <a:cubicBezTo>
                    <a:pt x="210" y="35933"/>
                    <a:pt x="269" y="32692"/>
                    <a:pt x="1463" y="29821"/>
                  </a:cubicBezTo>
                  <a:cubicBezTo>
                    <a:pt x="2375" y="27627"/>
                    <a:pt x="3871" y="25834"/>
                    <a:pt x="5791" y="24630"/>
                  </a:cubicBezTo>
                  <a:lnTo>
                    <a:pt x="5864" y="24586"/>
                  </a:lnTo>
                  <a:lnTo>
                    <a:pt x="5835" y="24508"/>
                  </a:lnTo>
                  <a:cubicBezTo>
                    <a:pt x="3564" y="18922"/>
                    <a:pt x="3227" y="12722"/>
                    <a:pt x="4860" y="6580"/>
                  </a:cubicBezTo>
                  <a:lnTo>
                    <a:pt x="4661" y="6527"/>
                  </a:lnTo>
                  <a:lnTo>
                    <a:pt x="4661" y="6527"/>
                  </a:lnTo>
                  <a:cubicBezTo>
                    <a:pt x="3028" y="12683"/>
                    <a:pt x="3359" y="18893"/>
                    <a:pt x="5611" y="24498"/>
                  </a:cubicBezTo>
                  <a:cubicBezTo>
                    <a:pt x="3691" y="25727"/>
                    <a:pt x="2189" y="27540"/>
                    <a:pt x="1278" y="29738"/>
                  </a:cubicBezTo>
                  <a:cubicBezTo>
                    <a:pt x="49" y="32687"/>
                    <a:pt x="1" y="36021"/>
                    <a:pt x="1141" y="39131"/>
                  </a:cubicBezTo>
                  <a:lnTo>
                    <a:pt x="1175" y="39223"/>
                  </a:lnTo>
                  <a:lnTo>
                    <a:pt x="3213" y="38482"/>
                  </a:lnTo>
                  <a:lnTo>
                    <a:pt x="3179" y="38390"/>
                  </a:lnTo>
                  <a:cubicBezTo>
                    <a:pt x="2223" y="35797"/>
                    <a:pt x="2262" y="33023"/>
                    <a:pt x="3276" y="30576"/>
                  </a:cubicBezTo>
                  <a:cubicBezTo>
                    <a:pt x="4280" y="28164"/>
                    <a:pt x="6123" y="26355"/>
                    <a:pt x="8467" y="25497"/>
                  </a:cubicBezTo>
                  <a:cubicBezTo>
                    <a:pt x="9445" y="25139"/>
                    <a:pt x="10460" y="24960"/>
                    <a:pt x="11480" y="24960"/>
                  </a:cubicBezTo>
                  <a:cubicBezTo>
                    <a:pt x="12912" y="24960"/>
                    <a:pt x="14355" y="25312"/>
                    <a:pt x="15715" y="26009"/>
                  </a:cubicBezTo>
                  <a:cubicBezTo>
                    <a:pt x="18075" y="27218"/>
                    <a:pt x="19897" y="29309"/>
                    <a:pt x="20848" y="31902"/>
                  </a:cubicBezTo>
                  <a:lnTo>
                    <a:pt x="20882" y="32000"/>
                  </a:lnTo>
                  <a:lnTo>
                    <a:pt x="22915" y="31254"/>
                  </a:lnTo>
                  <a:lnTo>
                    <a:pt x="22881" y="31156"/>
                  </a:lnTo>
                  <a:cubicBezTo>
                    <a:pt x="21740" y="28052"/>
                    <a:pt x="19547" y="25536"/>
                    <a:pt x="16705" y="24084"/>
                  </a:cubicBezTo>
                  <a:cubicBezTo>
                    <a:pt x="15030" y="23227"/>
                    <a:pt x="13250" y="22794"/>
                    <a:pt x="11479" y="22794"/>
                  </a:cubicBezTo>
                  <a:cubicBezTo>
                    <a:pt x="10208" y="22794"/>
                    <a:pt x="8941" y="23017"/>
                    <a:pt x="7722" y="23465"/>
                  </a:cubicBezTo>
                  <a:cubicBezTo>
                    <a:pt x="7678" y="23479"/>
                    <a:pt x="7629" y="23499"/>
                    <a:pt x="7580" y="23518"/>
                  </a:cubicBezTo>
                  <a:lnTo>
                    <a:pt x="7561" y="23528"/>
                  </a:lnTo>
                  <a:cubicBezTo>
                    <a:pt x="6240" y="20189"/>
                    <a:pt x="5665" y="16621"/>
                    <a:pt x="5845" y="12917"/>
                  </a:cubicBezTo>
                  <a:lnTo>
                    <a:pt x="5845" y="12917"/>
                  </a:lnTo>
                  <a:cubicBezTo>
                    <a:pt x="7956" y="18488"/>
                    <a:pt x="13293" y="22178"/>
                    <a:pt x="19254" y="22178"/>
                  </a:cubicBezTo>
                  <a:cubicBezTo>
                    <a:pt x="27165" y="22178"/>
                    <a:pt x="33599" y="15744"/>
                    <a:pt x="33599" y="7833"/>
                  </a:cubicBezTo>
                  <a:cubicBezTo>
                    <a:pt x="33599" y="5308"/>
                    <a:pt x="32936" y="2832"/>
                    <a:pt x="31669" y="653"/>
                  </a:cubicBezTo>
                  <a:lnTo>
                    <a:pt x="31669" y="653"/>
                  </a:lnTo>
                  <a:cubicBezTo>
                    <a:pt x="34252" y="2330"/>
                    <a:pt x="36353" y="4051"/>
                    <a:pt x="38078" y="5903"/>
                  </a:cubicBezTo>
                  <a:lnTo>
                    <a:pt x="38225" y="5761"/>
                  </a:lnTo>
                  <a:cubicBezTo>
                    <a:pt x="36407" y="3812"/>
                    <a:pt x="34179" y="2008"/>
                    <a:pt x="31410" y="244"/>
                  </a:cubicBezTo>
                  <a:lnTo>
                    <a:pt x="31030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9" name="Google Shape;1138;p41"/>
            <p:cNvSpPr/>
            <p:nvPr/>
          </p:nvSpPr>
          <p:spPr>
            <a:xfrm rot="1458600">
              <a:off x="7252560" y="187200"/>
              <a:ext cx="829440" cy="487440"/>
            </a:xfrm>
            <a:custGeom>
              <a:avLst/>
              <a:gdLst>
                <a:gd name="textAreaLeft" fmla="*/ 0 w 829440"/>
                <a:gd name="textAreaRight" fmla="*/ 829800 w 829440"/>
                <a:gd name="textAreaTop" fmla="*/ 0 h 487440"/>
                <a:gd name="textAreaBottom" fmla="*/ 487800 h 487440"/>
              </a:gdLst>
              <a:ahLst/>
              <a:cxnLst/>
              <a:rect l="textAreaLeft" t="textAreaTop" r="textAreaRight" b="textAreaBottom"/>
              <a:pathLst>
                <a:path w="22252" h="13083">
                  <a:moveTo>
                    <a:pt x="14622" y="0"/>
                  </a:moveTo>
                  <a:cubicBezTo>
                    <a:pt x="14611" y="0"/>
                    <a:pt x="14600" y="0"/>
                    <a:pt x="14589" y="0"/>
                  </a:cubicBezTo>
                  <a:cubicBezTo>
                    <a:pt x="9573" y="0"/>
                    <a:pt x="5016" y="2544"/>
                    <a:pt x="2374" y="6824"/>
                  </a:cubicBezTo>
                  <a:lnTo>
                    <a:pt x="2364" y="6814"/>
                  </a:lnTo>
                  <a:lnTo>
                    <a:pt x="2301" y="6946"/>
                  </a:lnTo>
                  <a:cubicBezTo>
                    <a:pt x="1585" y="8125"/>
                    <a:pt x="1048" y="9403"/>
                    <a:pt x="702" y="10738"/>
                  </a:cubicBezTo>
                  <a:cubicBezTo>
                    <a:pt x="444" y="11474"/>
                    <a:pt x="210" y="12244"/>
                    <a:pt x="0" y="13029"/>
                  </a:cubicBezTo>
                  <a:lnTo>
                    <a:pt x="195" y="13083"/>
                  </a:lnTo>
                  <a:cubicBezTo>
                    <a:pt x="405" y="12303"/>
                    <a:pt x="639" y="11537"/>
                    <a:pt x="897" y="10797"/>
                  </a:cubicBezTo>
                  <a:cubicBezTo>
                    <a:pt x="1238" y="9481"/>
                    <a:pt x="1770" y="8218"/>
                    <a:pt x="2477" y="7058"/>
                  </a:cubicBezTo>
                  <a:lnTo>
                    <a:pt x="2481" y="7048"/>
                  </a:lnTo>
                  <a:lnTo>
                    <a:pt x="2491" y="7034"/>
                  </a:lnTo>
                  <a:cubicBezTo>
                    <a:pt x="5084" y="2754"/>
                    <a:pt x="9608" y="200"/>
                    <a:pt x="14589" y="200"/>
                  </a:cubicBezTo>
                  <a:cubicBezTo>
                    <a:pt x="14600" y="200"/>
                    <a:pt x="14610" y="200"/>
                    <a:pt x="14621" y="200"/>
                  </a:cubicBezTo>
                  <a:cubicBezTo>
                    <a:pt x="16726" y="200"/>
                    <a:pt x="18800" y="677"/>
                    <a:pt x="20697" y="1589"/>
                  </a:cubicBezTo>
                  <a:lnTo>
                    <a:pt x="20789" y="1628"/>
                  </a:lnTo>
                  <a:lnTo>
                    <a:pt x="20789" y="1623"/>
                  </a:lnTo>
                  <a:cubicBezTo>
                    <a:pt x="21252" y="1823"/>
                    <a:pt x="21715" y="2033"/>
                    <a:pt x="22164" y="2247"/>
                  </a:cubicBezTo>
                  <a:lnTo>
                    <a:pt x="22251" y="2062"/>
                  </a:lnTo>
                  <a:cubicBezTo>
                    <a:pt x="21769" y="1838"/>
                    <a:pt x="21272" y="1613"/>
                    <a:pt x="20779" y="1399"/>
                  </a:cubicBezTo>
                  <a:lnTo>
                    <a:pt x="20731" y="1379"/>
                  </a:lnTo>
                  <a:cubicBezTo>
                    <a:pt x="18820" y="473"/>
                    <a:pt x="16736" y="0"/>
                    <a:pt x="1462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0" name="Google Shape;1139;p41"/>
            <p:cNvSpPr/>
            <p:nvPr/>
          </p:nvSpPr>
          <p:spPr>
            <a:xfrm rot="1458600">
              <a:off x="8028360" y="538200"/>
              <a:ext cx="469080" cy="333000"/>
            </a:xfrm>
            <a:custGeom>
              <a:avLst/>
              <a:gdLst>
                <a:gd name="textAreaLeft" fmla="*/ 0 w 469080"/>
                <a:gd name="textAreaRight" fmla="*/ 469440 w 469080"/>
                <a:gd name="textAreaTop" fmla="*/ 0 h 333000"/>
                <a:gd name="textAreaBottom" fmla="*/ 333360 h 333000"/>
              </a:gdLst>
              <a:ahLst/>
              <a:cxnLst/>
              <a:rect l="textAreaLeft" t="textAreaTop" r="textAreaRight" b="textAreaBottom"/>
              <a:pathLst>
                <a:path w="12586" h="8941">
                  <a:moveTo>
                    <a:pt x="88" y="1"/>
                  </a:moveTo>
                  <a:lnTo>
                    <a:pt x="0" y="181"/>
                  </a:lnTo>
                  <a:cubicBezTo>
                    <a:pt x="5021" y="2565"/>
                    <a:pt x="9320" y="5592"/>
                    <a:pt x="12430" y="8940"/>
                  </a:cubicBezTo>
                  <a:lnTo>
                    <a:pt x="12586" y="8799"/>
                  </a:lnTo>
                  <a:cubicBezTo>
                    <a:pt x="9451" y="5436"/>
                    <a:pt x="5133" y="2394"/>
                    <a:pt x="88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1" name="Google Shape;1140;p41"/>
            <p:cNvSpPr/>
            <p:nvPr/>
          </p:nvSpPr>
          <p:spPr>
            <a:xfrm rot="1458600">
              <a:off x="7203600" y="287640"/>
              <a:ext cx="923400" cy="923400"/>
            </a:xfrm>
            <a:custGeom>
              <a:avLst/>
              <a:gdLst>
                <a:gd name="textAreaLeft" fmla="*/ 0 w 923400"/>
                <a:gd name="textAreaRight" fmla="*/ 923760 w 923400"/>
                <a:gd name="textAreaTop" fmla="*/ 0 h 923400"/>
                <a:gd name="textAreaBottom" fmla="*/ 923760 h 923400"/>
              </a:gdLst>
              <a:ahLst/>
              <a:cxnLst/>
              <a:rect l="textAreaLeft" t="textAreaTop" r="textAreaRight" b="textAreaBottom"/>
              <a:pathLst>
                <a:path w="24767" h="24772">
                  <a:moveTo>
                    <a:pt x="12386" y="205"/>
                  </a:moveTo>
                  <a:cubicBezTo>
                    <a:pt x="19103" y="205"/>
                    <a:pt x="24567" y="5669"/>
                    <a:pt x="24567" y="12386"/>
                  </a:cubicBezTo>
                  <a:cubicBezTo>
                    <a:pt x="24567" y="19103"/>
                    <a:pt x="19103" y="24567"/>
                    <a:pt x="12386" y="24567"/>
                  </a:cubicBezTo>
                  <a:cubicBezTo>
                    <a:pt x="5669" y="24567"/>
                    <a:pt x="205" y="19103"/>
                    <a:pt x="205" y="12386"/>
                  </a:cubicBezTo>
                  <a:cubicBezTo>
                    <a:pt x="205" y="11382"/>
                    <a:pt x="332" y="10388"/>
                    <a:pt x="571" y="9413"/>
                  </a:cubicBezTo>
                  <a:cubicBezTo>
                    <a:pt x="980" y="8258"/>
                    <a:pt x="1458" y="7132"/>
                    <a:pt x="1999" y="6035"/>
                  </a:cubicBezTo>
                  <a:cubicBezTo>
                    <a:pt x="4241" y="2384"/>
                    <a:pt x="8121" y="205"/>
                    <a:pt x="12386" y="205"/>
                  </a:cubicBezTo>
                  <a:close/>
                  <a:moveTo>
                    <a:pt x="12386" y="1"/>
                  </a:moveTo>
                  <a:cubicBezTo>
                    <a:pt x="8048" y="1"/>
                    <a:pt x="4100" y="2218"/>
                    <a:pt x="1819" y="5937"/>
                  </a:cubicBezTo>
                  <a:cubicBezTo>
                    <a:pt x="1268" y="7044"/>
                    <a:pt x="790" y="8189"/>
                    <a:pt x="376" y="9354"/>
                  </a:cubicBezTo>
                  <a:cubicBezTo>
                    <a:pt x="127" y="10344"/>
                    <a:pt x="1" y="11363"/>
                    <a:pt x="1" y="12386"/>
                  </a:cubicBezTo>
                  <a:cubicBezTo>
                    <a:pt x="1" y="19215"/>
                    <a:pt x="5557" y="24772"/>
                    <a:pt x="12386" y="24772"/>
                  </a:cubicBezTo>
                  <a:cubicBezTo>
                    <a:pt x="19215" y="24772"/>
                    <a:pt x="24767" y="19215"/>
                    <a:pt x="24767" y="12386"/>
                  </a:cubicBezTo>
                  <a:cubicBezTo>
                    <a:pt x="24767" y="5557"/>
                    <a:pt x="19215" y="1"/>
                    <a:pt x="1238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2" name="Google Shape;1141;p41"/>
            <p:cNvSpPr/>
            <p:nvPr/>
          </p:nvSpPr>
          <p:spPr>
            <a:xfrm rot="1458600">
              <a:off x="8170560" y="945720"/>
              <a:ext cx="571320" cy="510840"/>
            </a:xfrm>
            <a:custGeom>
              <a:avLst/>
              <a:gdLst>
                <a:gd name="textAreaLeft" fmla="*/ 0 w 571320"/>
                <a:gd name="textAreaRight" fmla="*/ 571680 w 571320"/>
                <a:gd name="textAreaTop" fmla="*/ 0 h 510840"/>
                <a:gd name="textAreaBottom" fmla="*/ 511200 h 510840"/>
              </a:gdLst>
              <a:ahLst/>
              <a:cxnLst/>
              <a:rect l="textAreaLeft" t="textAreaTop" r="textAreaRight" b="textAreaBottom"/>
              <a:pathLst>
                <a:path w="15326" h="13705">
                  <a:moveTo>
                    <a:pt x="7405" y="208"/>
                  </a:moveTo>
                  <a:cubicBezTo>
                    <a:pt x="7413" y="208"/>
                    <a:pt x="7421" y="208"/>
                    <a:pt x="7429" y="208"/>
                  </a:cubicBezTo>
                  <a:cubicBezTo>
                    <a:pt x="10724" y="208"/>
                    <a:pt x="13522" y="2616"/>
                    <a:pt x="14004" y="5872"/>
                  </a:cubicBezTo>
                  <a:cubicBezTo>
                    <a:pt x="14492" y="9128"/>
                    <a:pt x="12518" y="12247"/>
                    <a:pt x="9369" y="13208"/>
                  </a:cubicBezTo>
                  <a:cubicBezTo>
                    <a:pt x="8727" y="13402"/>
                    <a:pt x="8076" y="13496"/>
                    <a:pt x="7434" y="13496"/>
                  </a:cubicBezTo>
                  <a:cubicBezTo>
                    <a:pt x="4925" y="13496"/>
                    <a:pt x="2554" y="12071"/>
                    <a:pt x="1429" y="9703"/>
                  </a:cubicBezTo>
                  <a:cubicBezTo>
                    <a:pt x="20" y="6730"/>
                    <a:pt x="995" y="3167"/>
                    <a:pt x="3729" y="1334"/>
                  </a:cubicBezTo>
                  <a:cubicBezTo>
                    <a:pt x="4819" y="602"/>
                    <a:pt x="6097" y="208"/>
                    <a:pt x="7405" y="208"/>
                  </a:cubicBezTo>
                  <a:close/>
                  <a:moveTo>
                    <a:pt x="7416" y="1"/>
                  </a:moveTo>
                  <a:cubicBezTo>
                    <a:pt x="6121" y="1"/>
                    <a:pt x="4802" y="370"/>
                    <a:pt x="3617" y="1163"/>
                  </a:cubicBezTo>
                  <a:cubicBezTo>
                    <a:pt x="1112" y="2845"/>
                    <a:pt x="0" y="5964"/>
                    <a:pt x="878" y="8845"/>
                  </a:cubicBezTo>
                  <a:cubicBezTo>
                    <a:pt x="1755" y="11731"/>
                    <a:pt x="4417" y="13705"/>
                    <a:pt x="7429" y="13705"/>
                  </a:cubicBezTo>
                  <a:cubicBezTo>
                    <a:pt x="12030" y="13705"/>
                    <a:pt x="15325" y="9264"/>
                    <a:pt x="13985" y="4863"/>
                  </a:cubicBezTo>
                  <a:cubicBezTo>
                    <a:pt x="13063" y="1826"/>
                    <a:pt x="10298" y="1"/>
                    <a:pt x="741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3" name="Google Shape;1142;p41"/>
            <p:cNvSpPr/>
            <p:nvPr/>
          </p:nvSpPr>
          <p:spPr>
            <a:xfrm rot="1458600">
              <a:off x="8197200" y="960120"/>
              <a:ext cx="485280" cy="466920"/>
            </a:xfrm>
            <a:custGeom>
              <a:avLst/>
              <a:gdLst>
                <a:gd name="textAreaLeft" fmla="*/ 0 w 485280"/>
                <a:gd name="textAreaRight" fmla="*/ 485640 w 485280"/>
                <a:gd name="textAreaTop" fmla="*/ 0 h 466920"/>
                <a:gd name="textAreaBottom" fmla="*/ 467280 h 466920"/>
              </a:gdLst>
              <a:ahLst/>
              <a:cxnLst/>
              <a:rect l="textAreaLeft" t="textAreaTop" r="textAreaRight" b="textAreaBottom"/>
              <a:pathLst>
                <a:path w="13020" h="12528">
                  <a:moveTo>
                    <a:pt x="6756" y="205"/>
                  </a:moveTo>
                  <a:cubicBezTo>
                    <a:pt x="10100" y="210"/>
                    <a:pt x="12810" y="2920"/>
                    <a:pt x="12815" y="6264"/>
                  </a:cubicBezTo>
                  <a:cubicBezTo>
                    <a:pt x="12815" y="8715"/>
                    <a:pt x="11338" y="10923"/>
                    <a:pt x="9076" y="11859"/>
                  </a:cubicBezTo>
                  <a:cubicBezTo>
                    <a:pt x="8325" y="12171"/>
                    <a:pt x="7538" y="12322"/>
                    <a:pt x="6757" y="12322"/>
                  </a:cubicBezTo>
                  <a:cubicBezTo>
                    <a:pt x="5181" y="12322"/>
                    <a:pt x="3632" y="11705"/>
                    <a:pt x="2471" y="10548"/>
                  </a:cubicBezTo>
                  <a:cubicBezTo>
                    <a:pt x="741" y="8813"/>
                    <a:pt x="219" y="6210"/>
                    <a:pt x="1160" y="3943"/>
                  </a:cubicBezTo>
                  <a:cubicBezTo>
                    <a:pt x="2096" y="1682"/>
                    <a:pt x="4304" y="205"/>
                    <a:pt x="6756" y="205"/>
                  </a:cubicBezTo>
                  <a:close/>
                  <a:moveTo>
                    <a:pt x="6758" y="0"/>
                  </a:moveTo>
                  <a:cubicBezTo>
                    <a:pt x="5128" y="0"/>
                    <a:pt x="3525" y="637"/>
                    <a:pt x="2325" y="1833"/>
                  </a:cubicBezTo>
                  <a:cubicBezTo>
                    <a:pt x="536" y="3627"/>
                    <a:pt x="0" y="6317"/>
                    <a:pt x="970" y="8662"/>
                  </a:cubicBezTo>
                  <a:cubicBezTo>
                    <a:pt x="1940" y="11001"/>
                    <a:pt x="4221" y="12527"/>
                    <a:pt x="6756" y="12527"/>
                  </a:cubicBezTo>
                  <a:cubicBezTo>
                    <a:pt x="10212" y="12522"/>
                    <a:pt x="13014" y="9719"/>
                    <a:pt x="13019" y="6264"/>
                  </a:cubicBezTo>
                  <a:cubicBezTo>
                    <a:pt x="13019" y="3729"/>
                    <a:pt x="11494" y="1448"/>
                    <a:pt x="9154" y="478"/>
                  </a:cubicBezTo>
                  <a:cubicBezTo>
                    <a:pt x="8379" y="157"/>
                    <a:pt x="7565" y="0"/>
                    <a:pt x="675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4" name="Google Shape;1143;p41"/>
            <p:cNvSpPr/>
            <p:nvPr/>
          </p:nvSpPr>
          <p:spPr>
            <a:xfrm rot="1458600">
              <a:off x="8286120" y="1044360"/>
              <a:ext cx="313200" cy="301320"/>
            </a:xfrm>
            <a:custGeom>
              <a:avLst/>
              <a:gdLst>
                <a:gd name="textAreaLeft" fmla="*/ 0 w 313200"/>
                <a:gd name="textAreaRight" fmla="*/ 313560 w 313200"/>
                <a:gd name="textAreaTop" fmla="*/ 0 h 301320"/>
                <a:gd name="textAreaBottom" fmla="*/ 301680 h 301320"/>
              </a:gdLst>
              <a:ahLst/>
              <a:cxnLst/>
              <a:rect l="textAreaLeft" t="textAreaTop" r="textAreaRight" b="textAreaBottom"/>
              <a:pathLst>
                <a:path w="8409" h="8092">
                  <a:moveTo>
                    <a:pt x="4363" y="205"/>
                  </a:moveTo>
                  <a:cubicBezTo>
                    <a:pt x="6483" y="205"/>
                    <a:pt x="8204" y="1920"/>
                    <a:pt x="8209" y="4041"/>
                  </a:cubicBezTo>
                  <a:cubicBezTo>
                    <a:pt x="8209" y="5596"/>
                    <a:pt x="7273" y="6999"/>
                    <a:pt x="5835" y="7594"/>
                  </a:cubicBezTo>
                  <a:cubicBezTo>
                    <a:pt x="5359" y="7791"/>
                    <a:pt x="4860" y="7887"/>
                    <a:pt x="4364" y="7887"/>
                  </a:cubicBezTo>
                  <a:cubicBezTo>
                    <a:pt x="3366" y="7887"/>
                    <a:pt x="2384" y="7498"/>
                    <a:pt x="1648" y="6765"/>
                  </a:cubicBezTo>
                  <a:cubicBezTo>
                    <a:pt x="551" y="5664"/>
                    <a:pt x="220" y="4011"/>
                    <a:pt x="814" y="2578"/>
                  </a:cubicBezTo>
                  <a:cubicBezTo>
                    <a:pt x="1409" y="1141"/>
                    <a:pt x="2808" y="205"/>
                    <a:pt x="4363" y="205"/>
                  </a:cubicBezTo>
                  <a:close/>
                  <a:moveTo>
                    <a:pt x="4368" y="0"/>
                  </a:moveTo>
                  <a:cubicBezTo>
                    <a:pt x="3314" y="0"/>
                    <a:pt x="2278" y="411"/>
                    <a:pt x="1502" y="1184"/>
                  </a:cubicBezTo>
                  <a:cubicBezTo>
                    <a:pt x="346" y="2340"/>
                    <a:pt x="0" y="4080"/>
                    <a:pt x="624" y="5596"/>
                  </a:cubicBezTo>
                  <a:cubicBezTo>
                    <a:pt x="1253" y="7107"/>
                    <a:pt x="2725" y="8091"/>
                    <a:pt x="4363" y="8091"/>
                  </a:cubicBezTo>
                  <a:cubicBezTo>
                    <a:pt x="6600" y="8091"/>
                    <a:pt x="8408" y="6278"/>
                    <a:pt x="8408" y="4046"/>
                  </a:cubicBezTo>
                  <a:cubicBezTo>
                    <a:pt x="8408" y="2408"/>
                    <a:pt x="7424" y="931"/>
                    <a:pt x="5913" y="307"/>
                  </a:cubicBezTo>
                  <a:cubicBezTo>
                    <a:pt x="5413" y="101"/>
                    <a:pt x="4888" y="0"/>
                    <a:pt x="436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5" name="Google Shape;1144;p41"/>
            <p:cNvSpPr/>
            <p:nvPr/>
          </p:nvSpPr>
          <p:spPr>
            <a:xfrm rot="1458600">
              <a:off x="8306280" y="1063440"/>
              <a:ext cx="274680" cy="264240"/>
            </a:xfrm>
            <a:custGeom>
              <a:avLst/>
              <a:gdLst>
                <a:gd name="textAreaLeft" fmla="*/ 0 w 274680"/>
                <a:gd name="textAreaRight" fmla="*/ 275040 w 274680"/>
                <a:gd name="textAreaTop" fmla="*/ 0 h 264240"/>
                <a:gd name="textAreaBottom" fmla="*/ 264600 h 264240"/>
              </a:gdLst>
              <a:ahLst/>
              <a:cxnLst/>
              <a:rect l="textAreaLeft" t="textAreaTop" r="textAreaRight" b="textAreaBottom"/>
              <a:pathLst>
                <a:path w="7376" h="7099">
                  <a:moveTo>
                    <a:pt x="3822" y="206"/>
                  </a:moveTo>
                  <a:cubicBezTo>
                    <a:pt x="5669" y="206"/>
                    <a:pt x="7166" y="1702"/>
                    <a:pt x="7166" y="3550"/>
                  </a:cubicBezTo>
                  <a:cubicBezTo>
                    <a:pt x="7166" y="4900"/>
                    <a:pt x="6352" y="6118"/>
                    <a:pt x="5104" y="6640"/>
                  </a:cubicBezTo>
                  <a:cubicBezTo>
                    <a:pt x="4690" y="6811"/>
                    <a:pt x="4256" y="6894"/>
                    <a:pt x="3825" y="6894"/>
                  </a:cubicBezTo>
                  <a:cubicBezTo>
                    <a:pt x="2953" y="6894"/>
                    <a:pt x="2097" y="6553"/>
                    <a:pt x="1458" y="5914"/>
                  </a:cubicBezTo>
                  <a:cubicBezTo>
                    <a:pt x="502" y="4958"/>
                    <a:pt x="215" y="3520"/>
                    <a:pt x="732" y="2268"/>
                  </a:cubicBezTo>
                  <a:cubicBezTo>
                    <a:pt x="1248" y="1020"/>
                    <a:pt x="2472" y="206"/>
                    <a:pt x="3822" y="206"/>
                  </a:cubicBezTo>
                  <a:close/>
                  <a:moveTo>
                    <a:pt x="3830" y="1"/>
                  </a:moveTo>
                  <a:cubicBezTo>
                    <a:pt x="2907" y="1"/>
                    <a:pt x="1998" y="361"/>
                    <a:pt x="1316" y="1039"/>
                  </a:cubicBezTo>
                  <a:cubicBezTo>
                    <a:pt x="303" y="2053"/>
                    <a:pt x="0" y="3579"/>
                    <a:pt x="546" y="4905"/>
                  </a:cubicBezTo>
                  <a:cubicBezTo>
                    <a:pt x="1097" y="6230"/>
                    <a:pt x="2389" y="7093"/>
                    <a:pt x="3822" y="7098"/>
                  </a:cubicBezTo>
                  <a:cubicBezTo>
                    <a:pt x="5781" y="7098"/>
                    <a:pt x="7370" y="5509"/>
                    <a:pt x="7375" y="3550"/>
                  </a:cubicBezTo>
                  <a:cubicBezTo>
                    <a:pt x="7370" y="2112"/>
                    <a:pt x="6508" y="820"/>
                    <a:pt x="5182" y="269"/>
                  </a:cubicBezTo>
                  <a:cubicBezTo>
                    <a:pt x="4745" y="89"/>
                    <a:pt x="4286" y="1"/>
                    <a:pt x="383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6" name="Google Shape;1145;p41"/>
            <p:cNvSpPr/>
            <p:nvPr/>
          </p:nvSpPr>
          <p:spPr>
            <a:xfrm rot="1458600">
              <a:off x="6342840" y="1587600"/>
              <a:ext cx="548280" cy="1082160"/>
            </a:xfrm>
            <a:custGeom>
              <a:avLst/>
              <a:gdLst>
                <a:gd name="textAreaLeft" fmla="*/ 0 w 548280"/>
                <a:gd name="textAreaRight" fmla="*/ 548640 w 548280"/>
                <a:gd name="textAreaTop" fmla="*/ 0 h 1082160"/>
                <a:gd name="textAreaBottom" fmla="*/ 1082520 h 1082160"/>
              </a:gdLst>
              <a:ahLst/>
              <a:cxnLst/>
              <a:rect l="textAreaLeft" t="textAreaTop" r="textAreaRight" b="textAreaBottom"/>
              <a:pathLst>
                <a:path w="14712" h="29023">
                  <a:moveTo>
                    <a:pt x="1131" y="1"/>
                  </a:moveTo>
                  <a:lnTo>
                    <a:pt x="936" y="54"/>
                  </a:lnTo>
                  <a:cubicBezTo>
                    <a:pt x="995" y="264"/>
                    <a:pt x="7063" y="20897"/>
                    <a:pt x="8141" y="24070"/>
                  </a:cubicBezTo>
                  <a:cubicBezTo>
                    <a:pt x="8730" y="25810"/>
                    <a:pt x="9237" y="27316"/>
                    <a:pt x="10363" y="27828"/>
                  </a:cubicBezTo>
                  <a:cubicBezTo>
                    <a:pt x="10667" y="27967"/>
                    <a:pt x="11021" y="28037"/>
                    <a:pt x="11432" y="28037"/>
                  </a:cubicBezTo>
                  <a:cubicBezTo>
                    <a:pt x="12155" y="28037"/>
                    <a:pt x="13050" y="27820"/>
                    <a:pt x="14136" y="27384"/>
                  </a:cubicBezTo>
                  <a:lnTo>
                    <a:pt x="14146" y="27380"/>
                  </a:lnTo>
                  <a:lnTo>
                    <a:pt x="14443" y="28096"/>
                  </a:lnTo>
                  <a:lnTo>
                    <a:pt x="14433" y="28101"/>
                  </a:lnTo>
                  <a:cubicBezTo>
                    <a:pt x="13245" y="28581"/>
                    <a:pt x="12273" y="28819"/>
                    <a:pt x="11449" y="28819"/>
                  </a:cubicBezTo>
                  <a:cubicBezTo>
                    <a:pt x="10928" y="28819"/>
                    <a:pt x="10466" y="28724"/>
                    <a:pt x="10046" y="28535"/>
                  </a:cubicBezTo>
                  <a:cubicBezTo>
                    <a:pt x="8613" y="27882"/>
                    <a:pt x="8058" y="26234"/>
                    <a:pt x="7405" y="24318"/>
                  </a:cubicBezTo>
                  <a:cubicBezTo>
                    <a:pt x="6322" y="21121"/>
                    <a:pt x="269" y="532"/>
                    <a:pt x="205" y="327"/>
                  </a:cubicBezTo>
                  <a:cubicBezTo>
                    <a:pt x="200" y="308"/>
                    <a:pt x="195" y="293"/>
                    <a:pt x="191" y="274"/>
                  </a:cubicBezTo>
                  <a:lnTo>
                    <a:pt x="1" y="337"/>
                  </a:lnTo>
                  <a:cubicBezTo>
                    <a:pt x="1" y="357"/>
                    <a:pt x="5" y="371"/>
                    <a:pt x="15" y="386"/>
                  </a:cubicBezTo>
                  <a:cubicBezTo>
                    <a:pt x="74" y="595"/>
                    <a:pt x="6127" y="21184"/>
                    <a:pt x="7214" y="24392"/>
                  </a:cubicBezTo>
                  <a:cubicBezTo>
                    <a:pt x="7877" y="26346"/>
                    <a:pt x="8452" y="28033"/>
                    <a:pt x="9964" y="28725"/>
                  </a:cubicBezTo>
                  <a:cubicBezTo>
                    <a:pt x="10416" y="28920"/>
                    <a:pt x="10906" y="29022"/>
                    <a:pt x="11401" y="29022"/>
                  </a:cubicBezTo>
                  <a:cubicBezTo>
                    <a:pt x="11412" y="29022"/>
                    <a:pt x="11424" y="29022"/>
                    <a:pt x="11436" y="29022"/>
                  </a:cubicBezTo>
                  <a:cubicBezTo>
                    <a:pt x="12289" y="29022"/>
                    <a:pt x="13293" y="28783"/>
                    <a:pt x="14511" y="28291"/>
                  </a:cubicBezTo>
                  <a:lnTo>
                    <a:pt x="14614" y="28247"/>
                  </a:lnTo>
                  <a:lnTo>
                    <a:pt x="14711" y="28208"/>
                  </a:lnTo>
                  <a:lnTo>
                    <a:pt x="14297" y="27204"/>
                  </a:lnTo>
                  <a:lnTo>
                    <a:pt x="14238" y="27121"/>
                  </a:lnTo>
                  <a:lnTo>
                    <a:pt x="14058" y="27194"/>
                  </a:lnTo>
                  <a:cubicBezTo>
                    <a:pt x="12995" y="27620"/>
                    <a:pt x="12127" y="27831"/>
                    <a:pt x="11433" y="27831"/>
                  </a:cubicBezTo>
                  <a:cubicBezTo>
                    <a:pt x="11054" y="27831"/>
                    <a:pt x="10728" y="27768"/>
                    <a:pt x="10451" y="27643"/>
                  </a:cubicBezTo>
                  <a:cubicBezTo>
                    <a:pt x="9403" y="27165"/>
                    <a:pt x="8906" y="25698"/>
                    <a:pt x="8335" y="24007"/>
                  </a:cubicBezTo>
                  <a:cubicBezTo>
                    <a:pt x="7258" y="20838"/>
                    <a:pt x="1190" y="205"/>
                    <a:pt x="113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7" name="Google Shape;1146;p41"/>
            <p:cNvSpPr/>
            <p:nvPr/>
          </p:nvSpPr>
          <p:spPr>
            <a:xfrm rot="1458600">
              <a:off x="7117920" y="1615320"/>
              <a:ext cx="429840" cy="1156680"/>
            </a:xfrm>
            <a:custGeom>
              <a:avLst/>
              <a:gdLst>
                <a:gd name="textAreaLeft" fmla="*/ 0 w 429840"/>
                <a:gd name="textAreaRight" fmla="*/ 430200 w 429840"/>
                <a:gd name="textAreaTop" fmla="*/ 0 h 1156680"/>
                <a:gd name="textAreaBottom" fmla="*/ 1157040 h 1156680"/>
              </a:gdLst>
              <a:ahLst/>
              <a:cxnLst/>
              <a:rect l="textAreaLeft" t="textAreaTop" r="textAreaRight" b="textAreaBottom"/>
              <a:pathLst>
                <a:path w="11539" h="31026">
                  <a:moveTo>
                    <a:pt x="1093" y="0"/>
                  </a:moveTo>
                  <a:lnTo>
                    <a:pt x="922" y="112"/>
                  </a:lnTo>
                  <a:cubicBezTo>
                    <a:pt x="1000" y="307"/>
                    <a:pt x="8935" y="20243"/>
                    <a:pt x="10066" y="23460"/>
                  </a:cubicBezTo>
                  <a:cubicBezTo>
                    <a:pt x="10739" y="25366"/>
                    <a:pt x="11314" y="27009"/>
                    <a:pt x="10593" y="28403"/>
                  </a:cubicBezTo>
                  <a:cubicBezTo>
                    <a:pt x="10057" y="29436"/>
                    <a:pt x="8867" y="30192"/>
                    <a:pt x="6859" y="30776"/>
                  </a:cubicBezTo>
                  <a:lnTo>
                    <a:pt x="6645" y="30026"/>
                  </a:lnTo>
                  <a:cubicBezTo>
                    <a:pt x="8409" y="29519"/>
                    <a:pt x="9476" y="28866"/>
                    <a:pt x="9901" y="28047"/>
                  </a:cubicBezTo>
                  <a:cubicBezTo>
                    <a:pt x="10471" y="26945"/>
                    <a:pt x="9944" y="25449"/>
                    <a:pt x="9335" y="23719"/>
                  </a:cubicBezTo>
                  <a:cubicBezTo>
                    <a:pt x="8453" y="21213"/>
                    <a:pt x="3364" y="8360"/>
                    <a:pt x="405" y="922"/>
                  </a:cubicBezTo>
                  <a:cubicBezTo>
                    <a:pt x="274" y="595"/>
                    <a:pt x="201" y="400"/>
                    <a:pt x="191" y="376"/>
                  </a:cubicBezTo>
                  <a:lnTo>
                    <a:pt x="181" y="351"/>
                  </a:lnTo>
                  <a:lnTo>
                    <a:pt x="162" y="337"/>
                  </a:lnTo>
                  <a:lnTo>
                    <a:pt x="94" y="415"/>
                  </a:lnTo>
                  <a:lnTo>
                    <a:pt x="1" y="449"/>
                  </a:lnTo>
                  <a:cubicBezTo>
                    <a:pt x="11" y="473"/>
                    <a:pt x="89" y="668"/>
                    <a:pt x="220" y="1000"/>
                  </a:cubicBezTo>
                  <a:cubicBezTo>
                    <a:pt x="5319" y="13838"/>
                    <a:pt x="8492" y="21930"/>
                    <a:pt x="9145" y="23787"/>
                  </a:cubicBezTo>
                  <a:cubicBezTo>
                    <a:pt x="9735" y="25473"/>
                    <a:pt x="10251" y="26931"/>
                    <a:pt x="9720" y="27954"/>
                  </a:cubicBezTo>
                  <a:cubicBezTo>
                    <a:pt x="9311" y="28734"/>
                    <a:pt x="8258" y="29358"/>
                    <a:pt x="6493" y="29860"/>
                  </a:cubicBezTo>
                  <a:lnTo>
                    <a:pt x="6391" y="29889"/>
                  </a:lnTo>
                  <a:lnTo>
                    <a:pt x="6718" y="31025"/>
                  </a:lnTo>
                  <a:lnTo>
                    <a:pt x="6815" y="30996"/>
                  </a:lnTo>
                  <a:cubicBezTo>
                    <a:pt x="8945" y="30396"/>
                    <a:pt x="10198" y="29602"/>
                    <a:pt x="10773" y="28500"/>
                  </a:cubicBezTo>
                  <a:cubicBezTo>
                    <a:pt x="11538" y="27023"/>
                    <a:pt x="10944" y="25342"/>
                    <a:pt x="10261" y="23392"/>
                  </a:cubicBezTo>
                  <a:cubicBezTo>
                    <a:pt x="9130" y="20170"/>
                    <a:pt x="1185" y="229"/>
                    <a:pt x="1112" y="39"/>
                  </a:cubicBezTo>
                  <a:cubicBezTo>
                    <a:pt x="1107" y="25"/>
                    <a:pt x="1098" y="10"/>
                    <a:pt x="1093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8" name="Google Shape;1147;p41"/>
            <p:cNvSpPr/>
            <p:nvPr/>
          </p:nvSpPr>
          <p:spPr>
            <a:xfrm rot="1458600">
              <a:off x="6636600" y="2621520"/>
              <a:ext cx="101520" cy="12240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122400"/>
                <a:gd name="textAreaBottom" fmla="*/ 122760 h 122400"/>
              </a:gdLst>
              <a:ahLst/>
              <a:cxnLst/>
              <a:rect l="textAreaLeft" t="textAreaTop" r="textAreaRight" b="textAreaBottom"/>
              <a:pathLst>
                <a:path w="2731" h="3291">
                  <a:moveTo>
                    <a:pt x="1073" y="205"/>
                  </a:moveTo>
                  <a:cubicBezTo>
                    <a:pt x="1380" y="205"/>
                    <a:pt x="1663" y="395"/>
                    <a:pt x="1780" y="683"/>
                  </a:cubicBezTo>
                  <a:lnTo>
                    <a:pt x="2336" y="2028"/>
                  </a:lnTo>
                  <a:cubicBezTo>
                    <a:pt x="2496" y="2418"/>
                    <a:pt x="2311" y="2866"/>
                    <a:pt x="1921" y="3027"/>
                  </a:cubicBezTo>
                  <a:cubicBezTo>
                    <a:pt x="1858" y="3056"/>
                    <a:pt x="1795" y="3071"/>
                    <a:pt x="1726" y="3081"/>
                  </a:cubicBezTo>
                  <a:cubicBezTo>
                    <a:pt x="1693" y="3085"/>
                    <a:pt x="1660" y="3087"/>
                    <a:pt x="1627" y="3087"/>
                  </a:cubicBezTo>
                  <a:cubicBezTo>
                    <a:pt x="1319" y="3087"/>
                    <a:pt x="1036" y="2904"/>
                    <a:pt x="917" y="2613"/>
                  </a:cubicBezTo>
                  <a:lnTo>
                    <a:pt x="357" y="1267"/>
                  </a:lnTo>
                  <a:cubicBezTo>
                    <a:pt x="225" y="946"/>
                    <a:pt x="327" y="570"/>
                    <a:pt x="605" y="361"/>
                  </a:cubicBezTo>
                  <a:cubicBezTo>
                    <a:pt x="659" y="322"/>
                    <a:pt x="717" y="288"/>
                    <a:pt x="776" y="263"/>
                  </a:cubicBezTo>
                  <a:cubicBezTo>
                    <a:pt x="868" y="224"/>
                    <a:pt x="966" y="205"/>
                    <a:pt x="1068" y="205"/>
                  </a:cubicBezTo>
                  <a:close/>
                  <a:moveTo>
                    <a:pt x="1068" y="0"/>
                  </a:moveTo>
                  <a:cubicBezTo>
                    <a:pt x="942" y="0"/>
                    <a:pt x="815" y="25"/>
                    <a:pt x="698" y="73"/>
                  </a:cubicBezTo>
                  <a:cubicBezTo>
                    <a:pt x="620" y="107"/>
                    <a:pt x="547" y="146"/>
                    <a:pt x="483" y="200"/>
                  </a:cubicBezTo>
                  <a:cubicBezTo>
                    <a:pt x="128" y="463"/>
                    <a:pt x="1" y="936"/>
                    <a:pt x="171" y="1345"/>
                  </a:cubicBezTo>
                  <a:lnTo>
                    <a:pt x="727" y="2691"/>
                  </a:lnTo>
                  <a:cubicBezTo>
                    <a:pt x="878" y="3056"/>
                    <a:pt x="1234" y="3290"/>
                    <a:pt x="1629" y="3290"/>
                  </a:cubicBezTo>
                  <a:cubicBezTo>
                    <a:pt x="1668" y="3290"/>
                    <a:pt x="1712" y="3290"/>
                    <a:pt x="1751" y="3285"/>
                  </a:cubicBezTo>
                  <a:cubicBezTo>
                    <a:pt x="1838" y="3271"/>
                    <a:pt x="1916" y="3251"/>
                    <a:pt x="1994" y="3217"/>
                  </a:cubicBezTo>
                  <a:cubicBezTo>
                    <a:pt x="2492" y="3012"/>
                    <a:pt x="2730" y="2447"/>
                    <a:pt x="2526" y="1950"/>
                  </a:cubicBezTo>
                  <a:lnTo>
                    <a:pt x="1970" y="605"/>
                  </a:lnTo>
                  <a:cubicBezTo>
                    <a:pt x="1819" y="239"/>
                    <a:pt x="1463" y="0"/>
                    <a:pt x="106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61200" bIns="612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9" name="Google Shape;1148;p41"/>
            <p:cNvSpPr/>
            <p:nvPr/>
          </p:nvSpPr>
          <p:spPr>
            <a:xfrm rot="1458600">
              <a:off x="6652800" y="2626920"/>
              <a:ext cx="51120" cy="110880"/>
            </a:xfrm>
            <a:custGeom>
              <a:avLst/>
              <a:gdLst>
                <a:gd name="textAreaLeft" fmla="*/ 0 w 51120"/>
                <a:gd name="textAreaRight" fmla="*/ 51480 w 51120"/>
                <a:gd name="textAreaTop" fmla="*/ 0 h 110880"/>
                <a:gd name="textAreaBottom" fmla="*/ 111240 h 110880"/>
              </a:gdLst>
              <a:ahLst/>
              <a:cxnLst/>
              <a:rect l="textAreaLeft" t="textAreaTop" r="textAreaRight" b="textAreaBottom"/>
              <a:pathLst>
                <a:path w="1385" h="2980">
                  <a:moveTo>
                    <a:pt x="190" y="1"/>
                  </a:moveTo>
                  <a:lnTo>
                    <a:pt x="0" y="79"/>
                  </a:lnTo>
                  <a:lnTo>
                    <a:pt x="1199" y="2979"/>
                  </a:lnTo>
                  <a:lnTo>
                    <a:pt x="1385" y="2901"/>
                  </a:lnTo>
                  <a:lnTo>
                    <a:pt x="190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5440" bIns="55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0" name="Google Shape;1149;p41"/>
            <p:cNvSpPr/>
            <p:nvPr/>
          </p:nvSpPr>
          <p:spPr>
            <a:xfrm rot="1458600">
              <a:off x="7052400" y="2653560"/>
              <a:ext cx="93600" cy="124560"/>
            </a:xfrm>
            <a:custGeom>
              <a:avLst/>
              <a:gdLst>
                <a:gd name="textAreaLeft" fmla="*/ 0 w 93600"/>
                <a:gd name="textAreaRight" fmla="*/ 93960 w 93600"/>
                <a:gd name="textAreaTop" fmla="*/ 0 h 124560"/>
                <a:gd name="textAreaBottom" fmla="*/ 124920 h 124560"/>
              </a:gdLst>
              <a:ahLst/>
              <a:cxnLst/>
              <a:rect l="textAreaLeft" t="textAreaTop" r="textAreaRight" b="textAreaBottom"/>
              <a:pathLst>
                <a:path w="2521" h="3345">
                  <a:moveTo>
                    <a:pt x="1083" y="201"/>
                  </a:moveTo>
                  <a:cubicBezTo>
                    <a:pt x="1429" y="201"/>
                    <a:pt x="1731" y="435"/>
                    <a:pt x="1819" y="766"/>
                  </a:cubicBezTo>
                  <a:lnTo>
                    <a:pt x="2213" y="2165"/>
                  </a:lnTo>
                  <a:cubicBezTo>
                    <a:pt x="2306" y="2501"/>
                    <a:pt x="2160" y="2857"/>
                    <a:pt x="1858" y="3033"/>
                  </a:cubicBezTo>
                  <a:cubicBezTo>
                    <a:pt x="1804" y="3067"/>
                    <a:pt x="1741" y="3096"/>
                    <a:pt x="1677" y="3111"/>
                  </a:cubicBezTo>
                  <a:cubicBezTo>
                    <a:pt x="1609" y="3130"/>
                    <a:pt x="1541" y="3140"/>
                    <a:pt x="1472" y="3140"/>
                  </a:cubicBezTo>
                  <a:cubicBezTo>
                    <a:pt x="1126" y="3140"/>
                    <a:pt x="824" y="2911"/>
                    <a:pt x="732" y="2574"/>
                  </a:cubicBezTo>
                  <a:lnTo>
                    <a:pt x="342" y="1176"/>
                  </a:lnTo>
                  <a:cubicBezTo>
                    <a:pt x="230" y="766"/>
                    <a:pt x="468" y="342"/>
                    <a:pt x="873" y="230"/>
                  </a:cubicBezTo>
                  <a:cubicBezTo>
                    <a:pt x="936" y="210"/>
                    <a:pt x="1005" y="201"/>
                    <a:pt x="1068" y="201"/>
                  </a:cubicBezTo>
                  <a:close/>
                  <a:moveTo>
                    <a:pt x="1085" y="1"/>
                  </a:moveTo>
                  <a:cubicBezTo>
                    <a:pt x="1077" y="1"/>
                    <a:pt x="1070" y="1"/>
                    <a:pt x="1063" y="1"/>
                  </a:cubicBezTo>
                  <a:cubicBezTo>
                    <a:pt x="980" y="1"/>
                    <a:pt x="897" y="11"/>
                    <a:pt x="819" y="35"/>
                  </a:cubicBezTo>
                  <a:cubicBezTo>
                    <a:pt x="303" y="181"/>
                    <a:pt x="0" y="712"/>
                    <a:pt x="142" y="1234"/>
                  </a:cubicBezTo>
                  <a:lnTo>
                    <a:pt x="532" y="2633"/>
                  </a:lnTo>
                  <a:cubicBezTo>
                    <a:pt x="649" y="3052"/>
                    <a:pt x="1034" y="3345"/>
                    <a:pt x="1472" y="3345"/>
                  </a:cubicBezTo>
                  <a:cubicBezTo>
                    <a:pt x="1560" y="3345"/>
                    <a:pt x="1648" y="3335"/>
                    <a:pt x="1731" y="3310"/>
                  </a:cubicBezTo>
                  <a:cubicBezTo>
                    <a:pt x="1814" y="3286"/>
                    <a:pt x="1887" y="3252"/>
                    <a:pt x="1960" y="3208"/>
                  </a:cubicBezTo>
                  <a:cubicBezTo>
                    <a:pt x="2340" y="2989"/>
                    <a:pt x="2520" y="2535"/>
                    <a:pt x="2408" y="2111"/>
                  </a:cubicBezTo>
                  <a:lnTo>
                    <a:pt x="2014" y="712"/>
                  </a:lnTo>
                  <a:cubicBezTo>
                    <a:pt x="1898" y="291"/>
                    <a:pt x="1519" y="1"/>
                    <a:pt x="108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62280" bIns="622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1" name="Google Shape;1150;p41"/>
            <p:cNvSpPr/>
            <p:nvPr/>
          </p:nvSpPr>
          <p:spPr>
            <a:xfrm rot="1458600">
              <a:off x="7088400" y="2659680"/>
              <a:ext cx="38520" cy="114480"/>
            </a:xfrm>
            <a:custGeom>
              <a:avLst/>
              <a:gdLst>
                <a:gd name="textAreaLeft" fmla="*/ 0 w 38520"/>
                <a:gd name="textAreaRight" fmla="*/ 38880 w 38520"/>
                <a:gd name="textAreaTop" fmla="*/ 0 h 114480"/>
                <a:gd name="textAreaBottom" fmla="*/ 114840 h 114480"/>
              </a:gdLst>
              <a:ahLst/>
              <a:cxnLst/>
              <a:rect l="textAreaLeft" t="textAreaTop" r="textAreaRight" b="textAreaBottom"/>
              <a:pathLst>
                <a:path w="1039" h="3077">
                  <a:moveTo>
                    <a:pt x="195" y="1"/>
                  </a:moveTo>
                  <a:lnTo>
                    <a:pt x="0" y="54"/>
                  </a:lnTo>
                  <a:lnTo>
                    <a:pt x="844" y="3077"/>
                  </a:lnTo>
                  <a:lnTo>
                    <a:pt x="1039" y="3023"/>
                  </a:lnTo>
                  <a:lnTo>
                    <a:pt x="195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240" bIns="57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2" name="Google Shape;1151;p41"/>
            <p:cNvSpPr/>
            <p:nvPr/>
          </p:nvSpPr>
          <p:spPr>
            <a:xfrm rot="1458600">
              <a:off x="7129800" y="476280"/>
              <a:ext cx="57240" cy="222120"/>
            </a:xfrm>
            <a:custGeom>
              <a:avLst/>
              <a:gdLst>
                <a:gd name="textAreaLeft" fmla="*/ 0 w 57240"/>
                <a:gd name="textAreaRight" fmla="*/ 57600 w 57240"/>
                <a:gd name="textAreaTop" fmla="*/ 0 h 222120"/>
                <a:gd name="textAreaBottom" fmla="*/ 222480 h 222120"/>
              </a:gdLst>
              <a:ahLst/>
              <a:cxnLst/>
              <a:rect l="textAreaLeft" t="textAreaTop" r="textAreaRight" b="textAreaBottom"/>
              <a:pathLst>
                <a:path w="1546" h="5968">
                  <a:moveTo>
                    <a:pt x="366" y="1"/>
                  </a:moveTo>
                  <a:lnTo>
                    <a:pt x="346" y="25"/>
                  </a:lnTo>
                  <a:lnTo>
                    <a:pt x="342" y="55"/>
                  </a:lnTo>
                  <a:cubicBezTo>
                    <a:pt x="0" y="2116"/>
                    <a:pt x="1297" y="5811"/>
                    <a:pt x="1355" y="5967"/>
                  </a:cubicBezTo>
                  <a:lnTo>
                    <a:pt x="1545" y="5894"/>
                  </a:lnTo>
                  <a:cubicBezTo>
                    <a:pt x="1531" y="5855"/>
                    <a:pt x="210" y="2092"/>
                    <a:pt x="541" y="84"/>
                  </a:cubicBezTo>
                  <a:lnTo>
                    <a:pt x="537" y="84"/>
                  </a:lnTo>
                  <a:lnTo>
                    <a:pt x="546" y="64"/>
                  </a:lnTo>
                  <a:lnTo>
                    <a:pt x="434" y="64"/>
                  </a:lnTo>
                  <a:lnTo>
                    <a:pt x="366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3" name="Google Shape;1152;p41"/>
            <p:cNvSpPr/>
            <p:nvPr/>
          </p:nvSpPr>
          <p:spPr>
            <a:xfrm rot="1458600">
              <a:off x="8066520" y="475920"/>
              <a:ext cx="171720" cy="180000"/>
            </a:xfrm>
            <a:custGeom>
              <a:avLst/>
              <a:gdLst>
                <a:gd name="textAreaLeft" fmla="*/ 0 w 171720"/>
                <a:gd name="textAreaRight" fmla="*/ 172080 w 171720"/>
                <a:gd name="textAreaTop" fmla="*/ 0 h 180000"/>
                <a:gd name="textAreaBottom" fmla="*/ 180360 h 180000"/>
              </a:gdLst>
              <a:ahLst/>
              <a:cxnLst/>
              <a:rect l="textAreaLeft" t="textAreaTop" r="textAreaRight" b="textAreaBottom"/>
              <a:pathLst>
                <a:path w="4612" h="4832">
                  <a:moveTo>
                    <a:pt x="84" y="1"/>
                  </a:moveTo>
                  <a:lnTo>
                    <a:pt x="1" y="191"/>
                  </a:lnTo>
                  <a:cubicBezTo>
                    <a:pt x="84" y="225"/>
                    <a:pt x="166" y="264"/>
                    <a:pt x="244" y="303"/>
                  </a:cubicBezTo>
                  <a:cubicBezTo>
                    <a:pt x="2594" y="1502"/>
                    <a:pt x="4417" y="4797"/>
                    <a:pt x="4436" y="4831"/>
                  </a:cubicBezTo>
                  <a:lnTo>
                    <a:pt x="4612" y="4734"/>
                  </a:lnTo>
                  <a:cubicBezTo>
                    <a:pt x="4592" y="4700"/>
                    <a:pt x="2740" y="1346"/>
                    <a:pt x="337" y="123"/>
                  </a:cubicBezTo>
                  <a:cubicBezTo>
                    <a:pt x="254" y="79"/>
                    <a:pt x="166" y="40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0000" bIns="90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4" name="Google Shape;1153;p41"/>
            <p:cNvSpPr/>
            <p:nvPr/>
          </p:nvSpPr>
          <p:spPr>
            <a:xfrm rot="1458600">
              <a:off x="7808400" y="239760"/>
              <a:ext cx="151920" cy="14328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143280"/>
                <a:gd name="textAreaBottom" fmla="*/ 143640 h 143280"/>
              </a:gdLst>
              <a:ahLst/>
              <a:cxnLst/>
              <a:rect l="textAreaLeft" t="textAreaTop" r="textAreaRight" b="textAreaBottom"/>
              <a:pathLst>
                <a:path w="4085" h="3847">
                  <a:moveTo>
                    <a:pt x="2018" y="415"/>
                  </a:moveTo>
                  <a:cubicBezTo>
                    <a:pt x="2847" y="415"/>
                    <a:pt x="3520" y="1087"/>
                    <a:pt x="3520" y="1921"/>
                  </a:cubicBezTo>
                  <a:cubicBezTo>
                    <a:pt x="3523" y="2828"/>
                    <a:pt x="2780" y="3432"/>
                    <a:pt x="2004" y="3432"/>
                  </a:cubicBezTo>
                  <a:cubicBezTo>
                    <a:pt x="1635" y="3432"/>
                    <a:pt x="1258" y="3295"/>
                    <a:pt x="951" y="2988"/>
                  </a:cubicBezTo>
                  <a:cubicBezTo>
                    <a:pt x="0" y="2038"/>
                    <a:pt x="673" y="415"/>
                    <a:pt x="2013" y="415"/>
                  </a:cubicBezTo>
                  <a:close/>
                  <a:moveTo>
                    <a:pt x="2013" y="1"/>
                  </a:moveTo>
                  <a:cubicBezTo>
                    <a:pt x="1767" y="1"/>
                    <a:pt x="1519" y="48"/>
                    <a:pt x="1282" y="147"/>
                  </a:cubicBezTo>
                  <a:cubicBezTo>
                    <a:pt x="561" y="444"/>
                    <a:pt x="93" y="1146"/>
                    <a:pt x="93" y="1921"/>
                  </a:cubicBezTo>
                  <a:cubicBezTo>
                    <a:pt x="93" y="2983"/>
                    <a:pt x="951" y="3841"/>
                    <a:pt x="2013" y="3846"/>
                  </a:cubicBezTo>
                  <a:cubicBezTo>
                    <a:pt x="2793" y="3846"/>
                    <a:pt x="3490" y="3378"/>
                    <a:pt x="3788" y="2657"/>
                  </a:cubicBezTo>
                  <a:cubicBezTo>
                    <a:pt x="4085" y="1940"/>
                    <a:pt x="3924" y="1116"/>
                    <a:pt x="3373" y="566"/>
                  </a:cubicBezTo>
                  <a:cubicBezTo>
                    <a:pt x="3004" y="197"/>
                    <a:pt x="2513" y="1"/>
                    <a:pt x="2013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1640" bIns="716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5" name="Google Shape;1154;p41"/>
            <p:cNvSpPr/>
            <p:nvPr/>
          </p:nvSpPr>
          <p:spPr>
            <a:xfrm rot="1458600">
              <a:off x="7826400" y="258840"/>
              <a:ext cx="131040" cy="112320"/>
            </a:xfrm>
            <a:custGeom>
              <a:avLst/>
              <a:gdLst>
                <a:gd name="textAreaLeft" fmla="*/ 0 w 131040"/>
                <a:gd name="textAreaRight" fmla="*/ 131400 w 131040"/>
                <a:gd name="textAreaTop" fmla="*/ 0 h 112320"/>
                <a:gd name="textAreaBottom" fmla="*/ 112680 h 112320"/>
              </a:gdLst>
              <a:ahLst/>
              <a:cxnLst/>
              <a:rect l="textAreaLeft" t="textAreaTop" r="textAreaRight" b="textAreaBottom"/>
              <a:pathLst>
                <a:path w="3525" h="3019">
                  <a:moveTo>
                    <a:pt x="1511" y="1"/>
                  </a:moveTo>
                  <a:cubicBezTo>
                    <a:pt x="678" y="1"/>
                    <a:pt x="0" y="673"/>
                    <a:pt x="0" y="1507"/>
                  </a:cubicBezTo>
                  <a:cubicBezTo>
                    <a:pt x="0" y="2414"/>
                    <a:pt x="745" y="3018"/>
                    <a:pt x="1520" y="3018"/>
                  </a:cubicBezTo>
                  <a:cubicBezTo>
                    <a:pt x="1890" y="3018"/>
                    <a:pt x="2267" y="2881"/>
                    <a:pt x="2574" y="2574"/>
                  </a:cubicBezTo>
                  <a:cubicBezTo>
                    <a:pt x="3524" y="1624"/>
                    <a:pt x="2852" y="1"/>
                    <a:pt x="1511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6160" bIns="561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6" name="Google Shape;1155;p41"/>
            <p:cNvSpPr/>
            <p:nvPr/>
          </p:nvSpPr>
          <p:spPr>
            <a:xfrm rot="1458600">
              <a:off x="7620120" y="519840"/>
              <a:ext cx="320400" cy="38880"/>
            </a:xfrm>
            <a:custGeom>
              <a:avLst/>
              <a:gdLst>
                <a:gd name="textAreaLeft" fmla="*/ 0 w 320400"/>
                <a:gd name="textAreaRight" fmla="*/ 320760 w 320400"/>
                <a:gd name="textAreaTop" fmla="*/ 0 h 38880"/>
                <a:gd name="textAreaBottom" fmla="*/ 39240 h 38880"/>
              </a:gdLst>
              <a:ahLst/>
              <a:cxnLst/>
              <a:rect l="textAreaLeft" t="textAreaTop" r="textAreaRight" b="textAreaBottom"/>
              <a:pathLst>
                <a:path w="8604" h="1054">
                  <a:moveTo>
                    <a:pt x="0" y="1"/>
                  </a:moveTo>
                  <a:lnTo>
                    <a:pt x="0" y="1054"/>
                  </a:lnTo>
                  <a:lnTo>
                    <a:pt x="8603" y="1054"/>
                  </a:lnTo>
                  <a:lnTo>
                    <a:pt x="8603" y="1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9440" bIns="19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7" name="Google Shape;1156;p41"/>
            <p:cNvSpPr/>
            <p:nvPr/>
          </p:nvSpPr>
          <p:spPr>
            <a:xfrm rot="1458600">
              <a:off x="7651080" y="454680"/>
              <a:ext cx="320400" cy="32400"/>
            </a:xfrm>
            <a:custGeom>
              <a:avLst/>
              <a:gdLst>
                <a:gd name="textAreaLeft" fmla="*/ 0 w 320400"/>
                <a:gd name="textAreaRight" fmla="*/ 320760 w 320400"/>
                <a:gd name="textAreaTop" fmla="*/ 0 h 32400"/>
                <a:gd name="textAreaBottom" fmla="*/ 32760 h 32400"/>
              </a:gdLst>
              <a:ahLst/>
              <a:cxnLst/>
              <a:rect l="textAreaLeft" t="textAreaTop" r="textAreaRight" b="textAreaBottom"/>
              <a:pathLst>
                <a:path w="8604" h="878">
                  <a:moveTo>
                    <a:pt x="0" y="1"/>
                  </a:moveTo>
                  <a:lnTo>
                    <a:pt x="0" y="878"/>
                  </a:lnTo>
                  <a:lnTo>
                    <a:pt x="8603" y="878"/>
                  </a:lnTo>
                  <a:lnTo>
                    <a:pt x="8603" y="1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6200" bIns="162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8" name="Google Shape;1157;p41"/>
            <p:cNvSpPr/>
            <p:nvPr/>
          </p:nvSpPr>
          <p:spPr>
            <a:xfrm rot="1458600">
              <a:off x="7606800" y="556200"/>
              <a:ext cx="320400" cy="24120"/>
            </a:xfrm>
            <a:custGeom>
              <a:avLst/>
              <a:gdLst>
                <a:gd name="textAreaLeft" fmla="*/ 0 w 320400"/>
                <a:gd name="textAreaRight" fmla="*/ 320760 w 320400"/>
                <a:gd name="textAreaTop" fmla="*/ 0 h 24120"/>
                <a:gd name="textAreaBottom" fmla="*/ 24480 h 24120"/>
              </a:gdLst>
              <a:ahLst/>
              <a:cxnLst/>
              <a:rect l="textAreaLeft" t="textAreaTop" r="textAreaRight" b="textAreaBottom"/>
              <a:pathLst>
                <a:path w="8604" h="659">
                  <a:moveTo>
                    <a:pt x="0" y="1"/>
                  </a:moveTo>
                  <a:lnTo>
                    <a:pt x="0" y="659"/>
                  </a:lnTo>
                  <a:lnTo>
                    <a:pt x="8603" y="659"/>
                  </a:lnTo>
                  <a:lnTo>
                    <a:pt x="8603" y="1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2240" bIns="12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9" name="Google Shape;1158;p41"/>
            <p:cNvSpPr/>
            <p:nvPr/>
          </p:nvSpPr>
          <p:spPr>
            <a:xfrm rot="1458600">
              <a:off x="7636320" y="484200"/>
              <a:ext cx="320400" cy="38880"/>
            </a:xfrm>
            <a:custGeom>
              <a:avLst/>
              <a:gdLst>
                <a:gd name="textAreaLeft" fmla="*/ 0 w 320400"/>
                <a:gd name="textAreaRight" fmla="*/ 320760 w 320400"/>
                <a:gd name="textAreaTop" fmla="*/ 0 h 38880"/>
                <a:gd name="textAreaBottom" fmla="*/ 39240 h 38880"/>
              </a:gdLst>
              <a:ahLst/>
              <a:cxnLst/>
              <a:rect l="textAreaLeft" t="textAreaTop" r="textAreaRight" b="textAreaBottom"/>
              <a:pathLst>
                <a:path w="8604" h="1054">
                  <a:moveTo>
                    <a:pt x="0" y="1"/>
                  </a:moveTo>
                  <a:lnTo>
                    <a:pt x="0" y="1054"/>
                  </a:lnTo>
                  <a:lnTo>
                    <a:pt x="8603" y="1054"/>
                  </a:lnTo>
                  <a:lnTo>
                    <a:pt x="8603" y="1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9440" bIns="19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0" name="Google Shape;1159;p41"/>
            <p:cNvSpPr/>
            <p:nvPr/>
          </p:nvSpPr>
          <p:spPr>
            <a:xfrm rot="1458600">
              <a:off x="7238160" y="180360"/>
              <a:ext cx="1136520" cy="603360"/>
            </a:xfrm>
            <a:custGeom>
              <a:avLst/>
              <a:gdLst>
                <a:gd name="textAreaLeft" fmla="*/ 0 w 1136520"/>
                <a:gd name="textAreaRight" fmla="*/ 1136880 w 1136520"/>
                <a:gd name="textAreaTop" fmla="*/ 0 h 603360"/>
                <a:gd name="textAreaBottom" fmla="*/ 603720 h 603360"/>
              </a:gdLst>
              <a:ahLst/>
              <a:cxnLst/>
              <a:rect l="textAreaLeft" t="textAreaTop" r="textAreaRight" b="textAreaBottom"/>
              <a:pathLst>
                <a:path w="30480" h="16184">
                  <a:moveTo>
                    <a:pt x="15242" y="1131"/>
                  </a:moveTo>
                  <a:cubicBezTo>
                    <a:pt x="15490" y="1131"/>
                    <a:pt x="15740" y="1179"/>
                    <a:pt x="15978" y="1278"/>
                  </a:cubicBezTo>
                  <a:cubicBezTo>
                    <a:pt x="16695" y="1575"/>
                    <a:pt x="17163" y="2272"/>
                    <a:pt x="17163" y="3052"/>
                  </a:cubicBezTo>
                  <a:cubicBezTo>
                    <a:pt x="17163" y="4109"/>
                    <a:pt x="16300" y="4972"/>
                    <a:pt x="15242" y="4972"/>
                  </a:cubicBezTo>
                  <a:cubicBezTo>
                    <a:pt x="14467" y="4972"/>
                    <a:pt x="13765" y="4504"/>
                    <a:pt x="13468" y="3788"/>
                  </a:cubicBezTo>
                  <a:cubicBezTo>
                    <a:pt x="13171" y="3071"/>
                    <a:pt x="13332" y="2243"/>
                    <a:pt x="13882" y="1692"/>
                  </a:cubicBezTo>
                  <a:cubicBezTo>
                    <a:pt x="14251" y="1327"/>
                    <a:pt x="14742" y="1131"/>
                    <a:pt x="15242" y="1131"/>
                  </a:cubicBezTo>
                  <a:close/>
                  <a:moveTo>
                    <a:pt x="19541" y="7322"/>
                  </a:moveTo>
                  <a:lnTo>
                    <a:pt x="19541" y="10963"/>
                  </a:lnTo>
                  <a:lnTo>
                    <a:pt x="10943" y="10963"/>
                  </a:lnTo>
                  <a:lnTo>
                    <a:pt x="10943" y="7322"/>
                  </a:lnTo>
                  <a:close/>
                  <a:moveTo>
                    <a:pt x="15242" y="0"/>
                  </a:moveTo>
                  <a:cubicBezTo>
                    <a:pt x="14204" y="0"/>
                    <a:pt x="12747" y="834"/>
                    <a:pt x="12332" y="2910"/>
                  </a:cubicBezTo>
                  <a:cubicBezTo>
                    <a:pt x="11918" y="4987"/>
                    <a:pt x="10353" y="6444"/>
                    <a:pt x="8584" y="6859"/>
                  </a:cubicBezTo>
                  <a:lnTo>
                    <a:pt x="8584" y="10119"/>
                  </a:lnTo>
                  <a:cubicBezTo>
                    <a:pt x="8189" y="10207"/>
                    <a:pt x="7799" y="10295"/>
                    <a:pt x="7404" y="10378"/>
                  </a:cubicBezTo>
                  <a:cubicBezTo>
                    <a:pt x="7234" y="10417"/>
                    <a:pt x="7058" y="10456"/>
                    <a:pt x="6888" y="10490"/>
                  </a:cubicBezTo>
                  <a:cubicBezTo>
                    <a:pt x="6274" y="10626"/>
                    <a:pt x="5659" y="10753"/>
                    <a:pt x="5050" y="10880"/>
                  </a:cubicBezTo>
                  <a:cubicBezTo>
                    <a:pt x="4183" y="11060"/>
                    <a:pt x="3266" y="11148"/>
                    <a:pt x="2438" y="11445"/>
                  </a:cubicBezTo>
                  <a:cubicBezTo>
                    <a:pt x="1970" y="11611"/>
                    <a:pt x="1589" y="11806"/>
                    <a:pt x="1253" y="12176"/>
                  </a:cubicBezTo>
                  <a:cubicBezTo>
                    <a:pt x="1219" y="12215"/>
                    <a:pt x="1185" y="12259"/>
                    <a:pt x="1151" y="12293"/>
                  </a:cubicBezTo>
                  <a:cubicBezTo>
                    <a:pt x="922" y="12581"/>
                    <a:pt x="722" y="12893"/>
                    <a:pt x="561" y="13224"/>
                  </a:cubicBezTo>
                  <a:cubicBezTo>
                    <a:pt x="249" y="13853"/>
                    <a:pt x="0" y="14589"/>
                    <a:pt x="0" y="15296"/>
                  </a:cubicBezTo>
                  <a:cubicBezTo>
                    <a:pt x="0" y="16054"/>
                    <a:pt x="250" y="16181"/>
                    <a:pt x="1293" y="16181"/>
                  </a:cubicBezTo>
                  <a:cubicBezTo>
                    <a:pt x="1818" y="16181"/>
                    <a:pt x="2546" y="16149"/>
                    <a:pt x="3544" y="16149"/>
                  </a:cubicBezTo>
                  <a:cubicBezTo>
                    <a:pt x="6522" y="16149"/>
                    <a:pt x="15242" y="16183"/>
                    <a:pt x="15242" y="16183"/>
                  </a:cubicBezTo>
                  <a:cubicBezTo>
                    <a:pt x="15242" y="16183"/>
                    <a:pt x="23957" y="16149"/>
                    <a:pt x="26936" y="16149"/>
                  </a:cubicBezTo>
                  <a:cubicBezTo>
                    <a:pt x="27926" y="16149"/>
                    <a:pt x="28649" y="16180"/>
                    <a:pt x="29173" y="16180"/>
                  </a:cubicBezTo>
                  <a:cubicBezTo>
                    <a:pt x="30227" y="16180"/>
                    <a:pt x="30479" y="16054"/>
                    <a:pt x="30479" y="15296"/>
                  </a:cubicBezTo>
                  <a:cubicBezTo>
                    <a:pt x="30479" y="14584"/>
                    <a:pt x="30231" y="13853"/>
                    <a:pt x="29919" y="13224"/>
                  </a:cubicBezTo>
                  <a:cubicBezTo>
                    <a:pt x="29758" y="12893"/>
                    <a:pt x="29563" y="12581"/>
                    <a:pt x="29329" y="12293"/>
                  </a:cubicBezTo>
                  <a:cubicBezTo>
                    <a:pt x="29295" y="12259"/>
                    <a:pt x="29261" y="12215"/>
                    <a:pt x="29227" y="12176"/>
                  </a:cubicBezTo>
                  <a:cubicBezTo>
                    <a:pt x="28895" y="11811"/>
                    <a:pt x="28510" y="11611"/>
                    <a:pt x="28042" y="11445"/>
                  </a:cubicBezTo>
                  <a:cubicBezTo>
                    <a:pt x="27730" y="11338"/>
                    <a:pt x="27408" y="11245"/>
                    <a:pt x="27082" y="11182"/>
                  </a:cubicBezTo>
                  <a:cubicBezTo>
                    <a:pt x="26536" y="11065"/>
                    <a:pt x="25971" y="10987"/>
                    <a:pt x="25429" y="10880"/>
                  </a:cubicBezTo>
                  <a:cubicBezTo>
                    <a:pt x="24645" y="10719"/>
                    <a:pt x="23860" y="10548"/>
                    <a:pt x="23075" y="10378"/>
                  </a:cubicBezTo>
                  <a:cubicBezTo>
                    <a:pt x="22685" y="10295"/>
                    <a:pt x="22290" y="10207"/>
                    <a:pt x="21901" y="10119"/>
                  </a:cubicBezTo>
                  <a:lnTo>
                    <a:pt x="21901" y="6859"/>
                  </a:lnTo>
                  <a:cubicBezTo>
                    <a:pt x="20126" y="6444"/>
                    <a:pt x="18567" y="4987"/>
                    <a:pt x="18147" y="2910"/>
                  </a:cubicBezTo>
                  <a:cubicBezTo>
                    <a:pt x="17733" y="829"/>
                    <a:pt x="16280" y="0"/>
                    <a:pt x="15242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1" name="Google Shape;1160;p41"/>
            <p:cNvSpPr/>
            <p:nvPr/>
          </p:nvSpPr>
          <p:spPr>
            <a:xfrm rot="1458600">
              <a:off x="7259400" y="58680"/>
              <a:ext cx="572040" cy="610560"/>
            </a:xfrm>
            <a:custGeom>
              <a:avLst/>
              <a:gdLst>
                <a:gd name="textAreaLeft" fmla="*/ 0 w 572040"/>
                <a:gd name="textAreaRight" fmla="*/ 572400 w 572040"/>
                <a:gd name="textAreaTop" fmla="*/ 0 h 610560"/>
                <a:gd name="textAreaBottom" fmla="*/ 610920 h 610560"/>
              </a:gdLst>
              <a:ahLst/>
              <a:cxnLst/>
              <a:rect l="textAreaLeft" t="textAreaTop" r="textAreaRight" b="textAreaBottom"/>
              <a:pathLst>
                <a:path w="15345" h="16383">
                  <a:moveTo>
                    <a:pt x="15339" y="0"/>
                  </a:moveTo>
                  <a:cubicBezTo>
                    <a:pt x="14179" y="0"/>
                    <a:pt x="12746" y="936"/>
                    <a:pt x="12332" y="2993"/>
                  </a:cubicBezTo>
                  <a:cubicBezTo>
                    <a:pt x="11952" y="4913"/>
                    <a:pt x="10509" y="6429"/>
                    <a:pt x="8662" y="6863"/>
                  </a:cubicBezTo>
                  <a:lnTo>
                    <a:pt x="8584" y="6878"/>
                  </a:lnTo>
                  <a:lnTo>
                    <a:pt x="8584" y="10139"/>
                  </a:lnTo>
                  <a:cubicBezTo>
                    <a:pt x="8218" y="10217"/>
                    <a:pt x="7853" y="10299"/>
                    <a:pt x="7487" y="10377"/>
                  </a:cubicBezTo>
                  <a:lnTo>
                    <a:pt x="6965" y="10490"/>
                  </a:lnTo>
                  <a:cubicBezTo>
                    <a:pt x="6351" y="10626"/>
                    <a:pt x="5742" y="10753"/>
                    <a:pt x="5128" y="10879"/>
                  </a:cubicBezTo>
                  <a:cubicBezTo>
                    <a:pt x="4869" y="10933"/>
                    <a:pt x="4606" y="10977"/>
                    <a:pt x="4338" y="11021"/>
                  </a:cubicBezTo>
                  <a:cubicBezTo>
                    <a:pt x="3724" y="11128"/>
                    <a:pt x="3090" y="11240"/>
                    <a:pt x="2505" y="11450"/>
                  </a:cubicBezTo>
                  <a:cubicBezTo>
                    <a:pt x="2091" y="11596"/>
                    <a:pt x="1657" y="11791"/>
                    <a:pt x="1277" y="12210"/>
                  </a:cubicBezTo>
                  <a:cubicBezTo>
                    <a:pt x="1243" y="12249"/>
                    <a:pt x="1209" y="12293"/>
                    <a:pt x="1175" y="12332"/>
                  </a:cubicBezTo>
                  <a:cubicBezTo>
                    <a:pt x="936" y="12624"/>
                    <a:pt x="736" y="12946"/>
                    <a:pt x="570" y="13282"/>
                  </a:cubicBezTo>
                  <a:cubicBezTo>
                    <a:pt x="195" y="14053"/>
                    <a:pt x="0" y="14764"/>
                    <a:pt x="0" y="15398"/>
                  </a:cubicBezTo>
                  <a:cubicBezTo>
                    <a:pt x="0" y="15773"/>
                    <a:pt x="63" y="15993"/>
                    <a:pt x="215" y="16139"/>
                  </a:cubicBezTo>
                  <a:cubicBezTo>
                    <a:pt x="419" y="16339"/>
                    <a:pt x="760" y="16383"/>
                    <a:pt x="1399" y="16383"/>
                  </a:cubicBezTo>
                  <a:cubicBezTo>
                    <a:pt x="1623" y="16383"/>
                    <a:pt x="1882" y="16378"/>
                    <a:pt x="2184" y="16373"/>
                  </a:cubicBezTo>
                  <a:cubicBezTo>
                    <a:pt x="2603" y="16363"/>
                    <a:pt x="3076" y="16353"/>
                    <a:pt x="3651" y="16353"/>
                  </a:cubicBezTo>
                  <a:cubicBezTo>
                    <a:pt x="6595" y="16353"/>
                    <a:pt x="15257" y="16383"/>
                    <a:pt x="15344" y="16383"/>
                  </a:cubicBezTo>
                  <a:lnTo>
                    <a:pt x="15344" y="16178"/>
                  </a:lnTo>
                  <a:cubicBezTo>
                    <a:pt x="15257" y="16178"/>
                    <a:pt x="6595" y="16149"/>
                    <a:pt x="3651" y="16149"/>
                  </a:cubicBezTo>
                  <a:cubicBezTo>
                    <a:pt x="3071" y="16149"/>
                    <a:pt x="2579" y="16158"/>
                    <a:pt x="2179" y="16168"/>
                  </a:cubicBezTo>
                  <a:cubicBezTo>
                    <a:pt x="1893" y="16173"/>
                    <a:pt x="1642" y="16178"/>
                    <a:pt x="1424" y="16178"/>
                  </a:cubicBezTo>
                  <a:cubicBezTo>
                    <a:pt x="855" y="16178"/>
                    <a:pt x="511" y="16144"/>
                    <a:pt x="356" y="15993"/>
                  </a:cubicBezTo>
                  <a:cubicBezTo>
                    <a:pt x="249" y="15885"/>
                    <a:pt x="205" y="15710"/>
                    <a:pt x="205" y="15398"/>
                  </a:cubicBezTo>
                  <a:cubicBezTo>
                    <a:pt x="205" y="14794"/>
                    <a:pt x="390" y="14111"/>
                    <a:pt x="756" y="13375"/>
                  </a:cubicBezTo>
                  <a:cubicBezTo>
                    <a:pt x="912" y="13049"/>
                    <a:pt x="1102" y="12746"/>
                    <a:pt x="1331" y="12464"/>
                  </a:cubicBezTo>
                  <a:cubicBezTo>
                    <a:pt x="1360" y="12425"/>
                    <a:pt x="1394" y="12386"/>
                    <a:pt x="1428" y="12347"/>
                  </a:cubicBezTo>
                  <a:cubicBezTo>
                    <a:pt x="1779" y="11962"/>
                    <a:pt x="2184" y="11781"/>
                    <a:pt x="2574" y="11640"/>
                  </a:cubicBezTo>
                  <a:cubicBezTo>
                    <a:pt x="3144" y="11435"/>
                    <a:pt x="3768" y="11328"/>
                    <a:pt x="4372" y="11226"/>
                  </a:cubicBezTo>
                  <a:cubicBezTo>
                    <a:pt x="4635" y="11182"/>
                    <a:pt x="4908" y="11133"/>
                    <a:pt x="5172" y="11079"/>
                  </a:cubicBezTo>
                  <a:cubicBezTo>
                    <a:pt x="5781" y="10953"/>
                    <a:pt x="6400" y="10826"/>
                    <a:pt x="7009" y="10694"/>
                  </a:cubicBezTo>
                  <a:lnTo>
                    <a:pt x="7526" y="10582"/>
                  </a:lnTo>
                  <a:cubicBezTo>
                    <a:pt x="7921" y="10494"/>
                    <a:pt x="8316" y="10412"/>
                    <a:pt x="8706" y="10324"/>
                  </a:cubicBezTo>
                  <a:lnTo>
                    <a:pt x="8783" y="10304"/>
                  </a:lnTo>
                  <a:lnTo>
                    <a:pt x="8783" y="7039"/>
                  </a:lnTo>
                  <a:cubicBezTo>
                    <a:pt x="10675" y="6566"/>
                    <a:pt x="12142" y="5001"/>
                    <a:pt x="12532" y="3032"/>
                  </a:cubicBezTo>
                  <a:cubicBezTo>
                    <a:pt x="12922" y="1087"/>
                    <a:pt x="14262" y="205"/>
                    <a:pt x="15339" y="205"/>
                  </a:cubicBezTo>
                  <a:lnTo>
                    <a:pt x="15339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2" name="Google Shape;1161;p41"/>
            <p:cNvSpPr/>
            <p:nvPr/>
          </p:nvSpPr>
          <p:spPr>
            <a:xfrm rot="1458600">
              <a:off x="7781040" y="294480"/>
              <a:ext cx="572040" cy="610560"/>
            </a:xfrm>
            <a:custGeom>
              <a:avLst/>
              <a:gdLst>
                <a:gd name="textAreaLeft" fmla="*/ 0 w 572040"/>
                <a:gd name="textAreaRight" fmla="*/ 572400 w 572040"/>
                <a:gd name="textAreaTop" fmla="*/ 0 h 610560"/>
                <a:gd name="textAreaBottom" fmla="*/ 610920 h 610560"/>
              </a:gdLst>
              <a:ahLst/>
              <a:cxnLst/>
              <a:rect l="textAreaLeft" t="textAreaTop" r="textAreaRight" b="textAreaBottom"/>
              <a:pathLst>
                <a:path w="15350" h="16383">
                  <a:moveTo>
                    <a:pt x="5" y="0"/>
                  </a:moveTo>
                  <a:lnTo>
                    <a:pt x="5" y="210"/>
                  </a:lnTo>
                  <a:cubicBezTo>
                    <a:pt x="1087" y="210"/>
                    <a:pt x="2428" y="1092"/>
                    <a:pt x="2818" y="3037"/>
                  </a:cubicBezTo>
                  <a:cubicBezTo>
                    <a:pt x="3208" y="5006"/>
                    <a:pt x="4675" y="6571"/>
                    <a:pt x="6561" y="7043"/>
                  </a:cubicBezTo>
                  <a:lnTo>
                    <a:pt x="6561" y="10304"/>
                  </a:lnTo>
                  <a:lnTo>
                    <a:pt x="6644" y="10324"/>
                  </a:lnTo>
                  <a:cubicBezTo>
                    <a:pt x="6966" y="10392"/>
                    <a:pt x="7287" y="10465"/>
                    <a:pt x="7609" y="10533"/>
                  </a:cubicBezTo>
                  <a:lnTo>
                    <a:pt x="7819" y="10582"/>
                  </a:lnTo>
                  <a:cubicBezTo>
                    <a:pt x="8667" y="10767"/>
                    <a:pt x="9437" y="10928"/>
                    <a:pt x="10178" y="11079"/>
                  </a:cubicBezTo>
                  <a:cubicBezTo>
                    <a:pt x="10441" y="11133"/>
                    <a:pt x="10709" y="11182"/>
                    <a:pt x="10977" y="11226"/>
                  </a:cubicBezTo>
                  <a:cubicBezTo>
                    <a:pt x="11255" y="11274"/>
                    <a:pt x="11547" y="11323"/>
                    <a:pt x="11830" y="11382"/>
                  </a:cubicBezTo>
                  <a:cubicBezTo>
                    <a:pt x="12147" y="11445"/>
                    <a:pt x="12464" y="11533"/>
                    <a:pt x="12776" y="11640"/>
                  </a:cubicBezTo>
                  <a:cubicBezTo>
                    <a:pt x="13166" y="11781"/>
                    <a:pt x="13570" y="11962"/>
                    <a:pt x="13916" y="12347"/>
                  </a:cubicBezTo>
                  <a:cubicBezTo>
                    <a:pt x="13950" y="12386"/>
                    <a:pt x="13985" y="12425"/>
                    <a:pt x="14014" y="12464"/>
                  </a:cubicBezTo>
                  <a:cubicBezTo>
                    <a:pt x="14243" y="12746"/>
                    <a:pt x="14433" y="13049"/>
                    <a:pt x="14594" y="13375"/>
                  </a:cubicBezTo>
                  <a:cubicBezTo>
                    <a:pt x="14959" y="14116"/>
                    <a:pt x="15140" y="14794"/>
                    <a:pt x="15140" y="15398"/>
                  </a:cubicBezTo>
                  <a:cubicBezTo>
                    <a:pt x="15140" y="15710"/>
                    <a:pt x="15096" y="15885"/>
                    <a:pt x="14989" y="15993"/>
                  </a:cubicBezTo>
                  <a:cubicBezTo>
                    <a:pt x="14834" y="16143"/>
                    <a:pt x="14496" y="16181"/>
                    <a:pt x="13932" y="16181"/>
                  </a:cubicBezTo>
                  <a:cubicBezTo>
                    <a:pt x="13712" y="16181"/>
                    <a:pt x="13457" y="16175"/>
                    <a:pt x="13166" y="16168"/>
                  </a:cubicBezTo>
                  <a:cubicBezTo>
                    <a:pt x="12771" y="16158"/>
                    <a:pt x="12274" y="16149"/>
                    <a:pt x="11698" y="16149"/>
                  </a:cubicBezTo>
                  <a:cubicBezTo>
                    <a:pt x="8750" y="16149"/>
                    <a:pt x="88" y="16178"/>
                    <a:pt x="0" y="16178"/>
                  </a:cubicBezTo>
                  <a:lnTo>
                    <a:pt x="0" y="16383"/>
                  </a:lnTo>
                  <a:cubicBezTo>
                    <a:pt x="88" y="16383"/>
                    <a:pt x="8750" y="16353"/>
                    <a:pt x="11694" y="16353"/>
                  </a:cubicBezTo>
                  <a:cubicBezTo>
                    <a:pt x="12269" y="16353"/>
                    <a:pt x="12742" y="16363"/>
                    <a:pt x="13161" y="16373"/>
                  </a:cubicBezTo>
                  <a:cubicBezTo>
                    <a:pt x="13458" y="16378"/>
                    <a:pt x="13721" y="16383"/>
                    <a:pt x="13941" y="16383"/>
                  </a:cubicBezTo>
                  <a:cubicBezTo>
                    <a:pt x="14579" y="16383"/>
                    <a:pt x="14925" y="16339"/>
                    <a:pt x="15140" y="16139"/>
                  </a:cubicBezTo>
                  <a:cubicBezTo>
                    <a:pt x="15291" y="15993"/>
                    <a:pt x="15349" y="15773"/>
                    <a:pt x="15349" y="15403"/>
                  </a:cubicBezTo>
                  <a:cubicBezTo>
                    <a:pt x="15349" y="14764"/>
                    <a:pt x="15159" y="14053"/>
                    <a:pt x="14779" y="13287"/>
                  </a:cubicBezTo>
                  <a:cubicBezTo>
                    <a:pt x="14613" y="12946"/>
                    <a:pt x="14413" y="12629"/>
                    <a:pt x="14175" y="12332"/>
                  </a:cubicBezTo>
                  <a:cubicBezTo>
                    <a:pt x="14141" y="12293"/>
                    <a:pt x="14106" y="12254"/>
                    <a:pt x="14072" y="12210"/>
                  </a:cubicBezTo>
                  <a:cubicBezTo>
                    <a:pt x="13697" y="11796"/>
                    <a:pt x="13263" y="11601"/>
                    <a:pt x="12849" y="11450"/>
                  </a:cubicBezTo>
                  <a:cubicBezTo>
                    <a:pt x="12527" y="11338"/>
                    <a:pt x="12205" y="11250"/>
                    <a:pt x="11874" y="11182"/>
                  </a:cubicBezTo>
                  <a:cubicBezTo>
                    <a:pt x="11586" y="11123"/>
                    <a:pt x="11294" y="11074"/>
                    <a:pt x="11011" y="11026"/>
                  </a:cubicBezTo>
                  <a:cubicBezTo>
                    <a:pt x="10743" y="10982"/>
                    <a:pt x="10480" y="10933"/>
                    <a:pt x="10217" y="10879"/>
                  </a:cubicBezTo>
                  <a:cubicBezTo>
                    <a:pt x="9481" y="10728"/>
                    <a:pt x="8711" y="10563"/>
                    <a:pt x="7862" y="10382"/>
                  </a:cubicBezTo>
                  <a:lnTo>
                    <a:pt x="7653" y="10334"/>
                  </a:lnTo>
                  <a:cubicBezTo>
                    <a:pt x="7356" y="10270"/>
                    <a:pt x="7063" y="10207"/>
                    <a:pt x="6766" y="10139"/>
                  </a:cubicBezTo>
                  <a:lnTo>
                    <a:pt x="6766" y="6878"/>
                  </a:lnTo>
                  <a:lnTo>
                    <a:pt x="6688" y="6863"/>
                  </a:lnTo>
                  <a:cubicBezTo>
                    <a:pt x="4845" y="6429"/>
                    <a:pt x="3398" y="4908"/>
                    <a:pt x="3017" y="2993"/>
                  </a:cubicBezTo>
                  <a:cubicBezTo>
                    <a:pt x="2603" y="936"/>
                    <a:pt x="1165" y="0"/>
                    <a:pt x="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3" name="Google Shape;1162;p41"/>
            <p:cNvSpPr/>
            <p:nvPr/>
          </p:nvSpPr>
          <p:spPr>
            <a:xfrm rot="1458600">
              <a:off x="7793640" y="232200"/>
              <a:ext cx="165960" cy="150840"/>
            </a:xfrm>
            <a:custGeom>
              <a:avLst/>
              <a:gdLst>
                <a:gd name="textAreaLeft" fmla="*/ 0 w 165960"/>
                <a:gd name="textAreaRight" fmla="*/ 166320 w 165960"/>
                <a:gd name="textAreaTop" fmla="*/ 0 h 150840"/>
                <a:gd name="textAreaBottom" fmla="*/ 151200 h 150840"/>
              </a:gdLst>
              <a:ahLst/>
              <a:cxnLst/>
              <a:rect l="textAreaLeft" t="textAreaTop" r="textAreaRight" b="textAreaBottom"/>
              <a:pathLst>
                <a:path w="4461" h="4053">
                  <a:moveTo>
                    <a:pt x="2437" y="207"/>
                  </a:moveTo>
                  <a:cubicBezTo>
                    <a:pt x="3441" y="207"/>
                    <a:pt x="4255" y="1021"/>
                    <a:pt x="4255" y="2025"/>
                  </a:cubicBezTo>
                  <a:cubicBezTo>
                    <a:pt x="4255" y="2761"/>
                    <a:pt x="3812" y="3424"/>
                    <a:pt x="3129" y="3706"/>
                  </a:cubicBezTo>
                  <a:cubicBezTo>
                    <a:pt x="2905" y="3800"/>
                    <a:pt x="2669" y="3846"/>
                    <a:pt x="2434" y="3846"/>
                  </a:cubicBezTo>
                  <a:cubicBezTo>
                    <a:pt x="1961" y="3846"/>
                    <a:pt x="1494" y="3660"/>
                    <a:pt x="1146" y="3312"/>
                  </a:cubicBezTo>
                  <a:cubicBezTo>
                    <a:pt x="0" y="2166"/>
                    <a:pt x="814" y="207"/>
                    <a:pt x="2437" y="207"/>
                  </a:cubicBezTo>
                  <a:close/>
                  <a:moveTo>
                    <a:pt x="2438" y="0"/>
                  </a:moveTo>
                  <a:cubicBezTo>
                    <a:pt x="1909" y="0"/>
                    <a:pt x="1388" y="207"/>
                    <a:pt x="999" y="597"/>
                  </a:cubicBezTo>
                  <a:cubicBezTo>
                    <a:pt x="424" y="1177"/>
                    <a:pt x="249" y="2044"/>
                    <a:pt x="566" y="2800"/>
                  </a:cubicBezTo>
                  <a:cubicBezTo>
                    <a:pt x="877" y="3560"/>
                    <a:pt x="1618" y="4052"/>
                    <a:pt x="2437" y="4052"/>
                  </a:cubicBezTo>
                  <a:cubicBezTo>
                    <a:pt x="3553" y="4048"/>
                    <a:pt x="4460" y="3141"/>
                    <a:pt x="4460" y="2025"/>
                  </a:cubicBezTo>
                  <a:cubicBezTo>
                    <a:pt x="4460" y="1206"/>
                    <a:pt x="3963" y="470"/>
                    <a:pt x="3207" y="153"/>
                  </a:cubicBezTo>
                  <a:cubicBezTo>
                    <a:pt x="2959" y="50"/>
                    <a:pt x="2697" y="0"/>
                    <a:pt x="24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5600" bIns="75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4" name="Google Shape;1163;p41"/>
            <p:cNvSpPr/>
            <p:nvPr/>
          </p:nvSpPr>
          <p:spPr>
            <a:xfrm rot="1458600">
              <a:off x="7804440" y="246960"/>
              <a:ext cx="139680" cy="119880"/>
            </a:xfrm>
            <a:custGeom>
              <a:avLst/>
              <a:gdLst>
                <a:gd name="textAreaLeft" fmla="*/ 0 w 139680"/>
                <a:gd name="textAreaRight" fmla="*/ 140040 w 139680"/>
                <a:gd name="textAreaTop" fmla="*/ 0 h 119880"/>
                <a:gd name="textAreaBottom" fmla="*/ 120240 h 119880"/>
              </a:gdLst>
              <a:ahLst/>
              <a:cxnLst/>
              <a:rect l="textAreaLeft" t="textAreaTop" r="textAreaRight" b="textAreaBottom"/>
              <a:pathLst>
                <a:path w="3759" h="3220">
                  <a:moveTo>
                    <a:pt x="2150" y="207"/>
                  </a:moveTo>
                  <a:cubicBezTo>
                    <a:pt x="2925" y="207"/>
                    <a:pt x="3549" y="836"/>
                    <a:pt x="3554" y="1611"/>
                  </a:cubicBezTo>
                  <a:cubicBezTo>
                    <a:pt x="3557" y="2456"/>
                    <a:pt x="2863" y="3019"/>
                    <a:pt x="2139" y="3019"/>
                  </a:cubicBezTo>
                  <a:cubicBezTo>
                    <a:pt x="1794" y="3019"/>
                    <a:pt x="1442" y="2891"/>
                    <a:pt x="1156" y="2605"/>
                  </a:cubicBezTo>
                  <a:cubicBezTo>
                    <a:pt x="274" y="1723"/>
                    <a:pt x="898" y="207"/>
                    <a:pt x="2150" y="207"/>
                  </a:cubicBezTo>
                  <a:close/>
                  <a:moveTo>
                    <a:pt x="2141" y="0"/>
                  </a:moveTo>
                  <a:cubicBezTo>
                    <a:pt x="1746" y="0"/>
                    <a:pt x="1343" y="147"/>
                    <a:pt x="1015" y="475"/>
                  </a:cubicBezTo>
                  <a:cubicBezTo>
                    <a:pt x="1" y="1489"/>
                    <a:pt x="717" y="3219"/>
                    <a:pt x="2150" y="3219"/>
                  </a:cubicBezTo>
                  <a:cubicBezTo>
                    <a:pt x="3037" y="3219"/>
                    <a:pt x="3759" y="2498"/>
                    <a:pt x="3759" y="1611"/>
                  </a:cubicBezTo>
                  <a:cubicBezTo>
                    <a:pt x="3759" y="641"/>
                    <a:pt x="2967" y="0"/>
                    <a:pt x="21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60120" bIns="60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5" name="Google Shape;1164;p41"/>
            <p:cNvSpPr/>
            <p:nvPr/>
          </p:nvSpPr>
          <p:spPr>
            <a:xfrm rot="1458600">
              <a:off x="7677360" y="810720"/>
              <a:ext cx="433080" cy="7200"/>
            </a:xfrm>
            <a:custGeom>
              <a:avLst/>
              <a:gdLst>
                <a:gd name="textAreaLeft" fmla="*/ 0 w 433080"/>
                <a:gd name="textAreaRight" fmla="*/ 433440 w 43308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11626" h="206">
                  <a:moveTo>
                    <a:pt x="0" y="1"/>
                  </a:moveTo>
                  <a:lnTo>
                    <a:pt x="0" y="206"/>
                  </a:lnTo>
                  <a:lnTo>
                    <a:pt x="2447" y="206"/>
                  </a:lnTo>
                  <a:lnTo>
                    <a:pt x="2447" y="1"/>
                  </a:lnTo>
                  <a:close/>
                  <a:moveTo>
                    <a:pt x="3266" y="1"/>
                  </a:moveTo>
                  <a:lnTo>
                    <a:pt x="3266" y="206"/>
                  </a:lnTo>
                  <a:lnTo>
                    <a:pt x="3875" y="206"/>
                  </a:lnTo>
                  <a:lnTo>
                    <a:pt x="3875" y="1"/>
                  </a:lnTo>
                  <a:close/>
                  <a:moveTo>
                    <a:pt x="6322" y="1"/>
                  </a:moveTo>
                  <a:lnTo>
                    <a:pt x="6322" y="206"/>
                  </a:lnTo>
                  <a:lnTo>
                    <a:pt x="7136" y="206"/>
                  </a:lnTo>
                  <a:lnTo>
                    <a:pt x="7136" y="1"/>
                  </a:lnTo>
                  <a:close/>
                  <a:moveTo>
                    <a:pt x="7750" y="1"/>
                  </a:moveTo>
                  <a:lnTo>
                    <a:pt x="7750" y="206"/>
                  </a:lnTo>
                  <a:lnTo>
                    <a:pt x="10197" y="206"/>
                  </a:lnTo>
                  <a:lnTo>
                    <a:pt x="10202" y="1"/>
                  </a:lnTo>
                  <a:close/>
                  <a:moveTo>
                    <a:pt x="11016" y="1"/>
                  </a:moveTo>
                  <a:lnTo>
                    <a:pt x="11016" y="206"/>
                  </a:lnTo>
                  <a:lnTo>
                    <a:pt x="11625" y="206"/>
                  </a:lnTo>
                  <a:lnTo>
                    <a:pt x="11625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600" bIns="3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6" name="Google Shape;1165;p41"/>
            <p:cNvSpPr/>
            <p:nvPr/>
          </p:nvSpPr>
          <p:spPr>
            <a:xfrm rot="1458600">
              <a:off x="7625880" y="446040"/>
              <a:ext cx="327960" cy="143280"/>
            </a:xfrm>
            <a:custGeom>
              <a:avLst/>
              <a:gdLst>
                <a:gd name="textAreaLeft" fmla="*/ 0 w 327960"/>
                <a:gd name="textAreaRight" fmla="*/ 328320 w 327960"/>
                <a:gd name="textAreaTop" fmla="*/ 0 h 143280"/>
                <a:gd name="textAreaBottom" fmla="*/ 143640 h 143280"/>
              </a:gdLst>
              <a:ahLst/>
              <a:cxnLst/>
              <a:rect l="textAreaLeft" t="textAreaTop" r="textAreaRight" b="textAreaBottom"/>
              <a:pathLst>
                <a:path w="8804" h="3847">
                  <a:moveTo>
                    <a:pt x="8599" y="205"/>
                  </a:moveTo>
                  <a:lnTo>
                    <a:pt x="8599" y="3646"/>
                  </a:lnTo>
                  <a:lnTo>
                    <a:pt x="201" y="3646"/>
                  </a:lnTo>
                  <a:lnTo>
                    <a:pt x="201" y="205"/>
                  </a:lnTo>
                  <a:close/>
                  <a:moveTo>
                    <a:pt x="1" y="0"/>
                  </a:moveTo>
                  <a:lnTo>
                    <a:pt x="1" y="3846"/>
                  </a:lnTo>
                  <a:lnTo>
                    <a:pt x="8804" y="3846"/>
                  </a:lnTo>
                  <a:lnTo>
                    <a:pt x="8804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1640" bIns="716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7" name="Google Shape;1166;p41"/>
            <p:cNvSpPr/>
            <p:nvPr/>
          </p:nvSpPr>
          <p:spPr>
            <a:xfrm rot="1458600">
              <a:off x="7644240" y="482040"/>
              <a:ext cx="320400" cy="7200"/>
            </a:xfrm>
            <a:custGeom>
              <a:avLst/>
              <a:gdLst>
                <a:gd name="textAreaLeft" fmla="*/ 0 w 320400"/>
                <a:gd name="textAreaRight" fmla="*/ 320760 w 32040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8599" h="206">
                  <a:moveTo>
                    <a:pt x="0" y="1"/>
                  </a:moveTo>
                  <a:lnTo>
                    <a:pt x="0" y="205"/>
                  </a:lnTo>
                  <a:lnTo>
                    <a:pt x="8598" y="205"/>
                  </a:lnTo>
                  <a:lnTo>
                    <a:pt x="8598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600" bIns="3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8" name="Google Shape;1167;p41"/>
            <p:cNvSpPr/>
            <p:nvPr/>
          </p:nvSpPr>
          <p:spPr>
            <a:xfrm rot="1458600">
              <a:off x="7628040" y="518040"/>
              <a:ext cx="320400" cy="7200"/>
            </a:xfrm>
            <a:custGeom>
              <a:avLst/>
              <a:gdLst>
                <a:gd name="textAreaLeft" fmla="*/ 0 w 320400"/>
                <a:gd name="textAreaRight" fmla="*/ 320760 w 32040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8599" h="206">
                  <a:moveTo>
                    <a:pt x="0" y="0"/>
                  </a:moveTo>
                  <a:lnTo>
                    <a:pt x="0" y="205"/>
                  </a:lnTo>
                  <a:lnTo>
                    <a:pt x="8598" y="205"/>
                  </a:lnTo>
                  <a:lnTo>
                    <a:pt x="8598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600" bIns="3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9" name="Google Shape;1168;p41"/>
            <p:cNvSpPr/>
            <p:nvPr/>
          </p:nvSpPr>
          <p:spPr>
            <a:xfrm rot="1458600">
              <a:off x="7612200" y="553680"/>
              <a:ext cx="320400" cy="7200"/>
            </a:xfrm>
            <a:custGeom>
              <a:avLst/>
              <a:gdLst>
                <a:gd name="textAreaLeft" fmla="*/ 0 w 320400"/>
                <a:gd name="textAreaRight" fmla="*/ 320760 w 32040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8599" h="206">
                  <a:moveTo>
                    <a:pt x="0" y="0"/>
                  </a:moveTo>
                  <a:lnTo>
                    <a:pt x="0" y="205"/>
                  </a:lnTo>
                  <a:lnTo>
                    <a:pt x="8598" y="205"/>
                  </a:lnTo>
                  <a:lnTo>
                    <a:pt x="8598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600" bIns="3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10" name="Rectangle 409"/>
          <p:cNvSpPr/>
          <p:nvPr/>
        </p:nvSpPr>
        <p:spPr>
          <a:xfrm>
            <a:off x="657225" y="2181225"/>
            <a:ext cx="6609715" cy="1722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b">
            <a:normAutofit/>
          </a:bodyPr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6000" b="1" u="none" strike="noStrike">
                <a:solidFill>
                  <a:srgbClr val="0B352D"/>
                </a:solidFill>
                <a:effectLst/>
                <a:uFillTx/>
                <a:latin typeface="Candal"/>
              </a:rPr>
              <a:t>FollowUp AI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11" name="Rectangle 410"/>
          <p:cNvSpPr/>
          <p:nvPr/>
        </p:nvSpPr>
        <p:spPr>
          <a:xfrm>
            <a:off x="657360" y="3962520"/>
            <a:ext cx="66099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662708"/>
                </a:solidFill>
                <a:effectLst/>
                <a:uFillTx/>
                <a:latin typeface="Armata"/>
              </a:rPr>
              <a:t>Predict. Explain. Prioritize. Intervene.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971550" y="1979930"/>
            <a:ext cx="3188970" cy="506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US" sz="3600">
                <a:latin typeface="Trebuchet MS" panose="020B0603020202020204" charset="0"/>
                <a:cs typeface="Trebuchet MS" panose="020B0603020202020204" charset="0"/>
              </a:rPr>
              <a:t>THRIVE’26</a:t>
            </a:r>
            <a:endParaRPr lang="en-IN" altLang="en-US" sz="3600">
              <a:latin typeface="Trebuchet MS" panose="020B0603020202020204" charset="0"/>
              <a:cs typeface="Trebuchet MS" panose="020B06030202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2" name="Google Shape;3769;p74"/>
          <p:cNvGrpSpPr/>
          <p:nvPr/>
        </p:nvGrpSpPr>
        <p:grpSpPr>
          <a:xfrm>
            <a:off x="5140440" y="1717200"/>
            <a:ext cx="2779920" cy="2347200"/>
            <a:chOff x="5140440" y="1717200"/>
            <a:chExt cx="2779920" cy="2347200"/>
          </a:xfrm>
        </p:grpSpPr>
        <p:sp>
          <p:nvSpPr>
            <p:cNvPr id="413" name="Google Shape;3770;p74"/>
            <p:cNvSpPr/>
            <p:nvPr/>
          </p:nvSpPr>
          <p:spPr>
            <a:xfrm rot="489600">
              <a:off x="5504040" y="2258640"/>
              <a:ext cx="1003680" cy="153000"/>
            </a:xfrm>
            <a:custGeom>
              <a:avLst/>
              <a:gdLst>
                <a:gd name="textAreaLeft" fmla="*/ 0 w 1003680"/>
                <a:gd name="textAreaRight" fmla="*/ 1004040 w 1003680"/>
                <a:gd name="textAreaTop" fmla="*/ 0 h 153000"/>
                <a:gd name="textAreaBottom" fmla="*/ 153360 h 153000"/>
              </a:gdLst>
              <a:ahLst/>
              <a:cxnLst/>
              <a:rect l="textAreaLeft" t="textAreaTop" r="textAreaRight" b="textAreaBottom"/>
              <a:pathLst>
                <a:path w="18528" h="2828">
                  <a:moveTo>
                    <a:pt x="5552" y="0"/>
                  </a:moveTo>
                  <a:cubicBezTo>
                    <a:pt x="4968" y="419"/>
                    <a:pt x="4363" y="809"/>
                    <a:pt x="3739" y="1160"/>
                  </a:cubicBezTo>
                  <a:cubicBezTo>
                    <a:pt x="2545" y="1828"/>
                    <a:pt x="1297" y="2384"/>
                    <a:pt x="1" y="2827"/>
                  </a:cubicBezTo>
                  <a:lnTo>
                    <a:pt x="18528" y="2827"/>
                  </a:lnTo>
                  <a:lnTo>
                    <a:pt x="18528" y="0"/>
                  </a:lnTo>
                  <a:close/>
                </a:path>
              </a:pathLst>
            </a:custGeom>
            <a:solidFill>
              <a:srgbClr val="38544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6680" bIns="76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4" name="Google Shape;3771;p74"/>
            <p:cNvSpPr/>
            <p:nvPr/>
          </p:nvSpPr>
          <p:spPr>
            <a:xfrm rot="489600">
              <a:off x="5825160" y="2128680"/>
              <a:ext cx="702720" cy="153000"/>
            </a:xfrm>
            <a:custGeom>
              <a:avLst/>
              <a:gdLst>
                <a:gd name="textAreaLeft" fmla="*/ 0 w 702720"/>
                <a:gd name="textAreaRight" fmla="*/ 703080 w 702720"/>
                <a:gd name="textAreaTop" fmla="*/ 0 h 153000"/>
                <a:gd name="textAreaBottom" fmla="*/ 153360 h 153000"/>
              </a:gdLst>
              <a:ahLst/>
              <a:cxnLst/>
              <a:rect l="textAreaLeft" t="textAreaTop" r="textAreaRight" b="textAreaBottom"/>
              <a:pathLst>
                <a:path w="12976" h="2828">
                  <a:moveTo>
                    <a:pt x="3052" y="0"/>
                  </a:moveTo>
                  <a:cubicBezTo>
                    <a:pt x="2155" y="1063"/>
                    <a:pt x="1126" y="2013"/>
                    <a:pt x="0" y="2827"/>
                  </a:cubicBezTo>
                  <a:lnTo>
                    <a:pt x="12976" y="2827"/>
                  </a:lnTo>
                  <a:lnTo>
                    <a:pt x="12976" y="0"/>
                  </a:lnTo>
                  <a:close/>
                </a:path>
              </a:pathLst>
            </a:custGeom>
            <a:solidFill>
              <a:srgbClr val="38544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6680" bIns="76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5" name="Google Shape;3772;p74"/>
            <p:cNvSpPr/>
            <p:nvPr/>
          </p:nvSpPr>
          <p:spPr>
            <a:xfrm rot="489600">
              <a:off x="6211080" y="1843920"/>
              <a:ext cx="369360" cy="1044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0440"/>
                <a:gd name="textAreaBottom" fmla="*/ 10800 h 10440"/>
              </a:gdLst>
              <a:ahLst/>
              <a:cxnLst/>
              <a:rect l="textAreaLeft" t="textAreaTop" r="textAreaRight" b="textAreaBottom"/>
              <a:pathLst>
                <a:path w="6825" h="201">
                  <a:moveTo>
                    <a:pt x="1" y="1"/>
                  </a:moveTo>
                  <a:lnTo>
                    <a:pt x="1" y="201"/>
                  </a:lnTo>
                  <a:lnTo>
                    <a:pt x="6825" y="201"/>
                  </a:lnTo>
                  <a:lnTo>
                    <a:pt x="6825" y="1"/>
                  </a:lnTo>
                  <a:close/>
                </a:path>
              </a:pathLst>
            </a:custGeom>
            <a:solidFill>
              <a:srgbClr val="0B352D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400" bIns="54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6" name="Google Shape;3773;p74"/>
            <p:cNvSpPr/>
            <p:nvPr/>
          </p:nvSpPr>
          <p:spPr>
            <a:xfrm rot="489600">
              <a:off x="6000840" y="2135160"/>
              <a:ext cx="537480" cy="10800"/>
            </a:xfrm>
            <a:custGeom>
              <a:avLst/>
              <a:gdLst>
                <a:gd name="textAreaLeft" fmla="*/ 0 w 537480"/>
                <a:gd name="textAreaRight" fmla="*/ 537840 w 537480"/>
                <a:gd name="textAreaTop" fmla="*/ 0 h 10800"/>
                <a:gd name="textAreaBottom" fmla="*/ 11160 h 10800"/>
              </a:gdLst>
              <a:ahLst/>
              <a:cxnLst/>
              <a:rect l="textAreaLeft" t="textAreaTop" r="textAreaRight" b="textAreaBottom"/>
              <a:pathLst>
                <a:path w="9925" h="206">
                  <a:moveTo>
                    <a:pt x="1" y="1"/>
                  </a:moveTo>
                  <a:lnTo>
                    <a:pt x="1" y="206"/>
                  </a:lnTo>
                  <a:lnTo>
                    <a:pt x="9925" y="206"/>
                  </a:lnTo>
                  <a:lnTo>
                    <a:pt x="9925" y="1"/>
                  </a:lnTo>
                  <a:close/>
                </a:path>
              </a:pathLst>
            </a:custGeom>
            <a:solidFill>
              <a:srgbClr val="0B352D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400" bIns="54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7" name="Google Shape;3774;p74"/>
            <p:cNvSpPr/>
            <p:nvPr/>
          </p:nvSpPr>
          <p:spPr>
            <a:xfrm rot="489600">
              <a:off x="5814000" y="2275200"/>
              <a:ext cx="703080" cy="10800"/>
            </a:xfrm>
            <a:custGeom>
              <a:avLst/>
              <a:gdLst>
                <a:gd name="textAreaLeft" fmla="*/ 0 w 703080"/>
                <a:gd name="textAreaRight" fmla="*/ 703440 w 703080"/>
                <a:gd name="textAreaTop" fmla="*/ 0 h 10800"/>
                <a:gd name="textAreaBottom" fmla="*/ 11160 h 10800"/>
              </a:gdLst>
              <a:ahLst/>
              <a:cxnLst/>
              <a:rect l="textAreaLeft" t="textAreaTop" r="textAreaRight" b="textAreaBottom"/>
              <a:pathLst>
                <a:path w="12981" h="206">
                  <a:moveTo>
                    <a:pt x="1" y="1"/>
                  </a:moveTo>
                  <a:lnTo>
                    <a:pt x="1" y="206"/>
                  </a:lnTo>
                  <a:lnTo>
                    <a:pt x="12981" y="206"/>
                  </a:lnTo>
                  <a:lnTo>
                    <a:pt x="12981" y="1"/>
                  </a:lnTo>
                  <a:close/>
                </a:path>
              </a:pathLst>
            </a:custGeom>
            <a:solidFill>
              <a:srgbClr val="0B352D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400" bIns="54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8" name="Google Shape;3775;p74"/>
            <p:cNvSpPr/>
            <p:nvPr/>
          </p:nvSpPr>
          <p:spPr>
            <a:xfrm rot="489600">
              <a:off x="6152040" y="2632680"/>
              <a:ext cx="785160" cy="755280"/>
            </a:xfrm>
            <a:custGeom>
              <a:avLst/>
              <a:gdLst>
                <a:gd name="textAreaLeft" fmla="*/ 0 w 785160"/>
                <a:gd name="textAreaRight" fmla="*/ 785520 w 785160"/>
                <a:gd name="textAreaTop" fmla="*/ 0 h 755280"/>
                <a:gd name="textAreaBottom" fmla="*/ 755640 h 755280"/>
              </a:gdLst>
              <a:ahLst/>
              <a:cxnLst/>
              <a:rect l="textAreaLeft" t="textAreaTop" r="textAreaRight" b="textAreaBottom"/>
              <a:pathLst>
                <a:path w="14497" h="13947">
                  <a:moveTo>
                    <a:pt x="8633" y="2510"/>
                  </a:moveTo>
                  <a:lnTo>
                    <a:pt x="8633" y="5396"/>
                  </a:lnTo>
                  <a:lnTo>
                    <a:pt x="11518" y="5396"/>
                  </a:lnTo>
                  <a:lnTo>
                    <a:pt x="11518" y="8696"/>
                  </a:lnTo>
                  <a:lnTo>
                    <a:pt x="8633" y="8696"/>
                  </a:lnTo>
                  <a:lnTo>
                    <a:pt x="8633" y="11581"/>
                  </a:lnTo>
                  <a:lnTo>
                    <a:pt x="5338" y="11581"/>
                  </a:lnTo>
                  <a:lnTo>
                    <a:pt x="5338" y="8696"/>
                  </a:lnTo>
                  <a:lnTo>
                    <a:pt x="2447" y="8696"/>
                  </a:lnTo>
                  <a:lnTo>
                    <a:pt x="2447" y="5396"/>
                  </a:lnTo>
                  <a:lnTo>
                    <a:pt x="5338" y="5396"/>
                  </a:lnTo>
                  <a:lnTo>
                    <a:pt x="5338" y="2510"/>
                  </a:lnTo>
                  <a:close/>
                  <a:moveTo>
                    <a:pt x="6971" y="0"/>
                  </a:moveTo>
                  <a:cubicBezTo>
                    <a:pt x="3125" y="5"/>
                    <a:pt x="5" y="3124"/>
                    <a:pt x="0" y="6975"/>
                  </a:cubicBezTo>
                  <a:cubicBezTo>
                    <a:pt x="0" y="9792"/>
                    <a:pt x="1701" y="12337"/>
                    <a:pt x="4304" y="13414"/>
                  </a:cubicBezTo>
                  <a:cubicBezTo>
                    <a:pt x="5168" y="13772"/>
                    <a:pt x="6074" y="13946"/>
                    <a:pt x="6972" y="13946"/>
                  </a:cubicBezTo>
                  <a:cubicBezTo>
                    <a:pt x="8787" y="13946"/>
                    <a:pt x="10570" y="13236"/>
                    <a:pt x="11903" y="11903"/>
                  </a:cubicBezTo>
                  <a:cubicBezTo>
                    <a:pt x="13897" y="9909"/>
                    <a:pt x="14496" y="6907"/>
                    <a:pt x="13414" y="4304"/>
                  </a:cubicBezTo>
                  <a:cubicBezTo>
                    <a:pt x="12337" y="1696"/>
                    <a:pt x="9793" y="0"/>
                    <a:pt x="6971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9" name="Google Shape;3776;p74"/>
            <p:cNvSpPr/>
            <p:nvPr/>
          </p:nvSpPr>
          <p:spPr>
            <a:xfrm rot="489600">
              <a:off x="6284160" y="2766240"/>
              <a:ext cx="491040" cy="491040"/>
            </a:xfrm>
            <a:custGeom>
              <a:avLst/>
              <a:gdLst>
                <a:gd name="textAreaLeft" fmla="*/ 0 w 491040"/>
                <a:gd name="textAreaRight" fmla="*/ 491400 w 491040"/>
                <a:gd name="textAreaTop" fmla="*/ 0 h 491040"/>
                <a:gd name="textAreaBottom" fmla="*/ 491400 h 491040"/>
              </a:gdLst>
              <a:ahLst/>
              <a:cxnLst/>
              <a:rect l="textAreaLeft" t="textAreaTop" r="textAreaRight" b="textAreaBottom"/>
              <a:pathLst>
                <a:path w="9072" h="9072">
                  <a:moveTo>
                    <a:pt x="5235" y="951"/>
                  </a:moveTo>
                  <a:lnTo>
                    <a:pt x="5235" y="3831"/>
                  </a:lnTo>
                  <a:lnTo>
                    <a:pt x="8121" y="3831"/>
                  </a:lnTo>
                  <a:lnTo>
                    <a:pt x="8121" y="5235"/>
                  </a:lnTo>
                  <a:lnTo>
                    <a:pt x="5235" y="5240"/>
                  </a:lnTo>
                  <a:lnTo>
                    <a:pt x="5235" y="8126"/>
                  </a:lnTo>
                  <a:lnTo>
                    <a:pt x="3836" y="8126"/>
                  </a:lnTo>
                  <a:lnTo>
                    <a:pt x="3836" y="5240"/>
                  </a:lnTo>
                  <a:lnTo>
                    <a:pt x="951" y="5240"/>
                  </a:lnTo>
                  <a:lnTo>
                    <a:pt x="951" y="3836"/>
                  </a:lnTo>
                  <a:lnTo>
                    <a:pt x="3836" y="3836"/>
                  </a:lnTo>
                  <a:lnTo>
                    <a:pt x="3836" y="951"/>
                  </a:lnTo>
                  <a:close/>
                  <a:moveTo>
                    <a:pt x="2891" y="0"/>
                  </a:moveTo>
                  <a:lnTo>
                    <a:pt x="2891" y="2886"/>
                  </a:lnTo>
                  <a:lnTo>
                    <a:pt x="0" y="2886"/>
                  </a:lnTo>
                  <a:lnTo>
                    <a:pt x="0" y="6186"/>
                  </a:lnTo>
                  <a:lnTo>
                    <a:pt x="2891" y="6186"/>
                  </a:lnTo>
                  <a:lnTo>
                    <a:pt x="2891" y="9071"/>
                  </a:lnTo>
                  <a:lnTo>
                    <a:pt x="6186" y="9071"/>
                  </a:lnTo>
                  <a:lnTo>
                    <a:pt x="6186" y="6186"/>
                  </a:lnTo>
                  <a:lnTo>
                    <a:pt x="9071" y="6186"/>
                  </a:lnTo>
                  <a:lnTo>
                    <a:pt x="9071" y="2886"/>
                  </a:lnTo>
                  <a:lnTo>
                    <a:pt x="6186" y="2886"/>
                  </a:lnTo>
                  <a:lnTo>
                    <a:pt x="6186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0" name="Google Shape;3777;p74"/>
            <p:cNvSpPr/>
            <p:nvPr/>
          </p:nvSpPr>
          <p:spPr>
            <a:xfrm rot="489600">
              <a:off x="6335640" y="2818080"/>
              <a:ext cx="388080" cy="388080"/>
            </a:xfrm>
            <a:custGeom>
              <a:avLst/>
              <a:gdLst>
                <a:gd name="textAreaLeft" fmla="*/ 0 w 388080"/>
                <a:gd name="textAreaRight" fmla="*/ 388440 w 388080"/>
                <a:gd name="textAreaTop" fmla="*/ 0 h 388080"/>
                <a:gd name="textAreaBottom" fmla="*/ 388440 h 388080"/>
              </a:gdLst>
              <a:ahLst/>
              <a:cxnLst/>
              <a:rect l="textAreaLeft" t="textAreaTop" r="textAreaRight" b="textAreaBottom"/>
              <a:pathLst>
                <a:path w="7171" h="7171">
                  <a:moveTo>
                    <a:pt x="2886" y="1"/>
                  </a:moveTo>
                  <a:lnTo>
                    <a:pt x="2886" y="2886"/>
                  </a:lnTo>
                  <a:lnTo>
                    <a:pt x="1" y="2886"/>
                  </a:lnTo>
                  <a:lnTo>
                    <a:pt x="1" y="4285"/>
                  </a:lnTo>
                  <a:lnTo>
                    <a:pt x="2886" y="4285"/>
                  </a:lnTo>
                  <a:lnTo>
                    <a:pt x="2886" y="7171"/>
                  </a:lnTo>
                  <a:lnTo>
                    <a:pt x="4285" y="7171"/>
                  </a:lnTo>
                  <a:lnTo>
                    <a:pt x="4285" y="4285"/>
                  </a:lnTo>
                  <a:lnTo>
                    <a:pt x="7171" y="4285"/>
                  </a:lnTo>
                  <a:lnTo>
                    <a:pt x="7171" y="2886"/>
                  </a:lnTo>
                  <a:lnTo>
                    <a:pt x="4285" y="2886"/>
                  </a:lnTo>
                  <a:lnTo>
                    <a:pt x="4285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1" name="Google Shape;3778;p74"/>
            <p:cNvSpPr/>
            <p:nvPr/>
          </p:nvSpPr>
          <p:spPr>
            <a:xfrm rot="489600">
              <a:off x="6094440" y="2572920"/>
              <a:ext cx="870480" cy="870480"/>
            </a:xfrm>
            <a:custGeom>
              <a:avLst/>
              <a:gdLst>
                <a:gd name="textAreaLeft" fmla="*/ 0 w 870480"/>
                <a:gd name="textAreaRight" fmla="*/ 870840 w 870480"/>
                <a:gd name="textAreaTop" fmla="*/ 0 h 870480"/>
                <a:gd name="textAreaBottom" fmla="*/ 870840 h 870480"/>
              </a:gdLst>
              <a:ahLst/>
              <a:cxnLst/>
              <a:rect l="textAreaLeft" t="textAreaTop" r="textAreaRight" b="textAreaBottom"/>
              <a:pathLst>
                <a:path w="16072" h="16071">
                  <a:moveTo>
                    <a:pt x="8039" y="1062"/>
                  </a:moveTo>
                  <a:cubicBezTo>
                    <a:pt x="8937" y="1062"/>
                    <a:pt x="9843" y="1236"/>
                    <a:pt x="10705" y="1594"/>
                  </a:cubicBezTo>
                  <a:cubicBezTo>
                    <a:pt x="13312" y="2672"/>
                    <a:pt x="15009" y="5216"/>
                    <a:pt x="15009" y="8038"/>
                  </a:cubicBezTo>
                  <a:cubicBezTo>
                    <a:pt x="15004" y="11884"/>
                    <a:pt x="11884" y="15003"/>
                    <a:pt x="8034" y="15008"/>
                  </a:cubicBezTo>
                  <a:cubicBezTo>
                    <a:pt x="5216" y="15008"/>
                    <a:pt x="2672" y="13307"/>
                    <a:pt x="1595" y="10704"/>
                  </a:cubicBezTo>
                  <a:cubicBezTo>
                    <a:pt x="513" y="8097"/>
                    <a:pt x="1112" y="5099"/>
                    <a:pt x="3106" y="3105"/>
                  </a:cubicBezTo>
                  <a:cubicBezTo>
                    <a:pt x="4439" y="1772"/>
                    <a:pt x="6224" y="1062"/>
                    <a:pt x="8039" y="1062"/>
                  </a:cubicBezTo>
                  <a:close/>
                  <a:moveTo>
                    <a:pt x="8034" y="0"/>
                  </a:moveTo>
                  <a:cubicBezTo>
                    <a:pt x="3608" y="0"/>
                    <a:pt x="1" y="3607"/>
                    <a:pt x="1" y="8038"/>
                  </a:cubicBezTo>
                  <a:cubicBezTo>
                    <a:pt x="1" y="12469"/>
                    <a:pt x="3603" y="16071"/>
                    <a:pt x="8034" y="16071"/>
                  </a:cubicBezTo>
                  <a:cubicBezTo>
                    <a:pt x="12464" y="16071"/>
                    <a:pt x="16071" y="12469"/>
                    <a:pt x="16071" y="8038"/>
                  </a:cubicBezTo>
                  <a:cubicBezTo>
                    <a:pt x="16071" y="3607"/>
                    <a:pt x="12464" y="0"/>
                    <a:pt x="8034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2" name="Google Shape;3779;p74"/>
            <p:cNvSpPr/>
            <p:nvPr/>
          </p:nvSpPr>
          <p:spPr>
            <a:xfrm rot="489600">
              <a:off x="6050520" y="1810440"/>
              <a:ext cx="1255680" cy="326520"/>
            </a:xfrm>
            <a:custGeom>
              <a:avLst/>
              <a:gdLst>
                <a:gd name="textAreaLeft" fmla="*/ 0 w 1255680"/>
                <a:gd name="textAreaRight" fmla="*/ 1256040 w 1255680"/>
                <a:gd name="textAreaTop" fmla="*/ 0 h 326520"/>
                <a:gd name="textAreaBottom" fmla="*/ 326880 h 326520"/>
              </a:gdLst>
              <a:ahLst/>
              <a:cxnLst/>
              <a:rect l="textAreaLeft" t="textAreaTop" r="textAreaRight" b="textAreaBottom"/>
              <a:pathLst>
                <a:path w="23178" h="6035">
                  <a:moveTo>
                    <a:pt x="2203" y="0"/>
                  </a:moveTo>
                  <a:cubicBezTo>
                    <a:pt x="985" y="5"/>
                    <a:pt x="0" y="990"/>
                    <a:pt x="0" y="2208"/>
                  </a:cubicBezTo>
                  <a:lnTo>
                    <a:pt x="0" y="6035"/>
                  </a:lnTo>
                  <a:lnTo>
                    <a:pt x="1482" y="6035"/>
                  </a:lnTo>
                  <a:lnTo>
                    <a:pt x="1482" y="2208"/>
                  </a:lnTo>
                  <a:cubicBezTo>
                    <a:pt x="1482" y="1814"/>
                    <a:pt x="1804" y="1487"/>
                    <a:pt x="2203" y="1487"/>
                  </a:cubicBezTo>
                  <a:lnTo>
                    <a:pt x="20974" y="1487"/>
                  </a:lnTo>
                  <a:cubicBezTo>
                    <a:pt x="21369" y="1487"/>
                    <a:pt x="21691" y="1809"/>
                    <a:pt x="21691" y="2208"/>
                  </a:cubicBezTo>
                  <a:lnTo>
                    <a:pt x="21691" y="6035"/>
                  </a:lnTo>
                  <a:lnTo>
                    <a:pt x="23177" y="6035"/>
                  </a:lnTo>
                  <a:lnTo>
                    <a:pt x="23177" y="2208"/>
                  </a:lnTo>
                  <a:cubicBezTo>
                    <a:pt x="23177" y="990"/>
                    <a:pt x="22188" y="0"/>
                    <a:pt x="20969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3" name="Google Shape;3780;p74"/>
            <p:cNvSpPr/>
            <p:nvPr/>
          </p:nvSpPr>
          <p:spPr>
            <a:xfrm rot="489600">
              <a:off x="5711400" y="2015280"/>
              <a:ext cx="182160" cy="322560"/>
            </a:xfrm>
            <a:custGeom>
              <a:avLst/>
              <a:gdLst>
                <a:gd name="textAreaLeft" fmla="*/ 0 w 182160"/>
                <a:gd name="textAreaRight" fmla="*/ 182520 w 182160"/>
                <a:gd name="textAreaTop" fmla="*/ 0 h 322560"/>
                <a:gd name="textAreaBottom" fmla="*/ 322920 h 322560"/>
              </a:gdLst>
              <a:ahLst/>
              <a:cxnLst/>
              <a:rect l="textAreaLeft" t="textAreaTop" r="textAreaRight" b="textAreaBottom"/>
              <a:pathLst>
                <a:path w="3369" h="5958">
                  <a:moveTo>
                    <a:pt x="1" y="1"/>
                  </a:moveTo>
                  <a:lnTo>
                    <a:pt x="1" y="5957"/>
                  </a:lnTo>
                  <a:lnTo>
                    <a:pt x="3369" y="5957"/>
                  </a:lnTo>
                  <a:lnTo>
                    <a:pt x="3369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4" name="Google Shape;3781;p74"/>
            <p:cNvSpPr/>
            <p:nvPr/>
          </p:nvSpPr>
          <p:spPr>
            <a:xfrm rot="489600">
              <a:off x="7371000" y="2253240"/>
              <a:ext cx="182520" cy="322560"/>
            </a:xfrm>
            <a:custGeom>
              <a:avLst/>
              <a:gdLst>
                <a:gd name="textAreaLeft" fmla="*/ 0 w 182520"/>
                <a:gd name="textAreaRight" fmla="*/ 182880 w 182520"/>
                <a:gd name="textAreaTop" fmla="*/ 0 h 322560"/>
                <a:gd name="textAreaBottom" fmla="*/ 322920 h 322560"/>
              </a:gdLst>
              <a:ahLst/>
              <a:cxnLst/>
              <a:rect l="textAreaLeft" t="textAreaTop" r="textAreaRight" b="textAreaBottom"/>
              <a:pathLst>
                <a:path w="3374" h="5958">
                  <a:moveTo>
                    <a:pt x="1" y="1"/>
                  </a:moveTo>
                  <a:lnTo>
                    <a:pt x="1" y="5957"/>
                  </a:lnTo>
                  <a:lnTo>
                    <a:pt x="3374" y="5957"/>
                  </a:lnTo>
                  <a:lnTo>
                    <a:pt x="3374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5" name="Google Shape;3782;p74"/>
            <p:cNvSpPr/>
            <p:nvPr/>
          </p:nvSpPr>
          <p:spPr>
            <a:xfrm rot="489600">
              <a:off x="5960520" y="2449440"/>
              <a:ext cx="1138320" cy="1125000"/>
            </a:xfrm>
            <a:custGeom>
              <a:avLst/>
              <a:gdLst>
                <a:gd name="textAreaLeft" fmla="*/ 0 w 1138320"/>
                <a:gd name="textAreaRight" fmla="*/ 1138680 w 1138320"/>
                <a:gd name="textAreaTop" fmla="*/ 0 h 1125000"/>
                <a:gd name="textAreaBottom" fmla="*/ 1125360 h 1125000"/>
              </a:gdLst>
              <a:ahLst/>
              <a:cxnLst/>
              <a:rect l="textAreaLeft" t="textAreaTop" r="textAreaRight" b="textAreaBottom"/>
              <a:pathLst>
                <a:path w="21014" h="20770">
                  <a:moveTo>
                    <a:pt x="10495" y="2276"/>
                  </a:moveTo>
                  <a:cubicBezTo>
                    <a:pt x="14925" y="2276"/>
                    <a:pt x="18532" y="5883"/>
                    <a:pt x="18532" y="10314"/>
                  </a:cubicBezTo>
                  <a:cubicBezTo>
                    <a:pt x="18532" y="14745"/>
                    <a:pt x="14925" y="18347"/>
                    <a:pt x="10495" y="18347"/>
                  </a:cubicBezTo>
                  <a:cubicBezTo>
                    <a:pt x="6069" y="18347"/>
                    <a:pt x="2462" y="14745"/>
                    <a:pt x="2462" y="10314"/>
                  </a:cubicBezTo>
                  <a:cubicBezTo>
                    <a:pt x="2462" y="5883"/>
                    <a:pt x="6064" y="2276"/>
                    <a:pt x="10495" y="2276"/>
                  </a:cubicBezTo>
                  <a:close/>
                  <a:moveTo>
                    <a:pt x="0" y="0"/>
                  </a:moveTo>
                  <a:lnTo>
                    <a:pt x="0" y="20769"/>
                  </a:lnTo>
                  <a:lnTo>
                    <a:pt x="21013" y="20769"/>
                  </a:lnTo>
                  <a:lnTo>
                    <a:pt x="21013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6" name="Google Shape;3783;p74"/>
            <p:cNvSpPr/>
            <p:nvPr/>
          </p:nvSpPr>
          <p:spPr>
            <a:xfrm rot="489600">
              <a:off x="5256720" y="2050560"/>
              <a:ext cx="88200" cy="1562760"/>
            </a:xfrm>
            <a:custGeom>
              <a:avLst/>
              <a:gdLst>
                <a:gd name="textAreaLeft" fmla="*/ 0 w 88200"/>
                <a:gd name="textAreaRight" fmla="*/ 88560 w 88200"/>
                <a:gd name="textAreaTop" fmla="*/ 0 h 1562760"/>
                <a:gd name="textAreaBottom" fmla="*/ 1563120 h 1562760"/>
              </a:gdLst>
              <a:ahLst/>
              <a:cxnLst/>
              <a:rect l="textAreaLeft" t="textAreaTop" r="textAreaRight" b="textAreaBottom"/>
              <a:pathLst>
                <a:path w="1634" h="28847">
                  <a:moveTo>
                    <a:pt x="1633" y="0"/>
                  </a:moveTo>
                  <a:cubicBezTo>
                    <a:pt x="668" y="268"/>
                    <a:pt x="0" y="1151"/>
                    <a:pt x="0" y="2150"/>
                  </a:cubicBezTo>
                  <a:lnTo>
                    <a:pt x="0" y="26697"/>
                  </a:lnTo>
                  <a:cubicBezTo>
                    <a:pt x="0" y="27696"/>
                    <a:pt x="668" y="28578"/>
                    <a:pt x="1633" y="28846"/>
                  </a:cubicBezTo>
                  <a:lnTo>
                    <a:pt x="1633" y="0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7" name="Google Shape;3784;p74"/>
            <p:cNvSpPr/>
            <p:nvPr/>
          </p:nvSpPr>
          <p:spPr>
            <a:xfrm rot="489600">
              <a:off x="7714440" y="2403000"/>
              <a:ext cx="89280" cy="1563120"/>
            </a:xfrm>
            <a:custGeom>
              <a:avLst/>
              <a:gdLst>
                <a:gd name="textAreaLeft" fmla="*/ 0 w 89280"/>
                <a:gd name="textAreaRight" fmla="*/ 89640 w 89280"/>
                <a:gd name="textAreaTop" fmla="*/ 0 h 1563120"/>
                <a:gd name="textAreaBottom" fmla="*/ 1563480 h 1563120"/>
              </a:gdLst>
              <a:ahLst/>
              <a:cxnLst/>
              <a:rect l="textAreaLeft" t="textAreaTop" r="textAreaRight" b="textAreaBottom"/>
              <a:pathLst>
                <a:path w="1653" h="28852">
                  <a:moveTo>
                    <a:pt x="0" y="0"/>
                  </a:moveTo>
                  <a:lnTo>
                    <a:pt x="0" y="28851"/>
                  </a:lnTo>
                  <a:cubicBezTo>
                    <a:pt x="975" y="28588"/>
                    <a:pt x="1648" y="27706"/>
                    <a:pt x="1653" y="26697"/>
                  </a:cubicBezTo>
                  <a:lnTo>
                    <a:pt x="1653" y="2150"/>
                  </a:lnTo>
                  <a:cubicBezTo>
                    <a:pt x="1653" y="1151"/>
                    <a:pt x="985" y="268"/>
                    <a:pt x="20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8" name="Google Shape;3785;p74"/>
            <p:cNvSpPr/>
            <p:nvPr/>
          </p:nvSpPr>
          <p:spPr>
            <a:xfrm rot="489600">
              <a:off x="7357680" y="2271240"/>
              <a:ext cx="358200" cy="1770480"/>
            </a:xfrm>
            <a:custGeom>
              <a:avLst/>
              <a:gdLst>
                <a:gd name="textAreaLeft" fmla="*/ 0 w 358200"/>
                <a:gd name="textAreaRight" fmla="*/ 358560 w 358200"/>
                <a:gd name="textAreaTop" fmla="*/ 0 h 1770480"/>
                <a:gd name="textAreaBottom" fmla="*/ 1770840 h 1770480"/>
              </a:gdLst>
              <a:ahLst/>
              <a:cxnLst/>
              <a:rect l="textAreaLeft" t="textAreaTop" r="textAreaRight" b="textAreaBottom"/>
              <a:pathLst>
                <a:path w="6615" h="32683">
                  <a:moveTo>
                    <a:pt x="1687" y="1"/>
                  </a:moveTo>
                  <a:lnTo>
                    <a:pt x="1687" y="5957"/>
                  </a:lnTo>
                  <a:lnTo>
                    <a:pt x="0" y="5957"/>
                  </a:lnTo>
                  <a:lnTo>
                    <a:pt x="0" y="32683"/>
                  </a:lnTo>
                  <a:lnTo>
                    <a:pt x="5050" y="32683"/>
                  </a:lnTo>
                  <a:cubicBezTo>
                    <a:pt x="5913" y="32683"/>
                    <a:pt x="6614" y="31981"/>
                    <a:pt x="6614" y="31118"/>
                  </a:cubicBezTo>
                  <a:lnTo>
                    <a:pt x="6614" y="30694"/>
                  </a:lnTo>
                  <a:lnTo>
                    <a:pt x="6614" y="1561"/>
                  </a:lnTo>
                  <a:cubicBezTo>
                    <a:pt x="6614" y="698"/>
                    <a:pt x="5913" y="1"/>
                    <a:pt x="5050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9" name="Google Shape;3786;p74"/>
            <p:cNvSpPr/>
            <p:nvPr/>
          </p:nvSpPr>
          <p:spPr>
            <a:xfrm rot="489600">
              <a:off x="5690520" y="2126520"/>
              <a:ext cx="1677240" cy="1770480"/>
            </a:xfrm>
            <a:custGeom>
              <a:avLst/>
              <a:gdLst>
                <a:gd name="textAreaLeft" fmla="*/ 0 w 1677240"/>
                <a:gd name="textAreaRight" fmla="*/ 1677600 w 1677240"/>
                <a:gd name="textAreaTop" fmla="*/ 0 h 1770480"/>
                <a:gd name="textAreaBottom" fmla="*/ 1770840 h 1770480"/>
              </a:gdLst>
              <a:ahLst/>
              <a:cxnLst/>
              <a:rect l="textAreaLeft" t="textAreaTop" r="textAreaRight" b="textAreaBottom"/>
              <a:pathLst>
                <a:path w="30963" h="32683">
                  <a:moveTo>
                    <a:pt x="25995" y="5957"/>
                  </a:moveTo>
                  <a:lnTo>
                    <a:pt x="25995" y="26726"/>
                  </a:lnTo>
                  <a:lnTo>
                    <a:pt x="4982" y="26726"/>
                  </a:lnTo>
                  <a:lnTo>
                    <a:pt x="4982" y="5957"/>
                  </a:lnTo>
                  <a:close/>
                  <a:moveTo>
                    <a:pt x="1707" y="1"/>
                  </a:moveTo>
                  <a:lnTo>
                    <a:pt x="1707" y="5957"/>
                  </a:lnTo>
                  <a:lnTo>
                    <a:pt x="1" y="5957"/>
                  </a:lnTo>
                  <a:lnTo>
                    <a:pt x="1" y="32683"/>
                  </a:lnTo>
                  <a:lnTo>
                    <a:pt x="30962" y="32683"/>
                  </a:lnTo>
                  <a:lnTo>
                    <a:pt x="30962" y="5957"/>
                  </a:lnTo>
                  <a:lnTo>
                    <a:pt x="29276" y="5957"/>
                  </a:lnTo>
                  <a:lnTo>
                    <a:pt x="29276" y="1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0" name="Google Shape;3787;p74"/>
            <p:cNvSpPr/>
            <p:nvPr/>
          </p:nvSpPr>
          <p:spPr>
            <a:xfrm rot="489600">
              <a:off x="5342400" y="1982160"/>
              <a:ext cx="358200" cy="1770480"/>
            </a:xfrm>
            <a:custGeom>
              <a:avLst/>
              <a:gdLst>
                <a:gd name="textAreaLeft" fmla="*/ 0 w 358200"/>
                <a:gd name="textAreaRight" fmla="*/ 358560 w 358200"/>
                <a:gd name="textAreaTop" fmla="*/ 0 h 1770480"/>
                <a:gd name="textAreaBottom" fmla="*/ 1770840 h 1770480"/>
              </a:gdLst>
              <a:ahLst/>
              <a:cxnLst/>
              <a:rect l="textAreaLeft" t="textAreaTop" r="textAreaRight" b="textAreaBottom"/>
              <a:pathLst>
                <a:path w="6615" h="32683">
                  <a:moveTo>
                    <a:pt x="1565" y="1"/>
                  </a:moveTo>
                  <a:cubicBezTo>
                    <a:pt x="697" y="1"/>
                    <a:pt x="0" y="698"/>
                    <a:pt x="0" y="1561"/>
                  </a:cubicBezTo>
                  <a:lnTo>
                    <a:pt x="0" y="30689"/>
                  </a:lnTo>
                  <a:lnTo>
                    <a:pt x="0" y="31118"/>
                  </a:lnTo>
                  <a:cubicBezTo>
                    <a:pt x="0" y="31981"/>
                    <a:pt x="697" y="32683"/>
                    <a:pt x="1565" y="32683"/>
                  </a:cubicBezTo>
                  <a:lnTo>
                    <a:pt x="6615" y="32683"/>
                  </a:lnTo>
                  <a:lnTo>
                    <a:pt x="6615" y="5957"/>
                  </a:lnTo>
                  <a:lnTo>
                    <a:pt x="4948" y="5957"/>
                  </a:lnTo>
                  <a:lnTo>
                    <a:pt x="4948" y="1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1" name="Google Shape;3788;p74"/>
            <p:cNvSpPr/>
            <p:nvPr/>
          </p:nvSpPr>
          <p:spPr>
            <a:xfrm rot="489600">
              <a:off x="5326560" y="2121480"/>
              <a:ext cx="2404800" cy="1781280"/>
            </a:xfrm>
            <a:custGeom>
              <a:avLst/>
              <a:gdLst>
                <a:gd name="textAreaLeft" fmla="*/ 0 w 2404800"/>
                <a:gd name="textAreaRight" fmla="*/ 2405160 w 2404800"/>
                <a:gd name="textAreaTop" fmla="*/ 0 h 1781280"/>
                <a:gd name="textAreaBottom" fmla="*/ 1781640 h 1781280"/>
              </a:gdLst>
              <a:ahLst/>
              <a:cxnLst/>
              <a:rect l="textAreaLeft" t="textAreaTop" r="textAreaRight" b="textAreaBottom"/>
              <a:pathLst>
                <a:path w="44390" h="32883">
                  <a:moveTo>
                    <a:pt x="1667" y="0"/>
                  </a:moveTo>
                  <a:cubicBezTo>
                    <a:pt x="746" y="0"/>
                    <a:pt x="0" y="741"/>
                    <a:pt x="0" y="1658"/>
                  </a:cubicBezTo>
                  <a:lnTo>
                    <a:pt x="0" y="31215"/>
                  </a:lnTo>
                  <a:cubicBezTo>
                    <a:pt x="0" y="32136"/>
                    <a:pt x="746" y="32882"/>
                    <a:pt x="1667" y="32882"/>
                  </a:cubicBezTo>
                  <a:lnTo>
                    <a:pt x="42728" y="32882"/>
                  </a:lnTo>
                  <a:cubicBezTo>
                    <a:pt x="43644" y="32882"/>
                    <a:pt x="44390" y="32136"/>
                    <a:pt x="44390" y="31220"/>
                  </a:cubicBezTo>
                  <a:lnTo>
                    <a:pt x="44390" y="1662"/>
                  </a:lnTo>
                  <a:cubicBezTo>
                    <a:pt x="44390" y="741"/>
                    <a:pt x="43644" y="0"/>
                    <a:pt x="42728" y="0"/>
                  </a:cubicBezTo>
                  <a:lnTo>
                    <a:pt x="39365" y="0"/>
                  </a:lnTo>
                  <a:lnTo>
                    <a:pt x="39365" y="195"/>
                  </a:lnTo>
                  <a:lnTo>
                    <a:pt x="42728" y="195"/>
                  </a:lnTo>
                  <a:cubicBezTo>
                    <a:pt x="43532" y="195"/>
                    <a:pt x="44190" y="853"/>
                    <a:pt x="44190" y="1658"/>
                  </a:cubicBezTo>
                  <a:lnTo>
                    <a:pt x="44190" y="31220"/>
                  </a:lnTo>
                  <a:cubicBezTo>
                    <a:pt x="44190" y="32029"/>
                    <a:pt x="43532" y="32682"/>
                    <a:pt x="42728" y="32682"/>
                  </a:cubicBezTo>
                  <a:lnTo>
                    <a:pt x="1667" y="32682"/>
                  </a:lnTo>
                  <a:cubicBezTo>
                    <a:pt x="858" y="32682"/>
                    <a:pt x="205" y="32029"/>
                    <a:pt x="205" y="31220"/>
                  </a:cubicBezTo>
                  <a:lnTo>
                    <a:pt x="205" y="1662"/>
                  </a:lnTo>
                  <a:cubicBezTo>
                    <a:pt x="205" y="858"/>
                    <a:pt x="858" y="200"/>
                    <a:pt x="1667" y="200"/>
                  </a:cubicBezTo>
                  <a:lnTo>
                    <a:pt x="5050" y="200"/>
                  </a:lnTo>
                  <a:lnTo>
                    <a:pt x="5050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2" name="Google Shape;3789;p74"/>
            <p:cNvSpPr/>
            <p:nvPr/>
          </p:nvSpPr>
          <p:spPr>
            <a:xfrm rot="489600">
              <a:off x="7276320" y="2228040"/>
              <a:ext cx="118800" cy="10800"/>
            </a:xfrm>
            <a:custGeom>
              <a:avLst/>
              <a:gdLst>
                <a:gd name="textAreaLeft" fmla="*/ 0 w 118800"/>
                <a:gd name="textAreaRight" fmla="*/ 119160 w 118800"/>
                <a:gd name="textAreaTop" fmla="*/ 0 h 10800"/>
                <a:gd name="textAreaBottom" fmla="*/ 11160 h 10800"/>
              </a:gdLst>
              <a:ahLst/>
              <a:cxnLst/>
              <a:rect l="textAreaLeft" t="textAreaTop" r="textAreaRight" b="textAreaBottom"/>
              <a:pathLst>
                <a:path w="2199" h="206">
                  <a:moveTo>
                    <a:pt x="0" y="0"/>
                  </a:moveTo>
                  <a:lnTo>
                    <a:pt x="0" y="205"/>
                  </a:lnTo>
                  <a:lnTo>
                    <a:pt x="2199" y="205"/>
                  </a:lnTo>
                  <a:lnTo>
                    <a:pt x="2199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400" bIns="54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3" name="Google Shape;3790;p74"/>
            <p:cNvSpPr/>
            <p:nvPr/>
          </p:nvSpPr>
          <p:spPr>
            <a:xfrm rot="489600">
              <a:off x="6108120" y="2130120"/>
              <a:ext cx="1094400" cy="10800"/>
            </a:xfrm>
            <a:custGeom>
              <a:avLst/>
              <a:gdLst>
                <a:gd name="textAreaLeft" fmla="*/ 0 w 1094400"/>
                <a:gd name="textAreaRight" fmla="*/ 1094760 w 1094400"/>
                <a:gd name="textAreaTop" fmla="*/ 0 h 10800"/>
                <a:gd name="textAreaBottom" fmla="*/ 11160 h 10800"/>
              </a:gdLst>
              <a:ahLst/>
              <a:cxnLst/>
              <a:rect l="textAreaLeft" t="textAreaTop" r="textAreaRight" b="textAreaBottom"/>
              <a:pathLst>
                <a:path w="20205" h="206">
                  <a:moveTo>
                    <a:pt x="1" y="0"/>
                  </a:moveTo>
                  <a:lnTo>
                    <a:pt x="1" y="205"/>
                  </a:lnTo>
                  <a:lnTo>
                    <a:pt x="20205" y="205"/>
                  </a:lnTo>
                  <a:lnTo>
                    <a:pt x="20205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400" bIns="54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4" name="Google Shape;3791;p74"/>
            <p:cNvSpPr/>
            <p:nvPr/>
          </p:nvSpPr>
          <p:spPr>
            <a:xfrm rot="489600">
              <a:off x="5915520" y="2032560"/>
              <a:ext cx="118800" cy="10800"/>
            </a:xfrm>
            <a:custGeom>
              <a:avLst/>
              <a:gdLst>
                <a:gd name="textAreaLeft" fmla="*/ 0 w 118800"/>
                <a:gd name="textAreaRight" fmla="*/ 119160 w 118800"/>
                <a:gd name="textAreaTop" fmla="*/ 0 h 10800"/>
                <a:gd name="textAreaBottom" fmla="*/ 11160 h 10800"/>
              </a:gdLst>
              <a:ahLst/>
              <a:cxnLst/>
              <a:rect l="textAreaLeft" t="textAreaTop" r="textAreaRight" b="textAreaBottom"/>
              <a:pathLst>
                <a:path w="2200" h="206">
                  <a:moveTo>
                    <a:pt x="1" y="0"/>
                  </a:moveTo>
                  <a:lnTo>
                    <a:pt x="1" y="205"/>
                  </a:lnTo>
                  <a:lnTo>
                    <a:pt x="2199" y="205"/>
                  </a:lnTo>
                  <a:lnTo>
                    <a:pt x="2199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400" bIns="54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5" name="Google Shape;3792;p74"/>
            <p:cNvSpPr/>
            <p:nvPr/>
          </p:nvSpPr>
          <p:spPr>
            <a:xfrm rot="489600">
              <a:off x="5670360" y="2328480"/>
              <a:ext cx="10800" cy="1447920"/>
            </a:xfrm>
            <a:custGeom>
              <a:avLst/>
              <a:gdLst>
                <a:gd name="textAreaLeft" fmla="*/ 0 w 10800"/>
                <a:gd name="textAreaRight" fmla="*/ 11160 w 10800"/>
                <a:gd name="textAreaTop" fmla="*/ 0 h 1447920"/>
                <a:gd name="textAreaBottom" fmla="*/ 1448280 h 1447920"/>
              </a:gdLst>
              <a:ahLst/>
              <a:cxnLst/>
              <a:rect l="textAreaLeft" t="textAreaTop" r="textAreaRight" b="textAreaBottom"/>
              <a:pathLst>
                <a:path w="206" h="26726">
                  <a:moveTo>
                    <a:pt x="1" y="0"/>
                  </a:moveTo>
                  <a:lnTo>
                    <a:pt x="1" y="26726"/>
                  </a:lnTo>
                  <a:lnTo>
                    <a:pt x="205" y="26726"/>
                  </a:lnTo>
                  <a:lnTo>
                    <a:pt x="205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6" name="Google Shape;3793;p74"/>
            <p:cNvSpPr/>
            <p:nvPr/>
          </p:nvSpPr>
          <p:spPr>
            <a:xfrm rot="489600">
              <a:off x="7331040" y="2566800"/>
              <a:ext cx="10800" cy="1447920"/>
            </a:xfrm>
            <a:custGeom>
              <a:avLst/>
              <a:gdLst>
                <a:gd name="textAreaLeft" fmla="*/ 0 w 10800"/>
                <a:gd name="textAreaRight" fmla="*/ 11160 w 10800"/>
                <a:gd name="textAreaTop" fmla="*/ 0 h 1447920"/>
                <a:gd name="textAreaBottom" fmla="*/ 1448280 h 1447920"/>
              </a:gdLst>
              <a:ahLst/>
              <a:cxnLst/>
              <a:rect l="textAreaLeft" t="textAreaTop" r="textAreaRight" b="textAreaBottom"/>
              <a:pathLst>
                <a:path w="206" h="26726">
                  <a:moveTo>
                    <a:pt x="1" y="0"/>
                  </a:moveTo>
                  <a:lnTo>
                    <a:pt x="1" y="26726"/>
                  </a:lnTo>
                  <a:lnTo>
                    <a:pt x="205" y="26726"/>
                  </a:lnTo>
                  <a:lnTo>
                    <a:pt x="205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7" name="Google Shape;3794;p74"/>
            <p:cNvSpPr/>
            <p:nvPr/>
          </p:nvSpPr>
          <p:spPr>
            <a:xfrm rot="489600">
              <a:off x="5251320" y="2044800"/>
              <a:ext cx="95040" cy="1573560"/>
            </a:xfrm>
            <a:custGeom>
              <a:avLst/>
              <a:gdLst>
                <a:gd name="textAreaLeft" fmla="*/ 0 w 95040"/>
                <a:gd name="textAreaRight" fmla="*/ 95400 w 95040"/>
                <a:gd name="textAreaTop" fmla="*/ 0 h 1573560"/>
                <a:gd name="textAreaBottom" fmla="*/ 1573920 h 1573560"/>
              </a:gdLst>
              <a:ahLst/>
              <a:cxnLst/>
              <a:rect l="textAreaLeft" t="textAreaTop" r="textAreaRight" b="textAreaBottom"/>
              <a:pathLst>
                <a:path w="1760" h="29047">
                  <a:moveTo>
                    <a:pt x="1706" y="1"/>
                  </a:moveTo>
                  <a:cubicBezTo>
                    <a:pt x="697" y="283"/>
                    <a:pt x="0" y="1200"/>
                    <a:pt x="0" y="2248"/>
                  </a:cubicBezTo>
                  <a:lnTo>
                    <a:pt x="0" y="26795"/>
                  </a:lnTo>
                  <a:cubicBezTo>
                    <a:pt x="0" y="27843"/>
                    <a:pt x="707" y="28764"/>
                    <a:pt x="1721" y="29047"/>
                  </a:cubicBezTo>
                  <a:lnTo>
                    <a:pt x="1755" y="28949"/>
                  </a:lnTo>
                  <a:lnTo>
                    <a:pt x="1760" y="28847"/>
                  </a:lnTo>
                  <a:cubicBezTo>
                    <a:pt x="843" y="28588"/>
                    <a:pt x="205" y="27750"/>
                    <a:pt x="205" y="26795"/>
                  </a:cubicBezTo>
                  <a:lnTo>
                    <a:pt x="205" y="2248"/>
                  </a:lnTo>
                  <a:cubicBezTo>
                    <a:pt x="205" y="1292"/>
                    <a:pt x="843" y="454"/>
                    <a:pt x="1760" y="196"/>
                  </a:cubicBezTo>
                  <a:lnTo>
                    <a:pt x="1706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8" name="Google Shape;3795;p74"/>
            <p:cNvSpPr/>
            <p:nvPr/>
          </p:nvSpPr>
          <p:spPr>
            <a:xfrm rot="489600">
              <a:off x="7713000" y="2397960"/>
              <a:ext cx="96120" cy="1573560"/>
            </a:xfrm>
            <a:custGeom>
              <a:avLst/>
              <a:gdLst>
                <a:gd name="textAreaLeft" fmla="*/ 0 w 96120"/>
                <a:gd name="textAreaRight" fmla="*/ 96480 w 96120"/>
                <a:gd name="textAreaTop" fmla="*/ 0 h 1573560"/>
                <a:gd name="textAreaBottom" fmla="*/ 1573920 h 1573560"/>
              </a:gdLst>
              <a:ahLst/>
              <a:cxnLst/>
              <a:rect l="textAreaLeft" t="textAreaTop" r="textAreaRight" b="textAreaBottom"/>
              <a:pathLst>
                <a:path w="1780" h="29047">
                  <a:moveTo>
                    <a:pt x="73" y="1"/>
                  </a:moveTo>
                  <a:lnTo>
                    <a:pt x="20" y="196"/>
                  </a:lnTo>
                  <a:cubicBezTo>
                    <a:pt x="936" y="454"/>
                    <a:pt x="1574" y="1292"/>
                    <a:pt x="1574" y="2248"/>
                  </a:cubicBezTo>
                  <a:lnTo>
                    <a:pt x="1574" y="26795"/>
                  </a:lnTo>
                  <a:cubicBezTo>
                    <a:pt x="1574" y="27755"/>
                    <a:pt x="926" y="28598"/>
                    <a:pt x="0" y="28852"/>
                  </a:cubicBezTo>
                  <a:lnTo>
                    <a:pt x="54" y="29047"/>
                  </a:lnTo>
                  <a:cubicBezTo>
                    <a:pt x="1068" y="28769"/>
                    <a:pt x="1779" y="27847"/>
                    <a:pt x="1779" y="26795"/>
                  </a:cubicBezTo>
                  <a:lnTo>
                    <a:pt x="1779" y="2248"/>
                  </a:lnTo>
                  <a:cubicBezTo>
                    <a:pt x="1774" y="1200"/>
                    <a:pt x="1082" y="283"/>
                    <a:pt x="7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9" name="Google Shape;3796;p74"/>
            <p:cNvSpPr/>
            <p:nvPr/>
          </p:nvSpPr>
          <p:spPr>
            <a:xfrm rot="489600">
              <a:off x="5955120" y="2444040"/>
              <a:ext cx="1149480" cy="1136520"/>
            </a:xfrm>
            <a:custGeom>
              <a:avLst/>
              <a:gdLst>
                <a:gd name="textAreaLeft" fmla="*/ 0 w 1149480"/>
                <a:gd name="textAreaRight" fmla="*/ 1149840 w 1149480"/>
                <a:gd name="textAreaTop" fmla="*/ 0 h 1136520"/>
                <a:gd name="textAreaBottom" fmla="*/ 1136880 h 1136520"/>
              </a:gdLst>
              <a:ahLst/>
              <a:cxnLst/>
              <a:rect l="textAreaLeft" t="textAreaTop" r="textAreaRight" b="textAreaBottom"/>
              <a:pathLst>
                <a:path w="21219" h="20980">
                  <a:moveTo>
                    <a:pt x="21009" y="205"/>
                  </a:moveTo>
                  <a:lnTo>
                    <a:pt x="21009" y="20775"/>
                  </a:lnTo>
                  <a:lnTo>
                    <a:pt x="201" y="20775"/>
                  </a:lnTo>
                  <a:lnTo>
                    <a:pt x="201" y="205"/>
                  </a:lnTo>
                  <a:close/>
                  <a:moveTo>
                    <a:pt x="1" y="1"/>
                  </a:moveTo>
                  <a:lnTo>
                    <a:pt x="1" y="20980"/>
                  </a:lnTo>
                  <a:lnTo>
                    <a:pt x="21214" y="20980"/>
                  </a:lnTo>
                  <a:lnTo>
                    <a:pt x="21218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0" name="Google Shape;3797;p74"/>
            <p:cNvSpPr/>
            <p:nvPr/>
          </p:nvSpPr>
          <p:spPr>
            <a:xfrm rot="489600">
              <a:off x="6278040" y="2760840"/>
              <a:ext cx="502200" cy="502200"/>
            </a:xfrm>
            <a:custGeom>
              <a:avLst/>
              <a:gdLst>
                <a:gd name="textAreaLeft" fmla="*/ 0 w 502200"/>
                <a:gd name="textAreaRight" fmla="*/ 502560 w 502200"/>
                <a:gd name="textAreaTop" fmla="*/ 0 h 502200"/>
                <a:gd name="textAreaBottom" fmla="*/ 502560 h 502200"/>
              </a:gdLst>
              <a:ahLst/>
              <a:cxnLst/>
              <a:rect l="textAreaLeft" t="textAreaTop" r="textAreaRight" b="textAreaBottom"/>
              <a:pathLst>
                <a:path w="9277" h="9277">
                  <a:moveTo>
                    <a:pt x="6186" y="206"/>
                  </a:moveTo>
                  <a:lnTo>
                    <a:pt x="6186" y="3091"/>
                  </a:lnTo>
                  <a:lnTo>
                    <a:pt x="9072" y="3091"/>
                  </a:lnTo>
                  <a:lnTo>
                    <a:pt x="9072" y="6186"/>
                  </a:lnTo>
                  <a:lnTo>
                    <a:pt x="6186" y="6186"/>
                  </a:lnTo>
                  <a:lnTo>
                    <a:pt x="6186" y="9072"/>
                  </a:lnTo>
                  <a:lnTo>
                    <a:pt x="3091" y="9072"/>
                  </a:lnTo>
                  <a:lnTo>
                    <a:pt x="3091" y="6186"/>
                  </a:lnTo>
                  <a:lnTo>
                    <a:pt x="206" y="6186"/>
                  </a:lnTo>
                  <a:lnTo>
                    <a:pt x="206" y="3091"/>
                  </a:lnTo>
                  <a:lnTo>
                    <a:pt x="3091" y="3091"/>
                  </a:lnTo>
                  <a:lnTo>
                    <a:pt x="3091" y="206"/>
                  </a:lnTo>
                  <a:close/>
                  <a:moveTo>
                    <a:pt x="2886" y="1"/>
                  </a:moveTo>
                  <a:lnTo>
                    <a:pt x="2886" y="2886"/>
                  </a:lnTo>
                  <a:lnTo>
                    <a:pt x="1" y="2886"/>
                  </a:lnTo>
                  <a:lnTo>
                    <a:pt x="1" y="6391"/>
                  </a:lnTo>
                  <a:lnTo>
                    <a:pt x="2886" y="6391"/>
                  </a:lnTo>
                  <a:lnTo>
                    <a:pt x="2886" y="9277"/>
                  </a:lnTo>
                  <a:lnTo>
                    <a:pt x="6391" y="9277"/>
                  </a:lnTo>
                  <a:lnTo>
                    <a:pt x="6391" y="6391"/>
                  </a:lnTo>
                  <a:lnTo>
                    <a:pt x="9277" y="6391"/>
                  </a:lnTo>
                  <a:lnTo>
                    <a:pt x="9277" y="2886"/>
                  </a:lnTo>
                  <a:lnTo>
                    <a:pt x="6391" y="2886"/>
                  </a:lnTo>
                  <a:lnTo>
                    <a:pt x="6391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1" name="Google Shape;3798;p74"/>
            <p:cNvSpPr/>
            <p:nvPr/>
          </p:nvSpPr>
          <p:spPr>
            <a:xfrm rot="489600">
              <a:off x="6329880" y="2812680"/>
              <a:ext cx="399240" cy="399240"/>
            </a:xfrm>
            <a:custGeom>
              <a:avLst/>
              <a:gdLst>
                <a:gd name="textAreaLeft" fmla="*/ 0 w 399240"/>
                <a:gd name="textAreaRight" fmla="*/ 399600 w 399240"/>
                <a:gd name="textAreaTop" fmla="*/ 0 h 399240"/>
                <a:gd name="textAreaBottom" fmla="*/ 399600 h 399240"/>
              </a:gdLst>
              <a:ahLst/>
              <a:cxnLst/>
              <a:rect l="textAreaLeft" t="textAreaTop" r="textAreaRight" b="textAreaBottom"/>
              <a:pathLst>
                <a:path w="7376" h="7376">
                  <a:moveTo>
                    <a:pt x="4285" y="205"/>
                  </a:moveTo>
                  <a:lnTo>
                    <a:pt x="4285" y="3091"/>
                  </a:lnTo>
                  <a:lnTo>
                    <a:pt x="7170" y="3091"/>
                  </a:lnTo>
                  <a:lnTo>
                    <a:pt x="7170" y="4285"/>
                  </a:lnTo>
                  <a:lnTo>
                    <a:pt x="4285" y="4285"/>
                  </a:lnTo>
                  <a:lnTo>
                    <a:pt x="4285" y="7170"/>
                  </a:lnTo>
                  <a:lnTo>
                    <a:pt x="3091" y="7170"/>
                  </a:lnTo>
                  <a:lnTo>
                    <a:pt x="3091" y="4285"/>
                  </a:lnTo>
                  <a:lnTo>
                    <a:pt x="205" y="4285"/>
                  </a:lnTo>
                  <a:lnTo>
                    <a:pt x="205" y="3091"/>
                  </a:lnTo>
                  <a:lnTo>
                    <a:pt x="3091" y="3091"/>
                  </a:lnTo>
                  <a:lnTo>
                    <a:pt x="3091" y="205"/>
                  </a:lnTo>
                  <a:close/>
                  <a:moveTo>
                    <a:pt x="2886" y="0"/>
                  </a:moveTo>
                  <a:lnTo>
                    <a:pt x="2886" y="2886"/>
                  </a:lnTo>
                  <a:lnTo>
                    <a:pt x="0" y="2886"/>
                  </a:lnTo>
                  <a:lnTo>
                    <a:pt x="0" y="4490"/>
                  </a:lnTo>
                  <a:lnTo>
                    <a:pt x="2886" y="4490"/>
                  </a:lnTo>
                  <a:lnTo>
                    <a:pt x="2886" y="7375"/>
                  </a:lnTo>
                  <a:lnTo>
                    <a:pt x="4490" y="7375"/>
                  </a:lnTo>
                  <a:lnTo>
                    <a:pt x="4490" y="4490"/>
                  </a:lnTo>
                  <a:lnTo>
                    <a:pt x="7375" y="4490"/>
                  </a:lnTo>
                  <a:lnTo>
                    <a:pt x="7375" y="2886"/>
                  </a:lnTo>
                  <a:lnTo>
                    <a:pt x="4490" y="2886"/>
                  </a:lnTo>
                  <a:lnTo>
                    <a:pt x="4490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2" name="Google Shape;3799;p74"/>
            <p:cNvSpPr/>
            <p:nvPr/>
          </p:nvSpPr>
          <p:spPr>
            <a:xfrm rot="489600">
              <a:off x="6088680" y="2567520"/>
              <a:ext cx="881640" cy="881640"/>
            </a:xfrm>
            <a:custGeom>
              <a:avLst/>
              <a:gdLst>
                <a:gd name="textAreaLeft" fmla="*/ 0 w 881640"/>
                <a:gd name="textAreaRight" fmla="*/ 882000 w 881640"/>
                <a:gd name="textAreaTop" fmla="*/ 0 h 881640"/>
                <a:gd name="textAreaBottom" fmla="*/ 882000 h 881640"/>
              </a:gdLst>
              <a:ahLst/>
              <a:cxnLst/>
              <a:rect l="textAreaLeft" t="textAreaTop" r="textAreaRight" b="textAreaBottom"/>
              <a:pathLst>
                <a:path w="16276" h="16276">
                  <a:moveTo>
                    <a:pt x="8136" y="205"/>
                  </a:moveTo>
                  <a:cubicBezTo>
                    <a:pt x="12513" y="205"/>
                    <a:pt x="16071" y="3768"/>
                    <a:pt x="16071" y="8140"/>
                  </a:cubicBezTo>
                  <a:cubicBezTo>
                    <a:pt x="16071" y="12512"/>
                    <a:pt x="12508" y="16071"/>
                    <a:pt x="8136" y="16071"/>
                  </a:cubicBezTo>
                  <a:cubicBezTo>
                    <a:pt x="3763" y="16071"/>
                    <a:pt x="205" y="12512"/>
                    <a:pt x="205" y="8140"/>
                  </a:cubicBezTo>
                  <a:cubicBezTo>
                    <a:pt x="205" y="3763"/>
                    <a:pt x="3763" y="205"/>
                    <a:pt x="8136" y="205"/>
                  </a:cubicBezTo>
                  <a:close/>
                  <a:moveTo>
                    <a:pt x="8136" y="0"/>
                  </a:moveTo>
                  <a:cubicBezTo>
                    <a:pt x="3651" y="0"/>
                    <a:pt x="0" y="3656"/>
                    <a:pt x="0" y="8140"/>
                  </a:cubicBezTo>
                  <a:cubicBezTo>
                    <a:pt x="0" y="12624"/>
                    <a:pt x="3651" y="16275"/>
                    <a:pt x="8136" y="16275"/>
                  </a:cubicBezTo>
                  <a:cubicBezTo>
                    <a:pt x="12625" y="16275"/>
                    <a:pt x="16276" y="12624"/>
                    <a:pt x="16276" y="8140"/>
                  </a:cubicBezTo>
                  <a:cubicBezTo>
                    <a:pt x="16276" y="3651"/>
                    <a:pt x="12625" y="0"/>
                    <a:pt x="813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3" name="Google Shape;3800;p74"/>
            <p:cNvSpPr/>
            <p:nvPr/>
          </p:nvSpPr>
          <p:spPr>
            <a:xfrm rot="489600">
              <a:off x="6116400" y="2622960"/>
              <a:ext cx="796320" cy="766440"/>
            </a:xfrm>
            <a:custGeom>
              <a:avLst/>
              <a:gdLst>
                <a:gd name="textAreaLeft" fmla="*/ 0 w 796320"/>
                <a:gd name="textAreaRight" fmla="*/ 796680 w 796320"/>
                <a:gd name="textAreaTop" fmla="*/ 0 h 766440"/>
                <a:gd name="textAreaBottom" fmla="*/ 766800 h 766440"/>
              </a:gdLst>
              <a:ahLst/>
              <a:cxnLst/>
              <a:rect l="textAreaLeft" t="textAreaTop" r="textAreaRight" b="textAreaBottom"/>
              <a:pathLst>
                <a:path w="14706" h="14150">
                  <a:moveTo>
                    <a:pt x="7629" y="204"/>
                  </a:moveTo>
                  <a:cubicBezTo>
                    <a:pt x="11426" y="209"/>
                    <a:pt x="14501" y="3280"/>
                    <a:pt x="14501" y="7077"/>
                  </a:cubicBezTo>
                  <a:cubicBezTo>
                    <a:pt x="14501" y="9855"/>
                    <a:pt x="12829" y="12361"/>
                    <a:pt x="10261" y="13423"/>
                  </a:cubicBezTo>
                  <a:cubicBezTo>
                    <a:pt x="9410" y="13775"/>
                    <a:pt x="8517" y="13947"/>
                    <a:pt x="7631" y="13947"/>
                  </a:cubicBezTo>
                  <a:cubicBezTo>
                    <a:pt x="5844" y="13947"/>
                    <a:pt x="4087" y="13249"/>
                    <a:pt x="2774" y="11932"/>
                  </a:cubicBezTo>
                  <a:cubicBezTo>
                    <a:pt x="809" y="9968"/>
                    <a:pt x="220" y="7014"/>
                    <a:pt x="1282" y="4445"/>
                  </a:cubicBezTo>
                  <a:cubicBezTo>
                    <a:pt x="2345" y="1881"/>
                    <a:pt x="4850" y="204"/>
                    <a:pt x="7629" y="204"/>
                  </a:cubicBezTo>
                  <a:close/>
                  <a:moveTo>
                    <a:pt x="7631" y="1"/>
                  </a:moveTo>
                  <a:cubicBezTo>
                    <a:pt x="5792" y="1"/>
                    <a:pt x="3983" y="719"/>
                    <a:pt x="2628" y="2071"/>
                  </a:cubicBezTo>
                  <a:cubicBezTo>
                    <a:pt x="605" y="4094"/>
                    <a:pt x="0" y="7136"/>
                    <a:pt x="1092" y="9782"/>
                  </a:cubicBezTo>
                  <a:cubicBezTo>
                    <a:pt x="2189" y="12424"/>
                    <a:pt x="4767" y="14150"/>
                    <a:pt x="7629" y="14150"/>
                  </a:cubicBezTo>
                  <a:cubicBezTo>
                    <a:pt x="11538" y="14145"/>
                    <a:pt x="14701" y="10981"/>
                    <a:pt x="14706" y="7077"/>
                  </a:cubicBezTo>
                  <a:cubicBezTo>
                    <a:pt x="14706" y="4216"/>
                    <a:pt x="12985" y="1633"/>
                    <a:pt x="10339" y="541"/>
                  </a:cubicBezTo>
                  <a:cubicBezTo>
                    <a:pt x="9463" y="177"/>
                    <a:pt x="8543" y="1"/>
                    <a:pt x="763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4" name="Google Shape;3801;p74"/>
            <p:cNvSpPr/>
            <p:nvPr/>
          </p:nvSpPr>
          <p:spPr>
            <a:xfrm rot="489600">
              <a:off x="5706000" y="2009880"/>
              <a:ext cx="193320" cy="333360"/>
            </a:xfrm>
            <a:custGeom>
              <a:avLst/>
              <a:gdLst>
                <a:gd name="textAreaLeft" fmla="*/ 0 w 193320"/>
                <a:gd name="textAreaRight" fmla="*/ 193680 w 193320"/>
                <a:gd name="textAreaTop" fmla="*/ 0 h 333360"/>
                <a:gd name="textAreaBottom" fmla="*/ 333720 h 333360"/>
              </a:gdLst>
              <a:ahLst/>
              <a:cxnLst/>
              <a:rect l="textAreaLeft" t="textAreaTop" r="textAreaRight" b="textAreaBottom"/>
              <a:pathLst>
                <a:path w="3574" h="6157">
                  <a:moveTo>
                    <a:pt x="3373" y="200"/>
                  </a:moveTo>
                  <a:lnTo>
                    <a:pt x="3373" y="5952"/>
                  </a:lnTo>
                  <a:lnTo>
                    <a:pt x="205" y="5952"/>
                  </a:lnTo>
                  <a:lnTo>
                    <a:pt x="205" y="200"/>
                  </a:lnTo>
                  <a:close/>
                  <a:moveTo>
                    <a:pt x="0" y="0"/>
                  </a:moveTo>
                  <a:lnTo>
                    <a:pt x="0" y="6156"/>
                  </a:lnTo>
                  <a:lnTo>
                    <a:pt x="3573" y="6156"/>
                  </a:lnTo>
                  <a:lnTo>
                    <a:pt x="3573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5" name="Google Shape;3802;p74"/>
            <p:cNvSpPr/>
            <p:nvPr/>
          </p:nvSpPr>
          <p:spPr>
            <a:xfrm rot="489600">
              <a:off x="7365240" y="2247840"/>
              <a:ext cx="193320" cy="333360"/>
            </a:xfrm>
            <a:custGeom>
              <a:avLst/>
              <a:gdLst>
                <a:gd name="textAreaLeft" fmla="*/ 0 w 193320"/>
                <a:gd name="textAreaRight" fmla="*/ 193680 w 193320"/>
                <a:gd name="textAreaTop" fmla="*/ 0 h 333360"/>
                <a:gd name="textAreaBottom" fmla="*/ 333720 h 333360"/>
              </a:gdLst>
              <a:ahLst/>
              <a:cxnLst/>
              <a:rect l="textAreaLeft" t="textAreaTop" r="textAreaRight" b="textAreaBottom"/>
              <a:pathLst>
                <a:path w="3574" h="6157">
                  <a:moveTo>
                    <a:pt x="3373" y="200"/>
                  </a:moveTo>
                  <a:lnTo>
                    <a:pt x="3373" y="5952"/>
                  </a:lnTo>
                  <a:lnTo>
                    <a:pt x="205" y="5952"/>
                  </a:lnTo>
                  <a:lnTo>
                    <a:pt x="205" y="200"/>
                  </a:lnTo>
                  <a:close/>
                  <a:moveTo>
                    <a:pt x="0" y="0"/>
                  </a:moveTo>
                  <a:lnTo>
                    <a:pt x="0" y="6156"/>
                  </a:lnTo>
                  <a:lnTo>
                    <a:pt x="3573" y="6156"/>
                  </a:lnTo>
                  <a:lnTo>
                    <a:pt x="3573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6" name="Google Shape;3803;p74"/>
            <p:cNvSpPr/>
            <p:nvPr/>
          </p:nvSpPr>
          <p:spPr>
            <a:xfrm rot="489600">
              <a:off x="6045120" y="1805040"/>
              <a:ext cx="1266840" cy="337680"/>
            </a:xfrm>
            <a:custGeom>
              <a:avLst/>
              <a:gdLst>
                <a:gd name="textAreaLeft" fmla="*/ 0 w 1266840"/>
                <a:gd name="textAreaRight" fmla="*/ 1267200 w 1266840"/>
                <a:gd name="textAreaTop" fmla="*/ 0 h 337680"/>
                <a:gd name="textAreaBottom" fmla="*/ 338040 h 337680"/>
              </a:gdLst>
              <a:ahLst/>
              <a:cxnLst/>
              <a:rect l="textAreaLeft" t="textAreaTop" r="textAreaRight" b="textAreaBottom"/>
              <a:pathLst>
                <a:path w="23388" h="6236">
                  <a:moveTo>
                    <a:pt x="21077" y="206"/>
                  </a:moveTo>
                  <a:cubicBezTo>
                    <a:pt x="22237" y="206"/>
                    <a:pt x="23178" y="1146"/>
                    <a:pt x="23178" y="2311"/>
                  </a:cubicBezTo>
                  <a:lnTo>
                    <a:pt x="23178" y="6035"/>
                  </a:lnTo>
                  <a:lnTo>
                    <a:pt x="21896" y="6035"/>
                  </a:lnTo>
                  <a:lnTo>
                    <a:pt x="21896" y="2306"/>
                  </a:lnTo>
                  <a:cubicBezTo>
                    <a:pt x="21896" y="1853"/>
                    <a:pt x="21526" y="1483"/>
                    <a:pt x="21072" y="1483"/>
                  </a:cubicBezTo>
                  <a:lnTo>
                    <a:pt x="2306" y="1483"/>
                  </a:lnTo>
                  <a:cubicBezTo>
                    <a:pt x="1848" y="1483"/>
                    <a:pt x="1483" y="1853"/>
                    <a:pt x="1483" y="2311"/>
                  </a:cubicBezTo>
                  <a:lnTo>
                    <a:pt x="1483" y="6035"/>
                  </a:lnTo>
                  <a:lnTo>
                    <a:pt x="206" y="6035"/>
                  </a:lnTo>
                  <a:lnTo>
                    <a:pt x="206" y="2311"/>
                  </a:lnTo>
                  <a:cubicBezTo>
                    <a:pt x="206" y="1146"/>
                    <a:pt x="1146" y="206"/>
                    <a:pt x="2306" y="206"/>
                  </a:cubicBezTo>
                  <a:close/>
                  <a:moveTo>
                    <a:pt x="2306" y="1"/>
                  </a:moveTo>
                  <a:cubicBezTo>
                    <a:pt x="1034" y="6"/>
                    <a:pt x="6" y="1034"/>
                    <a:pt x="1" y="2306"/>
                  </a:cubicBezTo>
                  <a:lnTo>
                    <a:pt x="1" y="6235"/>
                  </a:lnTo>
                  <a:lnTo>
                    <a:pt x="1687" y="6235"/>
                  </a:lnTo>
                  <a:lnTo>
                    <a:pt x="1687" y="2306"/>
                  </a:lnTo>
                  <a:cubicBezTo>
                    <a:pt x="1687" y="1965"/>
                    <a:pt x="1965" y="1687"/>
                    <a:pt x="2306" y="1687"/>
                  </a:cubicBezTo>
                  <a:lnTo>
                    <a:pt x="21077" y="1687"/>
                  </a:lnTo>
                  <a:cubicBezTo>
                    <a:pt x="21418" y="1687"/>
                    <a:pt x="21696" y="1965"/>
                    <a:pt x="21696" y="2306"/>
                  </a:cubicBezTo>
                  <a:lnTo>
                    <a:pt x="21696" y="6235"/>
                  </a:lnTo>
                  <a:lnTo>
                    <a:pt x="23388" y="6235"/>
                  </a:lnTo>
                  <a:lnTo>
                    <a:pt x="23383" y="2311"/>
                  </a:lnTo>
                  <a:cubicBezTo>
                    <a:pt x="23378" y="1034"/>
                    <a:pt x="22349" y="1"/>
                    <a:pt x="2107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47" name="Google Shape;3804;p74"/>
          <p:cNvGrpSpPr/>
          <p:nvPr/>
        </p:nvGrpSpPr>
        <p:grpSpPr>
          <a:xfrm>
            <a:off x="7143120" y="3043440"/>
            <a:ext cx="1422000" cy="1422000"/>
            <a:chOff x="7143120" y="3043440"/>
            <a:chExt cx="1422000" cy="1422000"/>
          </a:xfrm>
        </p:grpSpPr>
        <p:sp>
          <p:nvSpPr>
            <p:cNvPr id="448" name="Google Shape;3805;p74"/>
            <p:cNvSpPr/>
            <p:nvPr/>
          </p:nvSpPr>
          <p:spPr>
            <a:xfrm rot="2700000">
              <a:off x="7835400" y="3948840"/>
              <a:ext cx="53640" cy="4464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44640"/>
                <a:gd name="textAreaBottom" fmla="*/ 45000 h 44640"/>
              </a:gdLst>
              <a:ahLst/>
              <a:cxnLst/>
              <a:rect l="textAreaLeft" t="textAreaTop" r="textAreaRight" b="textAreaBottom"/>
              <a:pathLst>
                <a:path w="1202" h="998">
                  <a:moveTo>
                    <a:pt x="641" y="0"/>
                  </a:moveTo>
                  <a:cubicBezTo>
                    <a:pt x="606" y="0"/>
                    <a:pt x="571" y="4"/>
                    <a:pt x="536" y="12"/>
                  </a:cubicBezTo>
                  <a:cubicBezTo>
                    <a:pt x="103" y="109"/>
                    <a:pt x="0" y="679"/>
                    <a:pt x="376" y="918"/>
                  </a:cubicBezTo>
                  <a:cubicBezTo>
                    <a:pt x="461" y="973"/>
                    <a:pt x="551" y="998"/>
                    <a:pt x="640" y="998"/>
                  </a:cubicBezTo>
                  <a:cubicBezTo>
                    <a:pt x="935" y="998"/>
                    <a:pt x="1201" y="722"/>
                    <a:pt x="1126" y="392"/>
                  </a:cubicBezTo>
                  <a:cubicBezTo>
                    <a:pt x="1071" y="159"/>
                    <a:pt x="866" y="0"/>
                    <a:pt x="641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2320" bIns="22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9" name="Google Shape;3806;p74"/>
            <p:cNvSpPr/>
            <p:nvPr/>
          </p:nvSpPr>
          <p:spPr>
            <a:xfrm rot="2700000">
              <a:off x="7886160" y="3868920"/>
              <a:ext cx="53640" cy="4464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44640"/>
                <a:gd name="textAreaBottom" fmla="*/ 45000 h 44640"/>
              </a:gdLst>
              <a:ahLst/>
              <a:cxnLst/>
              <a:rect l="textAreaLeft" t="textAreaTop" r="textAreaRight" b="textAreaBottom"/>
              <a:pathLst>
                <a:path w="1198" h="995">
                  <a:moveTo>
                    <a:pt x="640" y="1"/>
                  </a:moveTo>
                  <a:cubicBezTo>
                    <a:pt x="605" y="1"/>
                    <a:pt x="568" y="5"/>
                    <a:pt x="532" y="13"/>
                  </a:cubicBezTo>
                  <a:cubicBezTo>
                    <a:pt x="103" y="110"/>
                    <a:pt x="1" y="680"/>
                    <a:pt x="371" y="914"/>
                  </a:cubicBezTo>
                  <a:cubicBezTo>
                    <a:pt x="458" y="970"/>
                    <a:pt x="550" y="994"/>
                    <a:pt x="640" y="994"/>
                  </a:cubicBezTo>
                  <a:cubicBezTo>
                    <a:pt x="935" y="994"/>
                    <a:pt x="1198" y="722"/>
                    <a:pt x="1127" y="393"/>
                  </a:cubicBezTo>
                  <a:cubicBezTo>
                    <a:pt x="1076" y="157"/>
                    <a:pt x="869" y="1"/>
                    <a:pt x="640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2320" bIns="22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0" name="Google Shape;3807;p74"/>
            <p:cNvSpPr/>
            <p:nvPr/>
          </p:nvSpPr>
          <p:spPr>
            <a:xfrm rot="2700000">
              <a:off x="7937280" y="3789000"/>
              <a:ext cx="53640" cy="4464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44640"/>
                <a:gd name="textAreaBottom" fmla="*/ 45000 h 44640"/>
              </a:gdLst>
              <a:ahLst/>
              <a:cxnLst/>
              <a:rect l="textAreaLeft" t="textAreaTop" r="textAreaRight" b="textAreaBottom"/>
              <a:pathLst>
                <a:path w="1198" h="998">
                  <a:moveTo>
                    <a:pt x="638" y="0"/>
                  </a:moveTo>
                  <a:cubicBezTo>
                    <a:pt x="603" y="0"/>
                    <a:pt x="567" y="4"/>
                    <a:pt x="532" y="12"/>
                  </a:cubicBezTo>
                  <a:cubicBezTo>
                    <a:pt x="98" y="104"/>
                    <a:pt x="1" y="679"/>
                    <a:pt x="371" y="918"/>
                  </a:cubicBezTo>
                  <a:cubicBezTo>
                    <a:pt x="457" y="973"/>
                    <a:pt x="549" y="998"/>
                    <a:pt x="637" y="998"/>
                  </a:cubicBezTo>
                  <a:cubicBezTo>
                    <a:pt x="934" y="998"/>
                    <a:pt x="1198" y="722"/>
                    <a:pt x="1127" y="392"/>
                  </a:cubicBezTo>
                  <a:cubicBezTo>
                    <a:pt x="1072" y="159"/>
                    <a:pt x="866" y="0"/>
                    <a:pt x="638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2320" bIns="22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1" name="Google Shape;3808;p74"/>
            <p:cNvSpPr/>
            <p:nvPr/>
          </p:nvSpPr>
          <p:spPr>
            <a:xfrm rot="2700000">
              <a:off x="7988760" y="3708720"/>
              <a:ext cx="53640" cy="4464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44640"/>
                <a:gd name="textAreaBottom" fmla="*/ 45000 h 44640"/>
              </a:gdLst>
              <a:ahLst/>
              <a:cxnLst/>
              <a:rect l="textAreaLeft" t="textAreaTop" r="textAreaRight" b="textAreaBottom"/>
              <a:pathLst>
                <a:path w="1198" h="996">
                  <a:moveTo>
                    <a:pt x="644" y="1"/>
                  </a:moveTo>
                  <a:cubicBezTo>
                    <a:pt x="607" y="1"/>
                    <a:pt x="569" y="5"/>
                    <a:pt x="532" y="14"/>
                  </a:cubicBezTo>
                  <a:cubicBezTo>
                    <a:pt x="98" y="111"/>
                    <a:pt x="0" y="677"/>
                    <a:pt x="371" y="915"/>
                  </a:cubicBezTo>
                  <a:cubicBezTo>
                    <a:pt x="458" y="971"/>
                    <a:pt x="550" y="996"/>
                    <a:pt x="639" y="996"/>
                  </a:cubicBezTo>
                  <a:cubicBezTo>
                    <a:pt x="935" y="996"/>
                    <a:pt x="1197" y="724"/>
                    <a:pt x="1126" y="394"/>
                  </a:cubicBezTo>
                  <a:cubicBezTo>
                    <a:pt x="1076" y="159"/>
                    <a:pt x="871" y="1"/>
                    <a:pt x="644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2320" bIns="22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2" name="Google Shape;3809;p74"/>
            <p:cNvSpPr/>
            <p:nvPr/>
          </p:nvSpPr>
          <p:spPr>
            <a:xfrm rot="2700000">
              <a:off x="7762680" y="3902760"/>
              <a:ext cx="53640" cy="4428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44280"/>
                <a:gd name="textAreaBottom" fmla="*/ 44640 h 44280"/>
              </a:gdLst>
              <a:ahLst/>
              <a:cxnLst/>
              <a:rect l="textAreaLeft" t="textAreaTop" r="textAreaRight" b="textAreaBottom"/>
              <a:pathLst>
                <a:path w="1202" h="993">
                  <a:moveTo>
                    <a:pt x="643" y="0"/>
                  </a:moveTo>
                  <a:cubicBezTo>
                    <a:pt x="608" y="0"/>
                    <a:pt x="572" y="4"/>
                    <a:pt x="536" y="12"/>
                  </a:cubicBezTo>
                  <a:cubicBezTo>
                    <a:pt x="98" y="104"/>
                    <a:pt x="0" y="675"/>
                    <a:pt x="371" y="914"/>
                  </a:cubicBezTo>
                  <a:cubicBezTo>
                    <a:pt x="457" y="969"/>
                    <a:pt x="548" y="993"/>
                    <a:pt x="637" y="993"/>
                  </a:cubicBezTo>
                  <a:cubicBezTo>
                    <a:pt x="935" y="993"/>
                    <a:pt x="1201" y="718"/>
                    <a:pt x="1126" y="387"/>
                  </a:cubicBezTo>
                  <a:cubicBezTo>
                    <a:pt x="1071" y="155"/>
                    <a:pt x="867" y="0"/>
                    <a:pt x="643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2320" bIns="22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3" name="Google Shape;3810;p74"/>
            <p:cNvSpPr/>
            <p:nvPr/>
          </p:nvSpPr>
          <p:spPr>
            <a:xfrm rot="2700000">
              <a:off x="7813800" y="3822480"/>
              <a:ext cx="53640" cy="4464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44640"/>
                <a:gd name="textAreaBottom" fmla="*/ 45000 h 44640"/>
              </a:gdLst>
              <a:ahLst/>
              <a:cxnLst/>
              <a:rect l="textAreaLeft" t="textAreaTop" r="textAreaRight" b="textAreaBottom"/>
              <a:pathLst>
                <a:path w="1202" h="999">
                  <a:moveTo>
                    <a:pt x="643" y="1"/>
                  </a:moveTo>
                  <a:cubicBezTo>
                    <a:pt x="608" y="1"/>
                    <a:pt x="573" y="4"/>
                    <a:pt x="537" y="12"/>
                  </a:cubicBezTo>
                  <a:cubicBezTo>
                    <a:pt x="103" y="110"/>
                    <a:pt x="1" y="680"/>
                    <a:pt x="376" y="919"/>
                  </a:cubicBezTo>
                  <a:cubicBezTo>
                    <a:pt x="462" y="974"/>
                    <a:pt x="553" y="999"/>
                    <a:pt x="642" y="999"/>
                  </a:cubicBezTo>
                  <a:cubicBezTo>
                    <a:pt x="937" y="999"/>
                    <a:pt x="1202" y="726"/>
                    <a:pt x="1127" y="392"/>
                  </a:cubicBezTo>
                  <a:cubicBezTo>
                    <a:pt x="1076" y="160"/>
                    <a:pt x="871" y="1"/>
                    <a:pt x="643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2320" bIns="22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4" name="Google Shape;3811;p74"/>
            <p:cNvSpPr/>
            <p:nvPr/>
          </p:nvSpPr>
          <p:spPr>
            <a:xfrm rot="2700000">
              <a:off x="7864920" y="3742560"/>
              <a:ext cx="53640" cy="4464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44640"/>
                <a:gd name="textAreaBottom" fmla="*/ 45000 h 44640"/>
              </a:gdLst>
              <a:ahLst/>
              <a:cxnLst/>
              <a:rect l="textAreaLeft" t="textAreaTop" r="textAreaRight" b="textAreaBottom"/>
              <a:pathLst>
                <a:path w="1202" h="999">
                  <a:moveTo>
                    <a:pt x="643" y="1"/>
                  </a:moveTo>
                  <a:cubicBezTo>
                    <a:pt x="608" y="1"/>
                    <a:pt x="572" y="4"/>
                    <a:pt x="537" y="12"/>
                  </a:cubicBezTo>
                  <a:cubicBezTo>
                    <a:pt x="103" y="110"/>
                    <a:pt x="1" y="680"/>
                    <a:pt x="376" y="919"/>
                  </a:cubicBezTo>
                  <a:cubicBezTo>
                    <a:pt x="462" y="974"/>
                    <a:pt x="554" y="998"/>
                    <a:pt x="642" y="998"/>
                  </a:cubicBezTo>
                  <a:cubicBezTo>
                    <a:pt x="938" y="998"/>
                    <a:pt x="1202" y="723"/>
                    <a:pt x="1127" y="392"/>
                  </a:cubicBezTo>
                  <a:cubicBezTo>
                    <a:pt x="1076" y="160"/>
                    <a:pt x="871" y="1"/>
                    <a:pt x="643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2320" bIns="22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5" name="Google Shape;3812;p74"/>
            <p:cNvSpPr/>
            <p:nvPr/>
          </p:nvSpPr>
          <p:spPr>
            <a:xfrm rot="2700000">
              <a:off x="7916040" y="3662640"/>
              <a:ext cx="53640" cy="4464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44640"/>
                <a:gd name="textAreaBottom" fmla="*/ 45000 h 44640"/>
              </a:gdLst>
              <a:ahLst/>
              <a:cxnLst/>
              <a:rect l="textAreaLeft" t="textAreaTop" r="textAreaRight" b="textAreaBottom"/>
              <a:pathLst>
                <a:path w="1202" h="999">
                  <a:moveTo>
                    <a:pt x="642" y="1"/>
                  </a:moveTo>
                  <a:cubicBezTo>
                    <a:pt x="608" y="1"/>
                    <a:pt x="572" y="4"/>
                    <a:pt x="536" y="12"/>
                  </a:cubicBezTo>
                  <a:cubicBezTo>
                    <a:pt x="103" y="110"/>
                    <a:pt x="0" y="680"/>
                    <a:pt x="376" y="919"/>
                  </a:cubicBezTo>
                  <a:cubicBezTo>
                    <a:pt x="461" y="974"/>
                    <a:pt x="553" y="999"/>
                    <a:pt x="642" y="999"/>
                  </a:cubicBezTo>
                  <a:cubicBezTo>
                    <a:pt x="936" y="999"/>
                    <a:pt x="1201" y="726"/>
                    <a:pt x="1126" y="392"/>
                  </a:cubicBezTo>
                  <a:cubicBezTo>
                    <a:pt x="1076" y="160"/>
                    <a:pt x="871" y="1"/>
                    <a:pt x="642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2320" bIns="22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6" name="Google Shape;3813;p74"/>
            <p:cNvSpPr/>
            <p:nvPr/>
          </p:nvSpPr>
          <p:spPr>
            <a:xfrm rot="2700000">
              <a:off x="7967160" y="3582720"/>
              <a:ext cx="53640" cy="4464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44640"/>
                <a:gd name="textAreaBottom" fmla="*/ 45000 h 44640"/>
              </a:gdLst>
              <a:ahLst/>
              <a:cxnLst/>
              <a:rect l="textAreaLeft" t="textAreaTop" r="textAreaRight" b="textAreaBottom"/>
              <a:pathLst>
                <a:path w="1202" h="997">
                  <a:moveTo>
                    <a:pt x="640" y="1"/>
                  </a:moveTo>
                  <a:cubicBezTo>
                    <a:pt x="604" y="1"/>
                    <a:pt x="568" y="4"/>
                    <a:pt x="531" y="12"/>
                  </a:cubicBezTo>
                  <a:cubicBezTo>
                    <a:pt x="102" y="110"/>
                    <a:pt x="0" y="680"/>
                    <a:pt x="375" y="919"/>
                  </a:cubicBezTo>
                  <a:cubicBezTo>
                    <a:pt x="460" y="972"/>
                    <a:pt x="550" y="996"/>
                    <a:pt x="638" y="996"/>
                  </a:cubicBezTo>
                  <a:cubicBezTo>
                    <a:pt x="934" y="996"/>
                    <a:pt x="1201" y="723"/>
                    <a:pt x="1126" y="392"/>
                  </a:cubicBezTo>
                  <a:cubicBezTo>
                    <a:pt x="1075" y="156"/>
                    <a:pt x="868" y="1"/>
                    <a:pt x="640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2320" bIns="22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7" name="Google Shape;3814;p74"/>
            <p:cNvSpPr/>
            <p:nvPr/>
          </p:nvSpPr>
          <p:spPr>
            <a:xfrm rot="2700000">
              <a:off x="7690680" y="3856320"/>
              <a:ext cx="53640" cy="4464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44640"/>
                <a:gd name="textAreaBottom" fmla="*/ 45000 h 44640"/>
              </a:gdLst>
              <a:ahLst/>
              <a:cxnLst/>
              <a:rect l="textAreaLeft" t="textAreaTop" r="textAreaRight" b="textAreaBottom"/>
              <a:pathLst>
                <a:path w="1198" h="1000">
                  <a:moveTo>
                    <a:pt x="642" y="1"/>
                  </a:moveTo>
                  <a:cubicBezTo>
                    <a:pt x="607" y="1"/>
                    <a:pt x="572" y="5"/>
                    <a:pt x="536" y="12"/>
                  </a:cubicBezTo>
                  <a:cubicBezTo>
                    <a:pt x="103" y="110"/>
                    <a:pt x="0" y="680"/>
                    <a:pt x="371" y="919"/>
                  </a:cubicBezTo>
                  <a:cubicBezTo>
                    <a:pt x="457" y="974"/>
                    <a:pt x="549" y="999"/>
                    <a:pt x="639" y="999"/>
                  </a:cubicBezTo>
                  <a:cubicBezTo>
                    <a:pt x="934" y="999"/>
                    <a:pt x="1197" y="726"/>
                    <a:pt x="1126" y="393"/>
                  </a:cubicBezTo>
                  <a:cubicBezTo>
                    <a:pt x="1075" y="160"/>
                    <a:pt x="871" y="1"/>
                    <a:pt x="642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2320" bIns="22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8" name="Google Shape;3815;p74"/>
            <p:cNvSpPr/>
            <p:nvPr/>
          </p:nvSpPr>
          <p:spPr>
            <a:xfrm rot="2700000">
              <a:off x="7741440" y="3776400"/>
              <a:ext cx="53640" cy="4464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44640"/>
                <a:gd name="textAreaBottom" fmla="*/ 45000 h 44640"/>
              </a:gdLst>
              <a:ahLst/>
              <a:cxnLst/>
              <a:rect l="textAreaLeft" t="textAreaTop" r="textAreaRight" b="textAreaBottom"/>
              <a:pathLst>
                <a:path w="1202" h="996">
                  <a:moveTo>
                    <a:pt x="645" y="0"/>
                  </a:moveTo>
                  <a:cubicBezTo>
                    <a:pt x="608" y="0"/>
                    <a:pt x="570" y="4"/>
                    <a:pt x="532" y="13"/>
                  </a:cubicBezTo>
                  <a:cubicBezTo>
                    <a:pt x="103" y="106"/>
                    <a:pt x="1" y="676"/>
                    <a:pt x="376" y="915"/>
                  </a:cubicBezTo>
                  <a:cubicBezTo>
                    <a:pt x="462" y="970"/>
                    <a:pt x="553" y="995"/>
                    <a:pt x="642" y="995"/>
                  </a:cubicBezTo>
                  <a:cubicBezTo>
                    <a:pt x="937" y="995"/>
                    <a:pt x="1202" y="722"/>
                    <a:pt x="1127" y="389"/>
                  </a:cubicBezTo>
                  <a:cubicBezTo>
                    <a:pt x="1077" y="158"/>
                    <a:pt x="872" y="0"/>
                    <a:pt x="645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2320" bIns="22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9" name="Google Shape;3816;p74"/>
            <p:cNvSpPr/>
            <p:nvPr/>
          </p:nvSpPr>
          <p:spPr>
            <a:xfrm rot="2700000">
              <a:off x="7792920" y="3696480"/>
              <a:ext cx="53640" cy="4464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44640"/>
                <a:gd name="textAreaBottom" fmla="*/ 45000 h 44640"/>
              </a:gdLst>
              <a:ahLst/>
              <a:cxnLst/>
              <a:rect l="textAreaLeft" t="textAreaTop" r="textAreaRight" b="textAreaBottom"/>
              <a:pathLst>
                <a:path w="1198" h="999">
                  <a:moveTo>
                    <a:pt x="638" y="0"/>
                  </a:moveTo>
                  <a:cubicBezTo>
                    <a:pt x="603" y="0"/>
                    <a:pt x="567" y="4"/>
                    <a:pt x="532" y="12"/>
                  </a:cubicBezTo>
                  <a:cubicBezTo>
                    <a:pt x="103" y="109"/>
                    <a:pt x="1" y="679"/>
                    <a:pt x="371" y="918"/>
                  </a:cubicBezTo>
                  <a:cubicBezTo>
                    <a:pt x="458" y="973"/>
                    <a:pt x="550" y="998"/>
                    <a:pt x="639" y="998"/>
                  </a:cubicBezTo>
                  <a:cubicBezTo>
                    <a:pt x="935" y="998"/>
                    <a:pt x="1198" y="725"/>
                    <a:pt x="1126" y="392"/>
                  </a:cubicBezTo>
                  <a:cubicBezTo>
                    <a:pt x="1076" y="159"/>
                    <a:pt x="867" y="0"/>
                    <a:pt x="638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2320" bIns="22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0" name="Google Shape;3817;p74"/>
            <p:cNvSpPr/>
            <p:nvPr/>
          </p:nvSpPr>
          <p:spPr>
            <a:xfrm rot="2700000">
              <a:off x="7844040" y="3616560"/>
              <a:ext cx="53640" cy="4464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44640"/>
                <a:gd name="textAreaBottom" fmla="*/ 45000 h 44640"/>
              </a:gdLst>
              <a:ahLst/>
              <a:cxnLst/>
              <a:rect l="textAreaLeft" t="textAreaTop" r="textAreaRight" b="textAreaBottom"/>
              <a:pathLst>
                <a:path w="1198" h="999">
                  <a:moveTo>
                    <a:pt x="638" y="0"/>
                  </a:moveTo>
                  <a:cubicBezTo>
                    <a:pt x="603" y="0"/>
                    <a:pt x="567" y="4"/>
                    <a:pt x="532" y="12"/>
                  </a:cubicBezTo>
                  <a:cubicBezTo>
                    <a:pt x="98" y="109"/>
                    <a:pt x="0" y="679"/>
                    <a:pt x="371" y="918"/>
                  </a:cubicBezTo>
                  <a:cubicBezTo>
                    <a:pt x="457" y="973"/>
                    <a:pt x="550" y="998"/>
                    <a:pt x="639" y="998"/>
                  </a:cubicBezTo>
                  <a:cubicBezTo>
                    <a:pt x="934" y="998"/>
                    <a:pt x="1197" y="725"/>
                    <a:pt x="1126" y="392"/>
                  </a:cubicBezTo>
                  <a:cubicBezTo>
                    <a:pt x="1075" y="159"/>
                    <a:pt x="867" y="0"/>
                    <a:pt x="638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2320" bIns="22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1" name="Google Shape;3818;p74"/>
            <p:cNvSpPr/>
            <p:nvPr/>
          </p:nvSpPr>
          <p:spPr>
            <a:xfrm rot="2700000">
              <a:off x="7894800" y="3536280"/>
              <a:ext cx="54000" cy="44640"/>
            </a:xfrm>
            <a:custGeom>
              <a:avLst/>
              <a:gdLst>
                <a:gd name="textAreaLeft" fmla="*/ 0 w 54000"/>
                <a:gd name="textAreaRight" fmla="*/ 54360 w 54000"/>
                <a:gd name="textAreaTop" fmla="*/ 0 h 44640"/>
                <a:gd name="textAreaBottom" fmla="*/ 45000 h 44640"/>
              </a:gdLst>
              <a:ahLst/>
              <a:cxnLst/>
              <a:rect l="textAreaLeft" t="textAreaTop" r="textAreaRight" b="textAreaBottom"/>
              <a:pathLst>
                <a:path w="1203" h="999">
                  <a:moveTo>
                    <a:pt x="642" y="0"/>
                  </a:moveTo>
                  <a:cubicBezTo>
                    <a:pt x="607" y="0"/>
                    <a:pt x="572" y="4"/>
                    <a:pt x="536" y="12"/>
                  </a:cubicBezTo>
                  <a:cubicBezTo>
                    <a:pt x="102" y="104"/>
                    <a:pt x="0" y="679"/>
                    <a:pt x="375" y="918"/>
                  </a:cubicBezTo>
                  <a:cubicBezTo>
                    <a:pt x="461" y="974"/>
                    <a:pt x="553" y="998"/>
                    <a:pt x="641" y="998"/>
                  </a:cubicBezTo>
                  <a:cubicBezTo>
                    <a:pt x="936" y="998"/>
                    <a:pt x="1202" y="725"/>
                    <a:pt x="1131" y="392"/>
                  </a:cubicBezTo>
                  <a:cubicBezTo>
                    <a:pt x="1076" y="159"/>
                    <a:pt x="871" y="0"/>
                    <a:pt x="642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2320" bIns="22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2" name="Google Shape;3819;p74"/>
            <p:cNvSpPr/>
            <p:nvPr/>
          </p:nvSpPr>
          <p:spPr>
            <a:xfrm rot="2700000">
              <a:off x="7618320" y="3810240"/>
              <a:ext cx="53280" cy="44280"/>
            </a:xfrm>
            <a:custGeom>
              <a:avLst/>
              <a:gdLst>
                <a:gd name="textAreaLeft" fmla="*/ 0 w 53280"/>
                <a:gd name="textAreaRight" fmla="*/ 53640 w 53280"/>
                <a:gd name="textAreaTop" fmla="*/ 0 h 44280"/>
                <a:gd name="textAreaBottom" fmla="*/ 44640 h 44280"/>
              </a:gdLst>
              <a:ahLst/>
              <a:cxnLst/>
              <a:rect l="textAreaLeft" t="textAreaTop" r="textAreaRight" b="textAreaBottom"/>
              <a:pathLst>
                <a:path w="1193" h="992">
                  <a:moveTo>
                    <a:pt x="644" y="1"/>
                  </a:moveTo>
                  <a:cubicBezTo>
                    <a:pt x="607" y="1"/>
                    <a:pt x="569" y="5"/>
                    <a:pt x="531" y="14"/>
                  </a:cubicBezTo>
                  <a:cubicBezTo>
                    <a:pt x="98" y="106"/>
                    <a:pt x="0" y="677"/>
                    <a:pt x="370" y="911"/>
                  </a:cubicBezTo>
                  <a:cubicBezTo>
                    <a:pt x="457" y="966"/>
                    <a:pt x="549" y="991"/>
                    <a:pt x="638" y="991"/>
                  </a:cubicBezTo>
                  <a:cubicBezTo>
                    <a:pt x="931" y="991"/>
                    <a:pt x="1192" y="722"/>
                    <a:pt x="1121" y="389"/>
                  </a:cubicBezTo>
                  <a:cubicBezTo>
                    <a:pt x="1071" y="159"/>
                    <a:pt x="870" y="1"/>
                    <a:pt x="644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2320" bIns="22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3" name="Google Shape;3820;p74"/>
            <p:cNvSpPr/>
            <p:nvPr/>
          </p:nvSpPr>
          <p:spPr>
            <a:xfrm rot="2700000">
              <a:off x="7669080" y="3730320"/>
              <a:ext cx="53640" cy="4428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44280"/>
                <a:gd name="textAreaBottom" fmla="*/ 44640 h 44280"/>
              </a:gdLst>
              <a:ahLst/>
              <a:cxnLst/>
              <a:rect l="textAreaLeft" t="textAreaTop" r="textAreaRight" b="textAreaBottom"/>
              <a:pathLst>
                <a:path w="1202" h="994">
                  <a:moveTo>
                    <a:pt x="645" y="0"/>
                  </a:moveTo>
                  <a:cubicBezTo>
                    <a:pt x="610" y="0"/>
                    <a:pt x="573" y="4"/>
                    <a:pt x="537" y="12"/>
                  </a:cubicBezTo>
                  <a:cubicBezTo>
                    <a:pt x="103" y="104"/>
                    <a:pt x="1" y="675"/>
                    <a:pt x="376" y="914"/>
                  </a:cubicBezTo>
                  <a:cubicBezTo>
                    <a:pt x="463" y="969"/>
                    <a:pt x="555" y="994"/>
                    <a:pt x="644" y="994"/>
                  </a:cubicBezTo>
                  <a:cubicBezTo>
                    <a:pt x="940" y="994"/>
                    <a:pt x="1202" y="721"/>
                    <a:pt x="1127" y="387"/>
                  </a:cubicBezTo>
                  <a:cubicBezTo>
                    <a:pt x="1076" y="155"/>
                    <a:pt x="873" y="0"/>
                    <a:pt x="645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2320" bIns="22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4" name="Google Shape;3821;p74"/>
            <p:cNvSpPr/>
            <p:nvPr/>
          </p:nvSpPr>
          <p:spPr>
            <a:xfrm rot="2700000">
              <a:off x="7720560" y="3650040"/>
              <a:ext cx="53640" cy="4464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44640"/>
                <a:gd name="textAreaBottom" fmla="*/ 45000 h 44640"/>
              </a:gdLst>
              <a:ahLst/>
              <a:cxnLst/>
              <a:rect l="textAreaLeft" t="textAreaTop" r="textAreaRight" b="textAreaBottom"/>
              <a:pathLst>
                <a:path w="1198" h="995">
                  <a:moveTo>
                    <a:pt x="643" y="1"/>
                  </a:moveTo>
                  <a:cubicBezTo>
                    <a:pt x="608" y="1"/>
                    <a:pt x="572" y="4"/>
                    <a:pt x="537" y="12"/>
                  </a:cubicBezTo>
                  <a:cubicBezTo>
                    <a:pt x="103" y="109"/>
                    <a:pt x="1" y="675"/>
                    <a:pt x="376" y="914"/>
                  </a:cubicBezTo>
                  <a:cubicBezTo>
                    <a:pt x="462" y="969"/>
                    <a:pt x="554" y="994"/>
                    <a:pt x="643" y="994"/>
                  </a:cubicBezTo>
                  <a:cubicBezTo>
                    <a:pt x="936" y="994"/>
                    <a:pt x="1198" y="725"/>
                    <a:pt x="1127" y="392"/>
                  </a:cubicBezTo>
                  <a:cubicBezTo>
                    <a:pt x="1076" y="160"/>
                    <a:pt x="871" y="1"/>
                    <a:pt x="643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2320" bIns="22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5" name="Google Shape;3822;p74"/>
            <p:cNvSpPr/>
            <p:nvPr/>
          </p:nvSpPr>
          <p:spPr>
            <a:xfrm rot="2700000">
              <a:off x="7771320" y="3570480"/>
              <a:ext cx="53640" cy="4428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44280"/>
                <a:gd name="textAreaBottom" fmla="*/ 44640 h 44280"/>
              </a:gdLst>
              <a:ahLst/>
              <a:cxnLst/>
              <a:rect l="textAreaLeft" t="textAreaTop" r="textAreaRight" b="textAreaBottom"/>
              <a:pathLst>
                <a:path w="1202" h="994">
                  <a:moveTo>
                    <a:pt x="645" y="0"/>
                  </a:moveTo>
                  <a:cubicBezTo>
                    <a:pt x="609" y="0"/>
                    <a:pt x="573" y="4"/>
                    <a:pt x="536" y="12"/>
                  </a:cubicBezTo>
                  <a:cubicBezTo>
                    <a:pt x="103" y="105"/>
                    <a:pt x="0" y="675"/>
                    <a:pt x="376" y="914"/>
                  </a:cubicBezTo>
                  <a:cubicBezTo>
                    <a:pt x="461" y="969"/>
                    <a:pt x="553" y="994"/>
                    <a:pt x="641" y="994"/>
                  </a:cubicBezTo>
                  <a:cubicBezTo>
                    <a:pt x="936" y="994"/>
                    <a:pt x="1201" y="721"/>
                    <a:pt x="1126" y="387"/>
                  </a:cubicBezTo>
                  <a:cubicBezTo>
                    <a:pt x="1076" y="155"/>
                    <a:pt x="872" y="0"/>
                    <a:pt x="645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2320" bIns="22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6" name="Google Shape;3823;p74"/>
            <p:cNvSpPr/>
            <p:nvPr/>
          </p:nvSpPr>
          <p:spPr>
            <a:xfrm rot="2700000">
              <a:off x="7822800" y="3490200"/>
              <a:ext cx="53640" cy="4464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44640"/>
                <a:gd name="textAreaBottom" fmla="*/ 45000 h 44640"/>
              </a:gdLst>
              <a:ahLst/>
              <a:cxnLst/>
              <a:rect l="textAreaLeft" t="textAreaTop" r="textAreaRight" b="textAreaBottom"/>
              <a:pathLst>
                <a:path w="1202" h="999">
                  <a:moveTo>
                    <a:pt x="643" y="1"/>
                  </a:moveTo>
                  <a:cubicBezTo>
                    <a:pt x="608" y="1"/>
                    <a:pt x="573" y="4"/>
                    <a:pt x="537" y="12"/>
                  </a:cubicBezTo>
                  <a:cubicBezTo>
                    <a:pt x="103" y="110"/>
                    <a:pt x="1" y="680"/>
                    <a:pt x="376" y="919"/>
                  </a:cubicBezTo>
                  <a:cubicBezTo>
                    <a:pt x="462" y="974"/>
                    <a:pt x="553" y="999"/>
                    <a:pt x="642" y="999"/>
                  </a:cubicBezTo>
                  <a:cubicBezTo>
                    <a:pt x="937" y="999"/>
                    <a:pt x="1202" y="726"/>
                    <a:pt x="1127" y="392"/>
                  </a:cubicBezTo>
                  <a:cubicBezTo>
                    <a:pt x="1076" y="160"/>
                    <a:pt x="871" y="1"/>
                    <a:pt x="643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2320" bIns="22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7" name="Google Shape;3824;p74"/>
            <p:cNvSpPr/>
            <p:nvPr/>
          </p:nvSpPr>
          <p:spPr>
            <a:xfrm rot="2700000">
              <a:off x="8039520" y="3628800"/>
              <a:ext cx="53640" cy="4428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44280"/>
                <a:gd name="textAreaBottom" fmla="*/ 44640 h 44280"/>
              </a:gdLst>
              <a:ahLst/>
              <a:cxnLst/>
              <a:rect l="textAreaLeft" t="textAreaTop" r="textAreaRight" b="textAreaBottom"/>
              <a:pathLst>
                <a:path w="1197" h="994">
                  <a:moveTo>
                    <a:pt x="638" y="0"/>
                  </a:moveTo>
                  <a:cubicBezTo>
                    <a:pt x="603" y="0"/>
                    <a:pt x="568" y="4"/>
                    <a:pt x="532" y="12"/>
                  </a:cubicBezTo>
                  <a:cubicBezTo>
                    <a:pt x="103" y="104"/>
                    <a:pt x="1" y="675"/>
                    <a:pt x="371" y="914"/>
                  </a:cubicBezTo>
                  <a:cubicBezTo>
                    <a:pt x="458" y="969"/>
                    <a:pt x="550" y="994"/>
                    <a:pt x="639" y="994"/>
                  </a:cubicBezTo>
                  <a:cubicBezTo>
                    <a:pt x="935" y="994"/>
                    <a:pt x="1197" y="721"/>
                    <a:pt x="1122" y="387"/>
                  </a:cubicBezTo>
                  <a:cubicBezTo>
                    <a:pt x="1071" y="159"/>
                    <a:pt x="867" y="0"/>
                    <a:pt x="638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2320" bIns="22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8" name="Google Shape;3825;p74"/>
            <p:cNvSpPr/>
            <p:nvPr/>
          </p:nvSpPr>
          <p:spPr>
            <a:xfrm rot="2700000">
              <a:off x="7615440" y="3449880"/>
              <a:ext cx="482760" cy="595440"/>
            </a:xfrm>
            <a:custGeom>
              <a:avLst/>
              <a:gdLst>
                <a:gd name="textAreaLeft" fmla="*/ 0 w 482760"/>
                <a:gd name="textAreaRight" fmla="*/ 483120 w 482760"/>
                <a:gd name="textAreaTop" fmla="*/ 0 h 595440"/>
                <a:gd name="textAreaBottom" fmla="*/ 595800 h 595440"/>
              </a:gdLst>
              <a:ahLst/>
              <a:cxnLst/>
              <a:rect l="textAreaLeft" t="textAreaTop" r="textAreaRight" b="textAreaBottom"/>
              <a:pathLst>
                <a:path w="10720" h="13225">
                  <a:moveTo>
                    <a:pt x="7176" y="1309"/>
                  </a:moveTo>
                  <a:cubicBezTo>
                    <a:pt x="7265" y="1309"/>
                    <a:pt x="7357" y="1334"/>
                    <a:pt x="7444" y="1390"/>
                  </a:cubicBezTo>
                  <a:cubicBezTo>
                    <a:pt x="7819" y="1629"/>
                    <a:pt x="7717" y="2199"/>
                    <a:pt x="7283" y="2292"/>
                  </a:cubicBezTo>
                  <a:cubicBezTo>
                    <a:pt x="7247" y="2300"/>
                    <a:pt x="7212" y="2303"/>
                    <a:pt x="7177" y="2303"/>
                  </a:cubicBezTo>
                  <a:cubicBezTo>
                    <a:pt x="6948" y="2303"/>
                    <a:pt x="6744" y="2144"/>
                    <a:pt x="6693" y="1912"/>
                  </a:cubicBezTo>
                  <a:cubicBezTo>
                    <a:pt x="6618" y="1579"/>
                    <a:pt x="6882" y="1309"/>
                    <a:pt x="7176" y="1309"/>
                  </a:cubicBezTo>
                  <a:close/>
                  <a:moveTo>
                    <a:pt x="5318" y="1719"/>
                  </a:moveTo>
                  <a:cubicBezTo>
                    <a:pt x="5407" y="1719"/>
                    <a:pt x="5500" y="1744"/>
                    <a:pt x="5586" y="1799"/>
                  </a:cubicBezTo>
                  <a:cubicBezTo>
                    <a:pt x="5957" y="2038"/>
                    <a:pt x="5855" y="2609"/>
                    <a:pt x="5421" y="2701"/>
                  </a:cubicBezTo>
                  <a:cubicBezTo>
                    <a:pt x="5385" y="2709"/>
                    <a:pt x="5350" y="2713"/>
                    <a:pt x="5315" y="2713"/>
                  </a:cubicBezTo>
                  <a:cubicBezTo>
                    <a:pt x="5086" y="2713"/>
                    <a:pt x="4882" y="2554"/>
                    <a:pt x="4831" y="2321"/>
                  </a:cubicBezTo>
                  <a:cubicBezTo>
                    <a:pt x="4760" y="1991"/>
                    <a:pt x="5022" y="1719"/>
                    <a:pt x="5318" y="1719"/>
                  </a:cubicBezTo>
                  <a:close/>
                  <a:moveTo>
                    <a:pt x="3457" y="2129"/>
                  </a:moveTo>
                  <a:cubicBezTo>
                    <a:pt x="3546" y="2129"/>
                    <a:pt x="3638" y="2154"/>
                    <a:pt x="3725" y="2209"/>
                  </a:cubicBezTo>
                  <a:cubicBezTo>
                    <a:pt x="4095" y="2448"/>
                    <a:pt x="3997" y="3018"/>
                    <a:pt x="3564" y="3111"/>
                  </a:cubicBezTo>
                  <a:cubicBezTo>
                    <a:pt x="3526" y="3120"/>
                    <a:pt x="3488" y="3124"/>
                    <a:pt x="3451" y="3124"/>
                  </a:cubicBezTo>
                  <a:cubicBezTo>
                    <a:pt x="3225" y="3124"/>
                    <a:pt x="3023" y="2966"/>
                    <a:pt x="2969" y="2735"/>
                  </a:cubicBezTo>
                  <a:cubicBezTo>
                    <a:pt x="2898" y="2402"/>
                    <a:pt x="3161" y="2129"/>
                    <a:pt x="3457" y="2129"/>
                  </a:cubicBezTo>
                  <a:close/>
                  <a:moveTo>
                    <a:pt x="1599" y="2538"/>
                  </a:moveTo>
                  <a:cubicBezTo>
                    <a:pt x="1688" y="2538"/>
                    <a:pt x="1781" y="2563"/>
                    <a:pt x="1867" y="2618"/>
                  </a:cubicBezTo>
                  <a:cubicBezTo>
                    <a:pt x="2238" y="2857"/>
                    <a:pt x="2136" y="3427"/>
                    <a:pt x="1702" y="3520"/>
                  </a:cubicBezTo>
                  <a:lnTo>
                    <a:pt x="1702" y="3525"/>
                  </a:lnTo>
                  <a:cubicBezTo>
                    <a:pt x="1667" y="3533"/>
                    <a:pt x="1632" y="3536"/>
                    <a:pt x="1597" y="3536"/>
                  </a:cubicBezTo>
                  <a:cubicBezTo>
                    <a:pt x="1371" y="3536"/>
                    <a:pt x="1163" y="3377"/>
                    <a:pt x="1112" y="3145"/>
                  </a:cubicBezTo>
                  <a:cubicBezTo>
                    <a:pt x="1037" y="2811"/>
                    <a:pt x="1302" y="2538"/>
                    <a:pt x="1599" y="2538"/>
                  </a:cubicBezTo>
                  <a:close/>
                  <a:moveTo>
                    <a:pt x="7631" y="3363"/>
                  </a:moveTo>
                  <a:cubicBezTo>
                    <a:pt x="7719" y="3363"/>
                    <a:pt x="7811" y="3387"/>
                    <a:pt x="7897" y="3442"/>
                  </a:cubicBezTo>
                  <a:cubicBezTo>
                    <a:pt x="8272" y="3681"/>
                    <a:pt x="8170" y="4256"/>
                    <a:pt x="7736" y="4349"/>
                  </a:cubicBezTo>
                  <a:cubicBezTo>
                    <a:pt x="7700" y="4356"/>
                    <a:pt x="7665" y="4360"/>
                    <a:pt x="7630" y="4360"/>
                  </a:cubicBezTo>
                  <a:cubicBezTo>
                    <a:pt x="7402" y="4360"/>
                    <a:pt x="7197" y="4202"/>
                    <a:pt x="7146" y="3973"/>
                  </a:cubicBezTo>
                  <a:cubicBezTo>
                    <a:pt x="7071" y="3639"/>
                    <a:pt x="7335" y="3363"/>
                    <a:pt x="7631" y="3363"/>
                  </a:cubicBezTo>
                  <a:close/>
                  <a:moveTo>
                    <a:pt x="5769" y="3776"/>
                  </a:moveTo>
                  <a:cubicBezTo>
                    <a:pt x="5858" y="3776"/>
                    <a:pt x="5949" y="3801"/>
                    <a:pt x="6035" y="3856"/>
                  </a:cubicBezTo>
                  <a:cubicBezTo>
                    <a:pt x="6410" y="4090"/>
                    <a:pt x="6308" y="4661"/>
                    <a:pt x="5879" y="4758"/>
                  </a:cubicBezTo>
                  <a:cubicBezTo>
                    <a:pt x="5843" y="4766"/>
                    <a:pt x="5806" y="4770"/>
                    <a:pt x="5771" y="4770"/>
                  </a:cubicBezTo>
                  <a:cubicBezTo>
                    <a:pt x="5542" y="4770"/>
                    <a:pt x="5335" y="4615"/>
                    <a:pt x="5284" y="4383"/>
                  </a:cubicBezTo>
                  <a:cubicBezTo>
                    <a:pt x="5209" y="4049"/>
                    <a:pt x="5474" y="3776"/>
                    <a:pt x="5769" y="3776"/>
                  </a:cubicBezTo>
                  <a:close/>
                  <a:moveTo>
                    <a:pt x="3912" y="4186"/>
                  </a:moveTo>
                  <a:cubicBezTo>
                    <a:pt x="4001" y="4186"/>
                    <a:pt x="4092" y="4211"/>
                    <a:pt x="4178" y="4266"/>
                  </a:cubicBezTo>
                  <a:cubicBezTo>
                    <a:pt x="4553" y="4505"/>
                    <a:pt x="4451" y="5075"/>
                    <a:pt x="4017" y="5168"/>
                  </a:cubicBezTo>
                  <a:cubicBezTo>
                    <a:pt x="3981" y="5176"/>
                    <a:pt x="3944" y="5179"/>
                    <a:pt x="3909" y="5179"/>
                  </a:cubicBezTo>
                  <a:cubicBezTo>
                    <a:pt x="3681" y="5179"/>
                    <a:pt x="3478" y="5024"/>
                    <a:pt x="3427" y="4792"/>
                  </a:cubicBezTo>
                  <a:cubicBezTo>
                    <a:pt x="3352" y="4459"/>
                    <a:pt x="3617" y="4186"/>
                    <a:pt x="3912" y="4186"/>
                  </a:cubicBezTo>
                  <a:close/>
                  <a:moveTo>
                    <a:pt x="2053" y="4595"/>
                  </a:moveTo>
                  <a:cubicBezTo>
                    <a:pt x="2142" y="4595"/>
                    <a:pt x="2234" y="4620"/>
                    <a:pt x="2321" y="4675"/>
                  </a:cubicBezTo>
                  <a:cubicBezTo>
                    <a:pt x="2691" y="4914"/>
                    <a:pt x="2589" y="5484"/>
                    <a:pt x="2160" y="5582"/>
                  </a:cubicBezTo>
                  <a:cubicBezTo>
                    <a:pt x="2124" y="5590"/>
                    <a:pt x="2089" y="5593"/>
                    <a:pt x="2054" y="5593"/>
                  </a:cubicBezTo>
                  <a:cubicBezTo>
                    <a:pt x="1824" y="5593"/>
                    <a:pt x="1616" y="5434"/>
                    <a:pt x="1565" y="5202"/>
                  </a:cubicBezTo>
                  <a:cubicBezTo>
                    <a:pt x="1494" y="4868"/>
                    <a:pt x="1757" y="4595"/>
                    <a:pt x="2053" y="4595"/>
                  </a:cubicBezTo>
                  <a:close/>
                  <a:moveTo>
                    <a:pt x="8084" y="5424"/>
                  </a:moveTo>
                  <a:cubicBezTo>
                    <a:pt x="8173" y="5424"/>
                    <a:pt x="8264" y="5449"/>
                    <a:pt x="8350" y="5504"/>
                  </a:cubicBezTo>
                  <a:cubicBezTo>
                    <a:pt x="8726" y="5743"/>
                    <a:pt x="8623" y="6308"/>
                    <a:pt x="8189" y="6406"/>
                  </a:cubicBezTo>
                  <a:cubicBezTo>
                    <a:pt x="8153" y="6414"/>
                    <a:pt x="8117" y="6417"/>
                    <a:pt x="8081" y="6417"/>
                  </a:cubicBezTo>
                  <a:cubicBezTo>
                    <a:pt x="7854" y="6417"/>
                    <a:pt x="7650" y="6262"/>
                    <a:pt x="7600" y="6025"/>
                  </a:cubicBezTo>
                  <a:cubicBezTo>
                    <a:pt x="7525" y="5696"/>
                    <a:pt x="7789" y="5424"/>
                    <a:pt x="8084" y="5424"/>
                  </a:cubicBezTo>
                  <a:close/>
                  <a:moveTo>
                    <a:pt x="6225" y="5833"/>
                  </a:moveTo>
                  <a:cubicBezTo>
                    <a:pt x="6314" y="5833"/>
                    <a:pt x="6406" y="5858"/>
                    <a:pt x="6493" y="5913"/>
                  </a:cubicBezTo>
                  <a:cubicBezTo>
                    <a:pt x="6864" y="6152"/>
                    <a:pt x="6761" y="6722"/>
                    <a:pt x="6332" y="6815"/>
                  </a:cubicBezTo>
                  <a:cubicBezTo>
                    <a:pt x="6297" y="6823"/>
                    <a:pt x="6261" y="6827"/>
                    <a:pt x="6226" y="6827"/>
                  </a:cubicBezTo>
                  <a:cubicBezTo>
                    <a:pt x="5997" y="6827"/>
                    <a:pt x="5788" y="6667"/>
                    <a:pt x="5738" y="6435"/>
                  </a:cubicBezTo>
                  <a:cubicBezTo>
                    <a:pt x="5666" y="6105"/>
                    <a:pt x="5929" y="5833"/>
                    <a:pt x="6225" y="5833"/>
                  </a:cubicBezTo>
                  <a:close/>
                  <a:moveTo>
                    <a:pt x="4363" y="6243"/>
                  </a:moveTo>
                  <a:cubicBezTo>
                    <a:pt x="4452" y="6243"/>
                    <a:pt x="4544" y="6268"/>
                    <a:pt x="4631" y="6323"/>
                  </a:cubicBezTo>
                  <a:cubicBezTo>
                    <a:pt x="5006" y="6562"/>
                    <a:pt x="4904" y="7132"/>
                    <a:pt x="4470" y="7225"/>
                  </a:cubicBezTo>
                  <a:lnTo>
                    <a:pt x="4470" y="7229"/>
                  </a:lnTo>
                  <a:cubicBezTo>
                    <a:pt x="4435" y="7237"/>
                    <a:pt x="4399" y="7241"/>
                    <a:pt x="4364" y="7241"/>
                  </a:cubicBezTo>
                  <a:cubicBezTo>
                    <a:pt x="4136" y="7241"/>
                    <a:pt x="3931" y="7082"/>
                    <a:pt x="3881" y="6849"/>
                  </a:cubicBezTo>
                  <a:cubicBezTo>
                    <a:pt x="3806" y="6516"/>
                    <a:pt x="4068" y="6243"/>
                    <a:pt x="4363" y="6243"/>
                  </a:cubicBezTo>
                  <a:close/>
                  <a:moveTo>
                    <a:pt x="2506" y="6652"/>
                  </a:moveTo>
                  <a:cubicBezTo>
                    <a:pt x="2595" y="6652"/>
                    <a:pt x="2687" y="6677"/>
                    <a:pt x="2774" y="6732"/>
                  </a:cubicBezTo>
                  <a:cubicBezTo>
                    <a:pt x="3144" y="6971"/>
                    <a:pt x="3047" y="7541"/>
                    <a:pt x="2613" y="7639"/>
                  </a:cubicBezTo>
                  <a:cubicBezTo>
                    <a:pt x="2578" y="7647"/>
                    <a:pt x="2542" y="7650"/>
                    <a:pt x="2507" y="7650"/>
                  </a:cubicBezTo>
                  <a:cubicBezTo>
                    <a:pt x="2279" y="7650"/>
                    <a:pt x="2073" y="7491"/>
                    <a:pt x="2019" y="7259"/>
                  </a:cubicBezTo>
                  <a:cubicBezTo>
                    <a:pt x="1947" y="6925"/>
                    <a:pt x="2210" y="6652"/>
                    <a:pt x="2506" y="6652"/>
                  </a:cubicBezTo>
                  <a:close/>
                  <a:moveTo>
                    <a:pt x="8538" y="7481"/>
                  </a:moveTo>
                  <a:cubicBezTo>
                    <a:pt x="8626" y="7481"/>
                    <a:pt x="8718" y="7506"/>
                    <a:pt x="8804" y="7561"/>
                  </a:cubicBezTo>
                  <a:cubicBezTo>
                    <a:pt x="9179" y="7795"/>
                    <a:pt x="9076" y="8370"/>
                    <a:pt x="8643" y="8463"/>
                  </a:cubicBezTo>
                  <a:cubicBezTo>
                    <a:pt x="8607" y="8470"/>
                    <a:pt x="8571" y="8474"/>
                    <a:pt x="8536" y="8474"/>
                  </a:cubicBezTo>
                  <a:cubicBezTo>
                    <a:pt x="8308" y="8474"/>
                    <a:pt x="8104" y="8316"/>
                    <a:pt x="8053" y="8087"/>
                  </a:cubicBezTo>
                  <a:cubicBezTo>
                    <a:pt x="7978" y="7754"/>
                    <a:pt x="8243" y="7481"/>
                    <a:pt x="8538" y="7481"/>
                  </a:cubicBezTo>
                  <a:close/>
                  <a:moveTo>
                    <a:pt x="6676" y="7890"/>
                  </a:moveTo>
                  <a:cubicBezTo>
                    <a:pt x="6765" y="7890"/>
                    <a:pt x="6856" y="7915"/>
                    <a:pt x="6942" y="7970"/>
                  </a:cubicBezTo>
                  <a:cubicBezTo>
                    <a:pt x="7317" y="8209"/>
                    <a:pt x="7215" y="8775"/>
                    <a:pt x="6786" y="8872"/>
                  </a:cubicBezTo>
                  <a:cubicBezTo>
                    <a:pt x="6749" y="8880"/>
                    <a:pt x="6713" y="8884"/>
                    <a:pt x="6677" y="8884"/>
                  </a:cubicBezTo>
                  <a:cubicBezTo>
                    <a:pt x="6449" y="8884"/>
                    <a:pt x="6241" y="8729"/>
                    <a:pt x="6191" y="8497"/>
                  </a:cubicBezTo>
                  <a:cubicBezTo>
                    <a:pt x="6120" y="8163"/>
                    <a:pt x="6383" y="7890"/>
                    <a:pt x="6676" y="7890"/>
                  </a:cubicBezTo>
                  <a:close/>
                  <a:moveTo>
                    <a:pt x="4819" y="8300"/>
                  </a:moveTo>
                  <a:cubicBezTo>
                    <a:pt x="4907" y="8300"/>
                    <a:pt x="4999" y="8324"/>
                    <a:pt x="5084" y="8380"/>
                  </a:cubicBezTo>
                  <a:cubicBezTo>
                    <a:pt x="5455" y="8619"/>
                    <a:pt x="5357" y="9189"/>
                    <a:pt x="4924" y="9281"/>
                  </a:cubicBezTo>
                  <a:cubicBezTo>
                    <a:pt x="4887" y="9289"/>
                    <a:pt x="4851" y="9293"/>
                    <a:pt x="4815" y="9293"/>
                  </a:cubicBezTo>
                  <a:cubicBezTo>
                    <a:pt x="4588" y="9293"/>
                    <a:pt x="4384" y="9138"/>
                    <a:pt x="4334" y="8906"/>
                  </a:cubicBezTo>
                  <a:cubicBezTo>
                    <a:pt x="4259" y="8573"/>
                    <a:pt x="4524" y="8300"/>
                    <a:pt x="4819" y="8300"/>
                  </a:cubicBezTo>
                  <a:close/>
                  <a:moveTo>
                    <a:pt x="2961" y="8711"/>
                  </a:moveTo>
                  <a:cubicBezTo>
                    <a:pt x="3049" y="8711"/>
                    <a:pt x="3141" y="8735"/>
                    <a:pt x="3227" y="8789"/>
                  </a:cubicBezTo>
                  <a:cubicBezTo>
                    <a:pt x="3598" y="9028"/>
                    <a:pt x="3500" y="9598"/>
                    <a:pt x="3067" y="9696"/>
                  </a:cubicBezTo>
                  <a:cubicBezTo>
                    <a:pt x="3031" y="9704"/>
                    <a:pt x="2995" y="9707"/>
                    <a:pt x="2960" y="9707"/>
                  </a:cubicBezTo>
                  <a:cubicBezTo>
                    <a:pt x="2731" y="9707"/>
                    <a:pt x="2523" y="9548"/>
                    <a:pt x="2472" y="9316"/>
                  </a:cubicBezTo>
                  <a:cubicBezTo>
                    <a:pt x="2401" y="8982"/>
                    <a:pt x="2664" y="8711"/>
                    <a:pt x="2961" y="8711"/>
                  </a:cubicBezTo>
                  <a:close/>
                  <a:moveTo>
                    <a:pt x="8991" y="9538"/>
                  </a:moveTo>
                  <a:cubicBezTo>
                    <a:pt x="9080" y="9538"/>
                    <a:pt x="9171" y="9563"/>
                    <a:pt x="9257" y="9618"/>
                  </a:cubicBezTo>
                  <a:cubicBezTo>
                    <a:pt x="9632" y="9857"/>
                    <a:pt x="9530" y="10427"/>
                    <a:pt x="9101" y="10520"/>
                  </a:cubicBezTo>
                  <a:cubicBezTo>
                    <a:pt x="9064" y="10527"/>
                    <a:pt x="9027" y="10531"/>
                    <a:pt x="8991" y="10531"/>
                  </a:cubicBezTo>
                  <a:cubicBezTo>
                    <a:pt x="8760" y="10531"/>
                    <a:pt x="8557" y="10376"/>
                    <a:pt x="8506" y="10144"/>
                  </a:cubicBezTo>
                  <a:cubicBezTo>
                    <a:pt x="8431" y="9811"/>
                    <a:pt x="8696" y="9538"/>
                    <a:pt x="8991" y="9538"/>
                  </a:cubicBezTo>
                  <a:close/>
                  <a:moveTo>
                    <a:pt x="7134" y="9947"/>
                  </a:moveTo>
                  <a:cubicBezTo>
                    <a:pt x="7223" y="9947"/>
                    <a:pt x="7314" y="9972"/>
                    <a:pt x="7400" y="10027"/>
                  </a:cubicBezTo>
                  <a:cubicBezTo>
                    <a:pt x="7775" y="10266"/>
                    <a:pt x="7673" y="10836"/>
                    <a:pt x="7239" y="10929"/>
                  </a:cubicBezTo>
                  <a:lnTo>
                    <a:pt x="7239" y="10934"/>
                  </a:lnTo>
                  <a:cubicBezTo>
                    <a:pt x="7205" y="10941"/>
                    <a:pt x="7171" y="10944"/>
                    <a:pt x="7138" y="10944"/>
                  </a:cubicBezTo>
                  <a:cubicBezTo>
                    <a:pt x="6907" y="10944"/>
                    <a:pt x="6700" y="10788"/>
                    <a:pt x="6644" y="10554"/>
                  </a:cubicBezTo>
                  <a:cubicBezTo>
                    <a:pt x="6573" y="10220"/>
                    <a:pt x="6839" y="9947"/>
                    <a:pt x="7134" y="9947"/>
                  </a:cubicBezTo>
                  <a:close/>
                  <a:moveTo>
                    <a:pt x="5272" y="10357"/>
                  </a:moveTo>
                  <a:cubicBezTo>
                    <a:pt x="5361" y="10357"/>
                    <a:pt x="5452" y="10381"/>
                    <a:pt x="5538" y="10437"/>
                  </a:cubicBezTo>
                  <a:cubicBezTo>
                    <a:pt x="5913" y="10676"/>
                    <a:pt x="5811" y="11246"/>
                    <a:pt x="5382" y="11343"/>
                  </a:cubicBezTo>
                  <a:cubicBezTo>
                    <a:pt x="5346" y="11351"/>
                    <a:pt x="5311" y="11355"/>
                    <a:pt x="5276" y="11355"/>
                  </a:cubicBezTo>
                  <a:cubicBezTo>
                    <a:pt x="5046" y="11355"/>
                    <a:pt x="4838" y="11196"/>
                    <a:pt x="4787" y="10963"/>
                  </a:cubicBezTo>
                  <a:cubicBezTo>
                    <a:pt x="4716" y="10630"/>
                    <a:pt x="4979" y="10357"/>
                    <a:pt x="5272" y="10357"/>
                  </a:cubicBezTo>
                  <a:close/>
                  <a:moveTo>
                    <a:pt x="3413" y="10766"/>
                  </a:moveTo>
                  <a:cubicBezTo>
                    <a:pt x="3502" y="10766"/>
                    <a:pt x="3594" y="10791"/>
                    <a:pt x="3681" y="10846"/>
                  </a:cubicBezTo>
                  <a:cubicBezTo>
                    <a:pt x="4056" y="11085"/>
                    <a:pt x="3954" y="11655"/>
                    <a:pt x="3520" y="11753"/>
                  </a:cubicBezTo>
                  <a:cubicBezTo>
                    <a:pt x="3484" y="11761"/>
                    <a:pt x="3449" y="11764"/>
                    <a:pt x="3414" y="11764"/>
                  </a:cubicBezTo>
                  <a:cubicBezTo>
                    <a:pt x="3185" y="11764"/>
                    <a:pt x="2981" y="11605"/>
                    <a:pt x="2930" y="11373"/>
                  </a:cubicBezTo>
                  <a:cubicBezTo>
                    <a:pt x="2855" y="11039"/>
                    <a:pt x="3117" y="10766"/>
                    <a:pt x="3413" y="10766"/>
                  </a:cubicBezTo>
                  <a:close/>
                  <a:moveTo>
                    <a:pt x="8199" y="1"/>
                  </a:moveTo>
                  <a:lnTo>
                    <a:pt x="1" y="1809"/>
                  </a:lnTo>
                  <a:lnTo>
                    <a:pt x="2521" y="13225"/>
                  </a:lnTo>
                  <a:lnTo>
                    <a:pt x="10719" y="11416"/>
                  </a:lnTo>
                  <a:lnTo>
                    <a:pt x="8199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9" name="Google Shape;3826;p74"/>
            <p:cNvSpPr/>
            <p:nvPr/>
          </p:nvSpPr>
          <p:spPr>
            <a:xfrm rot="2700000">
              <a:off x="7382520" y="3898800"/>
              <a:ext cx="444240" cy="468360"/>
            </a:xfrm>
            <a:custGeom>
              <a:avLst/>
              <a:gdLst>
                <a:gd name="textAreaLeft" fmla="*/ 0 w 444240"/>
                <a:gd name="textAreaRight" fmla="*/ 444600 w 444240"/>
                <a:gd name="textAreaTop" fmla="*/ 0 h 468360"/>
                <a:gd name="textAreaBottom" fmla="*/ 468720 h 468360"/>
              </a:gdLst>
              <a:ahLst/>
              <a:cxnLst/>
              <a:rect l="textAreaLeft" t="textAreaTop" r="textAreaRight" b="textAreaBottom"/>
              <a:pathLst>
                <a:path w="9867" h="10404">
                  <a:moveTo>
                    <a:pt x="8199" y="0"/>
                  </a:moveTo>
                  <a:lnTo>
                    <a:pt x="1" y="1809"/>
                  </a:lnTo>
                  <a:lnTo>
                    <a:pt x="1166" y="7112"/>
                  </a:lnTo>
                  <a:cubicBezTo>
                    <a:pt x="1600" y="9070"/>
                    <a:pt x="3336" y="10403"/>
                    <a:pt x="5264" y="10403"/>
                  </a:cubicBezTo>
                  <a:cubicBezTo>
                    <a:pt x="5563" y="10403"/>
                    <a:pt x="5867" y="10371"/>
                    <a:pt x="6171" y="10305"/>
                  </a:cubicBezTo>
                  <a:cubicBezTo>
                    <a:pt x="8433" y="9807"/>
                    <a:pt x="9866" y="7565"/>
                    <a:pt x="9364" y="5304"/>
                  </a:cubicBezTo>
                  <a:lnTo>
                    <a:pt x="8199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0" name="Google Shape;3827;p74"/>
            <p:cNvSpPr/>
            <p:nvPr/>
          </p:nvSpPr>
          <p:spPr>
            <a:xfrm rot="2700000">
              <a:off x="7883640" y="3139920"/>
              <a:ext cx="442080" cy="455400"/>
            </a:xfrm>
            <a:custGeom>
              <a:avLst/>
              <a:gdLst>
                <a:gd name="textAreaLeft" fmla="*/ 0 w 442080"/>
                <a:gd name="textAreaRight" fmla="*/ 442440 w 442080"/>
                <a:gd name="textAreaTop" fmla="*/ 0 h 455400"/>
                <a:gd name="textAreaBottom" fmla="*/ 455760 h 455400"/>
              </a:gdLst>
              <a:ahLst/>
              <a:cxnLst/>
              <a:rect l="textAreaLeft" t="textAreaTop" r="textAreaRight" b="textAreaBottom"/>
              <a:pathLst>
                <a:path w="9818" h="10113">
                  <a:moveTo>
                    <a:pt x="4618" y="1"/>
                  </a:moveTo>
                  <a:cubicBezTo>
                    <a:pt x="4319" y="1"/>
                    <a:pt x="4014" y="33"/>
                    <a:pt x="3710" y="100"/>
                  </a:cubicBezTo>
                  <a:cubicBezTo>
                    <a:pt x="1433" y="603"/>
                    <a:pt x="0" y="2864"/>
                    <a:pt x="522" y="5136"/>
                  </a:cubicBezTo>
                  <a:lnTo>
                    <a:pt x="1619" y="10112"/>
                  </a:lnTo>
                  <a:lnTo>
                    <a:pt x="9817" y="8304"/>
                  </a:lnTo>
                  <a:lnTo>
                    <a:pt x="8720" y="3327"/>
                  </a:lnTo>
                  <a:cubicBezTo>
                    <a:pt x="8298" y="1351"/>
                    <a:pt x="6556" y="1"/>
                    <a:pt x="4618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1" name="Google Shape;3828;p74"/>
            <p:cNvSpPr/>
            <p:nvPr/>
          </p:nvSpPr>
          <p:spPr>
            <a:xfrm rot="2700000">
              <a:off x="7531560" y="3070800"/>
              <a:ext cx="644400" cy="1366560"/>
            </a:xfrm>
            <a:custGeom>
              <a:avLst/>
              <a:gdLst>
                <a:gd name="textAreaLeft" fmla="*/ 0 w 644400"/>
                <a:gd name="textAreaRight" fmla="*/ 644760 w 644400"/>
                <a:gd name="textAreaTop" fmla="*/ 0 h 1366560"/>
                <a:gd name="textAreaBottom" fmla="*/ 1366920 h 1366560"/>
              </a:gdLst>
              <a:ahLst/>
              <a:cxnLst/>
              <a:rect l="textAreaLeft" t="textAreaTop" r="textAreaRight" b="textAreaBottom"/>
              <a:pathLst>
                <a:path w="14311" h="30334">
                  <a:moveTo>
                    <a:pt x="4743" y="240"/>
                  </a:moveTo>
                  <a:cubicBezTo>
                    <a:pt x="6659" y="249"/>
                    <a:pt x="8311" y="1580"/>
                    <a:pt x="8735" y="3452"/>
                  </a:cubicBezTo>
                  <a:lnTo>
                    <a:pt x="13522" y="25147"/>
                  </a:lnTo>
                  <a:cubicBezTo>
                    <a:pt x="13985" y="27345"/>
                    <a:pt x="12591" y="29510"/>
                    <a:pt x="10397" y="29997"/>
                  </a:cubicBezTo>
                  <a:cubicBezTo>
                    <a:pt x="10100" y="30062"/>
                    <a:pt x="9804" y="30093"/>
                    <a:pt x="9512" y="30093"/>
                  </a:cubicBezTo>
                  <a:cubicBezTo>
                    <a:pt x="7642" y="30093"/>
                    <a:pt x="5957" y="28809"/>
                    <a:pt x="5523" y="26916"/>
                  </a:cubicBezTo>
                  <a:lnTo>
                    <a:pt x="736" y="5216"/>
                  </a:lnTo>
                  <a:cubicBezTo>
                    <a:pt x="176" y="2657"/>
                    <a:pt x="2121" y="240"/>
                    <a:pt x="4743" y="240"/>
                  </a:cubicBezTo>
                  <a:close/>
                  <a:moveTo>
                    <a:pt x="4734" y="1"/>
                  </a:moveTo>
                  <a:cubicBezTo>
                    <a:pt x="4427" y="1"/>
                    <a:pt x="4115" y="34"/>
                    <a:pt x="3802" y="103"/>
                  </a:cubicBezTo>
                  <a:cubicBezTo>
                    <a:pt x="1468" y="615"/>
                    <a:pt x="0" y="2935"/>
                    <a:pt x="537" y="5260"/>
                  </a:cubicBezTo>
                  <a:lnTo>
                    <a:pt x="5323" y="26960"/>
                  </a:lnTo>
                  <a:cubicBezTo>
                    <a:pt x="5762" y="28924"/>
                    <a:pt x="7505" y="30327"/>
                    <a:pt x="9523" y="30333"/>
                  </a:cubicBezTo>
                  <a:lnTo>
                    <a:pt x="9523" y="30333"/>
                  </a:lnTo>
                  <a:cubicBezTo>
                    <a:pt x="12270" y="30327"/>
                    <a:pt x="14311" y="27788"/>
                    <a:pt x="13721" y="25103"/>
                  </a:cubicBezTo>
                  <a:lnTo>
                    <a:pt x="8935" y="3408"/>
                  </a:lnTo>
                  <a:cubicBezTo>
                    <a:pt x="8504" y="1386"/>
                    <a:pt x="6718" y="1"/>
                    <a:pt x="4734" y="1"/>
                  </a:cubicBezTo>
                  <a:close/>
                  <a:moveTo>
                    <a:pt x="9523" y="30333"/>
                  </a:moveTo>
                  <a:cubicBezTo>
                    <a:pt x="9522" y="30333"/>
                    <a:pt x="9521" y="30333"/>
                    <a:pt x="9520" y="30333"/>
                  </a:cubicBezTo>
                  <a:lnTo>
                    <a:pt x="9525" y="30333"/>
                  </a:lnTo>
                  <a:cubicBezTo>
                    <a:pt x="9524" y="30333"/>
                    <a:pt x="9523" y="30333"/>
                    <a:pt x="9523" y="30333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2" name="Google Shape;3829;p74"/>
            <p:cNvSpPr/>
            <p:nvPr/>
          </p:nvSpPr>
          <p:spPr>
            <a:xfrm rot="2700000">
              <a:off x="7813080" y="3480480"/>
              <a:ext cx="371160" cy="90000"/>
            </a:xfrm>
            <a:custGeom>
              <a:avLst/>
              <a:gdLst>
                <a:gd name="textAreaLeft" fmla="*/ 0 w 371160"/>
                <a:gd name="textAreaRight" fmla="*/ 371520 w 371160"/>
                <a:gd name="textAreaTop" fmla="*/ 0 h 90000"/>
                <a:gd name="textAreaBottom" fmla="*/ 90360 h 90000"/>
              </a:gdLst>
              <a:ahLst/>
              <a:cxnLst/>
              <a:rect l="textAreaLeft" t="textAreaTop" r="textAreaRight" b="textAreaBottom"/>
              <a:pathLst>
                <a:path w="8244" h="2004">
                  <a:moveTo>
                    <a:pt x="8199" y="1"/>
                  </a:moveTo>
                  <a:lnTo>
                    <a:pt x="1" y="1804"/>
                  </a:lnTo>
                  <a:lnTo>
                    <a:pt x="45" y="2004"/>
                  </a:lnTo>
                  <a:lnTo>
                    <a:pt x="8243" y="200"/>
                  </a:lnTo>
                  <a:lnTo>
                    <a:pt x="8199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3" name="Google Shape;3830;p74"/>
            <p:cNvSpPr/>
            <p:nvPr/>
          </p:nvSpPr>
          <p:spPr>
            <a:xfrm rot="2700000">
              <a:off x="7529760" y="3924360"/>
              <a:ext cx="371160" cy="90000"/>
            </a:xfrm>
            <a:custGeom>
              <a:avLst/>
              <a:gdLst>
                <a:gd name="textAreaLeft" fmla="*/ 0 w 371160"/>
                <a:gd name="textAreaRight" fmla="*/ 371520 w 371160"/>
                <a:gd name="textAreaTop" fmla="*/ 0 h 90000"/>
                <a:gd name="textAreaBottom" fmla="*/ 90360 h 90000"/>
              </a:gdLst>
              <a:ahLst/>
              <a:cxnLst/>
              <a:rect l="textAreaLeft" t="textAreaTop" r="textAreaRight" b="textAreaBottom"/>
              <a:pathLst>
                <a:path w="8244" h="2009">
                  <a:moveTo>
                    <a:pt x="8199" y="0"/>
                  </a:moveTo>
                  <a:lnTo>
                    <a:pt x="1" y="1809"/>
                  </a:lnTo>
                  <a:lnTo>
                    <a:pt x="45" y="2008"/>
                  </a:lnTo>
                  <a:lnTo>
                    <a:pt x="8243" y="200"/>
                  </a:lnTo>
                  <a:lnTo>
                    <a:pt x="8199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4" name="Google Shape;3831;p74"/>
            <p:cNvSpPr/>
            <p:nvPr/>
          </p:nvSpPr>
          <p:spPr>
            <a:xfrm rot="2700000">
              <a:off x="7821360" y="3487320"/>
              <a:ext cx="59040" cy="53640"/>
            </a:xfrm>
            <a:custGeom>
              <a:avLst/>
              <a:gdLst>
                <a:gd name="textAreaLeft" fmla="*/ 0 w 59040"/>
                <a:gd name="textAreaRight" fmla="*/ 59400 w 59040"/>
                <a:gd name="textAreaTop" fmla="*/ 0 h 53640"/>
                <a:gd name="textAreaBottom" fmla="*/ 54000 h 53640"/>
              </a:gdLst>
              <a:ahLst/>
              <a:cxnLst/>
              <a:rect l="textAreaLeft" t="textAreaTop" r="textAreaRight" b="textAreaBottom"/>
              <a:pathLst>
                <a:path w="1322" h="1201">
                  <a:moveTo>
                    <a:pt x="653" y="206"/>
                  </a:moveTo>
                  <a:cubicBezTo>
                    <a:pt x="839" y="206"/>
                    <a:pt x="1000" y="332"/>
                    <a:pt x="1039" y="518"/>
                  </a:cubicBezTo>
                  <a:cubicBezTo>
                    <a:pt x="1087" y="727"/>
                    <a:pt x="951" y="942"/>
                    <a:pt x="741" y="986"/>
                  </a:cubicBezTo>
                  <a:cubicBezTo>
                    <a:pt x="712" y="992"/>
                    <a:pt x="682" y="995"/>
                    <a:pt x="654" y="995"/>
                  </a:cubicBezTo>
                  <a:cubicBezTo>
                    <a:pt x="472" y="995"/>
                    <a:pt x="310" y="869"/>
                    <a:pt x="268" y="688"/>
                  </a:cubicBezTo>
                  <a:cubicBezTo>
                    <a:pt x="220" y="474"/>
                    <a:pt x="356" y="264"/>
                    <a:pt x="566" y="215"/>
                  </a:cubicBezTo>
                  <a:cubicBezTo>
                    <a:pt x="595" y="206"/>
                    <a:pt x="624" y="206"/>
                    <a:pt x="653" y="206"/>
                  </a:cubicBezTo>
                  <a:close/>
                  <a:moveTo>
                    <a:pt x="658" y="1"/>
                  </a:moveTo>
                  <a:cubicBezTo>
                    <a:pt x="615" y="1"/>
                    <a:pt x="571" y="6"/>
                    <a:pt x="527" y="16"/>
                  </a:cubicBezTo>
                  <a:cubicBezTo>
                    <a:pt x="205" y="89"/>
                    <a:pt x="0" y="406"/>
                    <a:pt x="73" y="732"/>
                  </a:cubicBezTo>
                  <a:cubicBezTo>
                    <a:pt x="132" y="1005"/>
                    <a:pt x="376" y="1200"/>
                    <a:pt x="653" y="1200"/>
                  </a:cubicBezTo>
                  <a:cubicBezTo>
                    <a:pt x="1039" y="1200"/>
                    <a:pt x="1321" y="844"/>
                    <a:pt x="1243" y="474"/>
                  </a:cubicBezTo>
                  <a:cubicBezTo>
                    <a:pt x="1180" y="192"/>
                    <a:pt x="932" y="1"/>
                    <a:pt x="658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5" name="Google Shape;3832;p74"/>
            <p:cNvSpPr/>
            <p:nvPr/>
          </p:nvSpPr>
          <p:spPr>
            <a:xfrm rot="2700000">
              <a:off x="7770240" y="3566880"/>
              <a:ext cx="58680" cy="53640"/>
            </a:xfrm>
            <a:custGeom>
              <a:avLst/>
              <a:gdLst>
                <a:gd name="textAreaLeft" fmla="*/ 0 w 58680"/>
                <a:gd name="textAreaRight" fmla="*/ 59040 w 58680"/>
                <a:gd name="textAreaTop" fmla="*/ 0 h 53640"/>
                <a:gd name="textAreaBottom" fmla="*/ 54000 h 53640"/>
              </a:gdLst>
              <a:ahLst/>
              <a:cxnLst/>
              <a:rect l="textAreaLeft" t="textAreaTop" r="textAreaRight" b="textAreaBottom"/>
              <a:pathLst>
                <a:path w="1312" h="1200">
                  <a:moveTo>
                    <a:pt x="633" y="204"/>
                  </a:moveTo>
                  <a:cubicBezTo>
                    <a:pt x="642" y="204"/>
                    <a:pt x="650" y="204"/>
                    <a:pt x="659" y="206"/>
                  </a:cubicBezTo>
                  <a:lnTo>
                    <a:pt x="654" y="206"/>
                  </a:lnTo>
                  <a:cubicBezTo>
                    <a:pt x="985" y="206"/>
                    <a:pt x="1170" y="591"/>
                    <a:pt x="961" y="849"/>
                  </a:cubicBezTo>
                  <a:cubicBezTo>
                    <a:pt x="880" y="949"/>
                    <a:pt x="768" y="995"/>
                    <a:pt x="657" y="995"/>
                  </a:cubicBezTo>
                  <a:cubicBezTo>
                    <a:pt x="482" y="995"/>
                    <a:pt x="311" y="880"/>
                    <a:pt x="269" y="683"/>
                  </a:cubicBezTo>
                  <a:cubicBezTo>
                    <a:pt x="220" y="469"/>
                    <a:pt x="356" y="259"/>
                    <a:pt x="571" y="210"/>
                  </a:cubicBezTo>
                  <a:cubicBezTo>
                    <a:pt x="592" y="207"/>
                    <a:pt x="612" y="204"/>
                    <a:pt x="633" y="204"/>
                  </a:cubicBezTo>
                  <a:close/>
                  <a:moveTo>
                    <a:pt x="659" y="1"/>
                  </a:moveTo>
                  <a:cubicBezTo>
                    <a:pt x="615" y="1"/>
                    <a:pt x="571" y="5"/>
                    <a:pt x="527" y="15"/>
                  </a:cubicBezTo>
                  <a:cubicBezTo>
                    <a:pt x="205" y="84"/>
                    <a:pt x="1" y="405"/>
                    <a:pt x="74" y="727"/>
                  </a:cubicBezTo>
                  <a:cubicBezTo>
                    <a:pt x="132" y="1000"/>
                    <a:pt x="376" y="1200"/>
                    <a:pt x="659" y="1200"/>
                  </a:cubicBezTo>
                  <a:cubicBezTo>
                    <a:pt x="703" y="1195"/>
                    <a:pt x="746" y="1190"/>
                    <a:pt x="785" y="1185"/>
                  </a:cubicBezTo>
                  <a:cubicBezTo>
                    <a:pt x="1107" y="1112"/>
                    <a:pt x="1312" y="790"/>
                    <a:pt x="1244" y="469"/>
                  </a:cubicBezTo>
                  <a:cubicBezTo>
                    <a:pt x="1180" y="191"/>
                    <a:pt x="932" y="1"/>
                    <a:pt x="65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6" name="Google Shape;3833;p74"/>
            <p:cNvSpPr/>
            <p:nvPr/>
          </p:nvSpPr>
          <p:spPr>
            <a:xfrm rot="2700000">
              <a:off x="7719480" y="3649320"/>
              <a:ext cx="62280" cy="53640"/>
            </a:xfrm>
            <a:custGeom>
              <a:avLst/>
              <a:gdLst>
                <a:gd name="textAreaLeft" fmla="*/ 0 w 62280"/>
                <a:gd name="textAreaRight" fmla="*/ 62640 w 62280"/>
                <a:gd name="textAreaTop" fmla="*/ 0 h 53640"/>
                <a:gd name="textAreaBottom" fmla="*/ 54000 h 53640"/>
              </a:gdLst>
              <a:ahLst/>
              <a:cxnLst/>
              <a:rect l="textAreaLeft" t="textAreaTop" r="textAreaRight" b="textAreaBottom"/>
              <a:pathLst>
                <a:path w="1394" h="1199">
                  <a:moveTo>
                    <a:pt x="629" y="205"/>
                  </a:moveTo>
                  <a:cubicBezTo>
                    <a:pt x="702" y="205"/>
                    <a:pt x="775" y="224"/>
                    <a:pt x="839" y="268"/>
                  </a:cubicBezTo>
                  <a:cubicBezTo>
                    <a:pt x="926" y="322"/>
                    <a:pt x="990" y="414"/>
                    <a:pt x="1009" y="517"/>
                  </a:cubicBezTo>
                  <a:cubicBezTo>
                    <a:pt x="1069" y="779"/>
                    <a:pt x="862" y="995"/>
                    <a:pt x="627" y="995"/>
                  </a:cubicBezTo>
                  <a:cubicBezTo>
                    <a:pt x="557" y="995"/>
                    <a:pt x="483" y="975"/>
                    <a:pt x="414" y="931"/>
                  </a:cubicBezTo>
                  <a:cubicBezTo>
                    <a:pt x="117" y="746"/>
                    <a:pt x="195" y="287"/>
                    <a:pt x="541" y="214"/>
                  </a:cubicBezTo>
                  <a:cubicBezTo>
                    <a:pt x="570" y="209"/>
                    <a:pt x="600" y="205"/>
                    <a:pt x="629" y="205"/>
                  </a:cubicBezTo>
                  <a:close/>
                  <a:moveTo>
                    <a:pt x="630" y="0"/>
                  </a:moveTo>
                  <a:cubicBezTo>
                    <a:pt x="587" y="0"/>
                    <a:pt x="542" y="5"/>
                    <a:pt x="497" y="15"/>
                  </a:cubicBezTo>
                  <a:cubicBezTo>
                    <a:pt x="200" y="83"/>
                    <a:pt x="0" y="361"/>
                    <a:pt x="34" y="663"/>
                  </a:cubicBezTo>
                  <a:cubicBezTo>
                    <a:pt x="68" y="965"/>
                    <a:pt x="322" y="1199"/>
                    <a:pt x="629" y="1199"/>
                  </a:cubicBezTo>
                  <a:cubicBezTo>
                    <a:pt x="668" y="1199"/>
                    <a:pt x="712" y="1194"/>
                    <a:pt x="756" y="1184"/>
                  </a:cubicBezTo>
                  <a:cubicBezTo>
                    <a:pt x="912" y="1150"/>
                    <a:pt x="1048" y="1058"/>
                    <a:pt x="1131" y="921"/>
                  </a:cubicBezTo>
                  <a:cubicBezTo>
                    <a:pt x="1394" y="512"/>
                    <a:pt x="1083" y="0"/>
                    <a:pt x="63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7" name="Google Shape;3834;p74"/>
            <p:cNvSpPr/>
            <p:nvPr/>
          </p:nvSpPr>
          <p:spPr>
            <a:xfrm rot="2700000">
              <a:off x="7668000" y="3727080"/>
              <a:ext cx="58680" cy="53640"/>
            </a:xfrm>
            <a:custGeom>
              <a:avLst/>
              <a:gdLst>
                <a:gd name="textAreaLeft" fmla="*/ 0 w 58680"/>
                <a:gd name="textAreaRight" fmla="*/ 59040 w 58680"/>
                <a:gd name="textAreaTop" fmla="*/ 0 h 53640"/>
                <a:gd name="textAreaBottom" fmla="*/ 54000 h 53640"/>
              </a:gdLst>
              <a:ahLst/>
              <a:cxnLst/>
              <a:rect l="textAreaLeft" t="textAreaTop" r="textAreaRight" b="textAreaBottom"/>
              <a:pathLst>
                <a:path w="1312" h="1198">
                  <a:moveTo>
                    <a:pt x="658" y="204"/>
                  </a:moveTo>
                  <a:cubicBezTo>
                    <a:pt x="868" y="204"/>
                    <a:pt x="1038" y="364"/>
                    <a:pt x="1053" y="574"/>
                  </a:cubicBezTo>
                  <a:cubicBezTo>
                    <a:pt x="1063" y="779"/>
                    <a:pt x="912" y="959"/>
                    <a:pt x="702" y="983"/>
                  </a:cubicBezTo>
                  <a:cubicBezTo>
                    <a:pt x="683" y="986"/>
                    <a:pt x="665" y="987"/>
                    <a:pt x="647" y="987"/>
                  </a:cubicBezTo>
                  <a:cubicBezTo>
                    <a:pt x="206" y="987"/>
                    <a:pt x="107" y="321"/>
                    <a:pt x="575" y="213"/>
                  </a:cubicBezTo>
                  <a:cubicBezTo>
                    <a:pt x="600" y="208"/>
                    <a:pt x="629" y="204"/>
                    <a:pt x="658" y="204"/>
                  </a:cubicBezTo>
                  <a:close/>
                  <a:moveTo>
                    <a:pt x="658" y="0"/>
                  </a:moveTo>
                  <a:cubicBezTo>
                    <a:pt x="616" y="0"/>
                    <a:pt x="574" y="4"/>
                    <a:pt x="532" y="13"/>
                  </a:cubicBezTo>
                  <a:cubicBezTo>
                    <a:pt x="205" y="87"/>
                    <a:pt x="0" y="403"/>
                    <a:pt x="73" y="730"/>
                  </a:cubicBezTo>
                  <a:cubicBezTo>
                    <a:pt x="132" y="1003"/>
                    <a:pt x="376" y="1198"/>
                    <a:pt x="658" y="1198"/>
                  </a:cubicBezTo>
                  <a:cubicBezTo>
                    <a:pt x="702" y="1198"/>
                    <a:pt x="746" y="1193"/>
                    <a:pt x="785" y="1183"/>
                  </a:cubicBezTo>
                  <a:cubicBezTo>
                    <a:pt x="1112" y="1110"/>
                    <a:pt x="1311" y="793"/>
                    <a:pt x="1243" y="472"/>
                  </a:cubicBezTo>
                  <a:cubicBezTo>
                    <a:pt x="1180" y="188"/>
                    <a:pt x="933" y="0"/>
                    <a:pt x="65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8" name="Google Shape;3835;p74"/>
            <p:cNvSpPr/>
            <p:nvPr/>
          </p:nvSpPr>
          <p:spPr>
            <a:xfrm rot="2700000">
              <a:off x="7612200" y="3804840"/>
              <a:ext cx="64440" cy="53640"/>
            </a:xfrm>
            <a:custGeom>
              <a:avLst/>
              <a:gdLst>
                <a:gd name="textAreaLeft" fmla="*/ 0 w 64440"/>
                <a:gd name="textAreaRight" fmla="*/ 64800 w 64440"/>
                <a:gd name="textAreaTop" fmla="*/ 0 h 53640"/>
                <a:gd name="textAreaBottom" fmla="*/ 54000 h 53640"/>
              </a:gdLst>
              <a:ahLst/>
              <a:cxnLst/>
              <a:rect l="textAreaLeft" t="textAreaTop" r="textAreaRight" b="textAreaBottom"/>
              <a:pathLst>
                <a:path w="1439" h="1200">
                  <a:moveTo>
                    <a:pt x="786" y="205"/>
                  </a:moveTo>
                  <a:cubicBezTo>
                    <a:pt x="859" y="205"/>
                    <a:pt x="932" y="225"/>
                    <a:pt x="995" y="264"/>
                  </a:cubicBezTo>
                  <a:cubicBezTo>
                    <a:pt x="1088" y="322"/>
                    <a:pt x="1146" y="410"/>
                    <a:pt x="1171" y="517"/>
                  </a:cubicBezTo>
                  <a:cubicBezTo>
                    <a:pt x="1219" y="727"/>
                    <a:pt x="1083" y="942"/>
                    <a:pt x="868" y="985"/>
                  </a:cubicBezTo>
                  <a:cubicBezTo>
                    <a:pt x="844" y="990"/>
                    <a:pt x="819" y="992"/>
                    <a:pt x="795" y="992"/>
                  </a:cubicBezTo>
                  <a:cubicBezTo>
                    <a:pt x="614" y="992"/>
                    <a:pt x="453" y="868"/>
                    <a:pt x="410" y="683"/>
                  </a:cubicBezTo>
                  <a:cubicBezTo>
                    <a:pt x="366" y="474"/>
                    <a:pt x="493" y="269"/>
                    <a:pt x="698" y="215"/>
                  </a:cubicBezTo>
                  <a:cubicBezTo>
                    <a:pt x="727" y="210"/>
                    <a:pt x="756" y="205"/>
                    <a:pt x="786" y="205"/>
                  </a:cubicBezTo>
                  <a:close/>
                  <a:moveTo>
                    <a:pt x="779" y="0"/>
                  </a:moveTo>
                  <a:cubicBezTo>
                    <a:pt x="610" y="0"/>
                    <a:pt x="439" y="71"/>
                    <a:pt x="318" y="225"/>
                  </a:cubicBezTo>
                  <a:cubicBezTo>
                    <a:pt x="1" y="620"/>
                    <a:pt x="279" y="1200"/>
                    <a:pt x="786" y="1200"/>
                  </a:cubicBezTo>
                  <a:cubicBezTo>
                    <a:pt x="829" y="1200"/>
                    <a:pt x="873" y="1195"/>
                    <a:pt x="912" y="1185"/>
                  </a:cubicBezTo>
                  <a:cubicBezTo>
                    <a:pt x="1234" y="1112"/>
                    <a:pt x="1439" y="795"/>
                    <a:pt x="1370" y="474"/>
                  </a:cubicBezTo>
                  <a:cubicBezTo>
                    <a:pt x="1305" y="173"/>
                    <a:pt x="1044" y="0"/>
                    <a:pt x="77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9" name="Google Shape;3836;p74"/>
            <p:cNvSpPr/>
            <p:nvPr/>
          </p:nvSpPr>
          <p:spPr>
            <a:xfrm rot="2700000">
              <a:off x="7888680" y="3531240"/>
              <a:ext cx="65160" cy="53640"/>
            </a:xfrm>
            <a:custGeom>
              <a:avLst/>
              <a:gdLst>
                <a:gd name="textAreaLeft" fmla="*/ 0 w 65160"/>
                <a:gd name="textAreaRight" fmla="*/ 65520 w 65160"/>
                <a:gd name="textAreaTop" fmla="*/ 0 h 53640"/>
                <a:gd name="textAreaBottom" fmla="*/ 54000 h 53640"/>
              </a:gdLst>
              <a:ahLst/>
              <a:cxnLst/>
              <a:rect l="textAreaLeft" t="textAreaTop" r="textAreaRight" b="textAreaBottom"/>
              <a:pathLst>
                <a:path w="1454" h="1202">
                  <a:moveTo>
                    <a:pt x="785" y="207"/>
                  </a:moveTo>
                  <a:cubicBezTo>
                    <a:pt x="971" y="207"/>
                    <a:pt x="1132" y="334"/>
                    <a:pt x="1171" y="519"/>
                  </a:cubicBezTo>
                  <a:cubicBezTo>
                    <a:pt x="1227" y="781"/>
                    <a:pt x="1018" y="997"/>
                    <a:pt x="784" y="997"/>
                  </a:cubicBezTo>
                  <a:cubicBezTo>
                    <a:pt x="713" y="997"/>
                    <a:pt x="640" y="978"/>
                    <a:pt x="571" y="934"/>
                  </a:cubicBezTo>
                  <a:cubicBezTo>
                    <a:pt x="274" y="743"/>
                    <a:pt x="357" y="290"/>
                    <a:pt x="703" y="217"/>
                  </a:cubicBezTo>
                  <a:cubicBezTo>
                    <a:pt x="727" y="207"/>
                    <a:pt x="756" y="207"/>
                    <a:pt x="785" y="207"/>
                  </a:cubicBezTo>
                  <a:close/>
                  <a:moveTo>
                    <a:pt x="782" y="0"/>
                  </a:moveTo>
                  <a:cubicBezTo>
                    <a:pt x="612" y="0"/>
                    <a:pt x="440" y="72"/>
                    <a:pt x="318" y="227"/>
                  </a:cubicBezTo>
                  <a:cubicBezTo>
                    <a:pt x="1" y="617"/>
                    <a:pt x="283" y="1202"/>
                    <a:pt x="785" y="1202"/>
                  </a:cubicBezTo>
                  <a:cubicBezTo>
                    <a:pt x="1166" y="1197"/>
                    <a:pt x="1453" y="846"/>
                    <a:pt x="1370" y="470"/>
                  </a:cubicBezTo>
                  <a:cubicBezTo>
                    <a:pt x="1305" y="171"/>
                    <a:pt x="1046" y="0"/>
                    <a:pt x="78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0" name="Google Shape;3837;p74"/>
            <p:cNvSpPr/>
            <p:nvPr/>
          </p:nvSpPr>
          <p:spPr>
            <a:xfrm rot="2700000">
              <a:off x="7837560" y="3611160"/>
              <a:ext cx="64800" cy="53640"/>
            </a:xfrm>
            <a:custGeom>
              <a:avLst/>
              <a:gdLst>
                <a:gd name="textAreaLeft" fmla="*/ 0 w 64800"/>
                <a:gd name="textAreaRight" fmla="*/ 65160 w 64800"/>
                <a:gd name="textAreaTop" fmla="*/ 0 h 53640"/>
                <a:gd name="textAreaBottom" fmla="*/ 54000 h 53640"/>
              </a:gdLst>
              <a:ahLst/>
              <a:cxnLst/>
              <a:rect l="textAreaLeft" t="textAreaTop" r="textAreaRight" b="textAreaBottom"/>
              <a:pathLst>
                <a:path w="1449" h="1199">
                  <a:moveTo>
                    <a:pt x="781" y="204"/>
                  </a:moveTo>
                  <a:cubicBezTo>
                    <a:pt x="966" y="204"/>
                    <a:pt x="1127" y="331"/>
                    <a:pt x="1166" y="511"/>
                  </a:cubicBezTo>
                  <a:cubicBezTo>
                    <a:pt x="1222" y="777"/>
                    <a:pt x="1013" y="994"/>
                    <a:pt x="779" y="994"/>
                  </a:cubicBezTo>
                  <a:cubicBezTo>
                    <a:pt x="708" y="994"/>
                    <a:pt x="635" y="975"/>
                    <a:pt x="566" y="930"/>
                  </a:cubicBezTo>
                  <a:cubicBezTo>
                    <a:pt x="274" y="740"/>
                    <a:pt x="352" y="287"/>
                    <a:pt x="693" y="214"/>
                  </a:cubicBezTo>
                  <a:cubicBezTo>
                    <a:pt x="722" y="209"/>
                    <a:pt x="752" y="204"/>
                    <a:pt x="781" y="204"/>
                  </a:cubicBezTo>
                  <a:close/>
                  <a:moveTo>
                    <a:pt x="779" y="1"/>
                  </a:moveTo>
                  <a:cubicBezTo>
                    <a:pt x="611" y="1"/>
                    <a:pt x="440" y="71"/>
                    <a:pt x="318" y="224"/>
                  </a:cubicBezTo>
                  <a:cubicBezTo>
                    <a:pt x="1" y="614"/>
                    <a:pt x="279" y="1194"/>
                    <a:pt x="781" y="1199"/>
                  </a:cubicBezTo>
                  <a:cubicBezTo>
                    <a:pt x="1161" y="1194"/>
                    <a:pt x="1449" y="843"/>
                    <a:pt x="1366" y="467"/>
                  </a:cubicBezTo>
                  <a:cubicBezTo>
                    <a:pt x="1300" y="171"/>
                    <a:pt x="1042" y="1"/>
                    <a:pt x="77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1" name="Google Shape;3838;p74"/>
            <p:cNvSpPr/>
            <p:nvPr/>
          </p:nvSpPr>
          <p:spPr>
            <a:xfrm rot="2700000">
              <a:off x="7792200" y="3693960"/>
              <a:ext cx="57960" cy="53640"/>
            </a:xfrm>
            <a:custGeom>
              <a:avLst/>
              <a:gdLst>
                <a:gd name="textAreaLeft" fmla="*/ 0 w 57960"/>
                <a:gd name="textAreaRight" fmla="*/ 58320 w 57960"/>
                <a:gd name="textAreaTop" fmla="*/ 0 h 53640"/>
                <a:gd name="textAreaBottom" fmla="*/ 54000 h 53640"/>
              </a:gdLst>
              <a:ahLst/>
              <a:cxnLst/>
              <a:rect l="textAreaLeft" t="textAreaTop" r="textAreaRight" b="textAreaBottom"/>
              <a:pathLst>
                <a:path w="1297" h="1199">
                  <a:moveTo>
                    <a:pt x="629" y="204"/>
                  </a:moveTo>
                  <a:cubicBezTo>
                    <a:pt x="814" y="204"/>
                    <a:pt x="975" y="336"/>
                    <a:pt x="1014" y="516"/>
                  </a:cubicBezTo>
                  <a:cubicBezTo>
                    <a:pt x="1074" y="778"/>
                    <a:pt x="864" y="994"/>
                    <a:pt x="628" y="994"/>
                  </a:cubicBezTo>
                  <a:cubicBezTo>
                    <a:pt x="557" y="994"/>
                    <a:pt x="484" y="975"/>
                    <a:pt x="415" y="930"/>
                  </a:cubicBezTo>
                  <a:cubicBezTo>
                    <a:pt x="117" y="740"/>
                    <a:pt x="200" y="287"/>
                    <a:pt x="546" y="214"/>
                  </a:cubicBezTo>
                  <a:cubicBezTo>
                    <a:pt x="571" y="209"/>
                    <a:pt x="600" y="204"/>
                    <a:pt x="629" y="204"/>
                  </a:cubicBezTo>
                  <a:close/>
                  <a:moveTo>
                    <a:pt x="627" y="1"/>
                  </a:moveTo>
                  <a:cubicBezTo>
                    <a:pt x="586" y="1"/>
                    <a:pt x="544" y="5"/>
                    <a:pt x="502" y="14"/>
                  </a:cubicBezTo>
                  <a:cubicBezTo>
                    <a:pt x="205" y="82"/>
                    <a:pt x="0" y="360"/>
                    <a:pt x="34" y="662"/>
                  </a:cubicBezTo>
                  <a:cubicBezTo>
                    <a:pt x="69" y="969"/>
                    <a:pt x="327" y="1199"/>
                    <a:pt x="629" y="1199"/>
                  </a:cubicBezTo>
                  <a:cubicBezTo>
                    <a:pt x="1014" y="1199"/>
                    <a:pt x="1297" y="843"/>
                    <a:pt x="1214" y="472"/>
                  </a:cubicBezTo>
                  <a:cubicBezTo>
                    <a:pt x="1155" y="192"/>
                    <a:pt x="903" y="1"/>
                    <a:pt x="62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2" name="Google Shape;3839;p74"/>
            <p:cNvSpPr/>
            <p:nvPr/>
          </p:nvSpPr>
          <p:spPr>
            <a:xfrm rot="2700000">
              <a:off x="7741440" y="3773880"/>
              <a:ext cx="57600" cy="53640"/>
            </a:xfrm>
            <a:custGeom>
              <a:avLst/>
              <a:gdLst>
                <a:gd name="textAreaLeft" fmla="*/ 0 w 57600"/>
                <a:gd name="textAreaRight" fmla="*/ 57960 w 57600"/>
                <a:gd name="textAreaTop" fmla="*/ 0 h 53640"/>
                <a:gd name="textAreaBottom" fmla="*/ 54000 h 53640"/>
              </a:gdLst>
              <a:ahLst/>
              <a:cxnLst/>
              <a:rect l="textAreaLeft" t="textAreaTop" r="textAreaRight" b="textAreaBottom"/>
              <a:pathLst>
                <a:path w="1283" h="1200">
                  <a:moveTo>
                    <a:pt x="624" y="205"/>
                  </a:moveTo>
                  <a:cubicBezTo>
                    <a:pt x="810" y="205"/>
                    <a:pt x="970" y="332"/>
                    <a:pt x="1009" y="517"/>
                  </a:cubicBezTo>
                  <a:cubicBezTo>
                    <a:pt x="1034" y="615"/>
                    <a:pt x="1014" y="722"/>
                    <a:pt x="961" y="810"/>
                  </a:cubicBezTo>
                  <a:cubicBezTo>
                    <a:pt x="902" y="897"/>
                    <a:pt x="814" y="961"/>
                    <a:pt x="707" y="985"/>
                  </a:cubicBezTo>
                  <a:cubicBezTo>
                    <a:pt x="678" y="992"/>
                    <a:pt x="649" y="995"/>
                    <a:pt x="621" y="995"/>
                  </a:cubicBezTo>
                  <a:cubicBezTo>
                    <a:pt x="548" y="995"/>
                    <a:pt x="478" y="973"/>
                    <a:pt x="415" y="931"/>
                  </a:cubicBezTo>
                  <a:cubicBezTo>
                    <a:pt x="117" y="741"/>
                    <a:pt x="195" y="293"/>
                    <a:pt x="542" y="215"/>
                  </a:cubicBezTo>
                  <a:cubicBezTo>
                    <a:pt x="566" y="210"/>
                    <a:pt x="595" y="205"/>
                    <a:pt x="624" y="205"/>
                  </a:cubicBezTo>
                  <a:close/>
                  <a:moveTo>
                    <a:pt x="629" y="0"/>
                  </a:moveTo>
                  <a:cubicBezTo>
                    <a:pt x="586" y="0"/>
                    <a:pt x="542" y="5"/>
                    <a:pt x="498" y="15"/>
                  </a:cubicBezTo>
                  <a:cubicBezTo>
                    <a:pt x="200" y="83"/>
                    <a:pt x="0" y="361"/>
                    <a:pt x="35" y="663"/>
                  </a:cubicBezTo>
                  <a:cubicBezTo>
                    <a:pt x="64" y="965"/>
                    <a:pt x="322" y="1195"/>
                    <a:pt x="624" y="1199"/>
                  </a:cubicBezTo>
                  <a:cubicBezTo>
                    <a:pt x="668" y="1199"/>
                    <a:pt x="712" y="1195"/>
                    <a:pt x="756" y="1185"/>
                  </a:cubicBezTo>
                  <a:cubicBezTo>
                    <a:pt x="1078" y="1112"/>
                    <a:pt x="1282" y="795"/>
                    <a:pt x="1214" y="468"/>
                  </a:cubicBezTo>
                  <a:cubicBezTo>
                    <a:pt x="1151" y="191"/>
                    <a:pt x="903" y="0"/>
                    <a:pt x="62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3" name="Google Shape;3840;p74"/>
            <p:cNvSpPr/>
            <p:nvPr/>
          </p:nvSpPr>
          <p:spPr>
            <a:xfrm rot="2700000">
              <a:off x="7687440" y="3855240"/>
              <a:ext cx="67320" cy="54000"/>
            </a:xfrm>
            <a:custGeom>
              <a:avLst/>
              <a:gdLst>
                <a:gd name="textAreaLeft" fmla="*/ 0 w 67320"/>
                <a:gd name="textAreaRight" fmla="*/ 67680 w 67320"/>
                <a:gd name="textAreaTop" fmla="*/ 0 h 54000"/>
                <a:gd name="textAreaBottom" fmla="*/ 54360 h 54000"/>
              </a:gdLst>
              <a:ahLst/>
              <a:cxnLst/>
              <a:rect l="textAreaLeft" t="textAreaTop" r="textAreaRight" b="textAreaBottom"/>
              <a:pathLst>
                <a:path w="1500" h="1208">
                  <a:moveTo>
                    <a:pt x="681" y="213"/>
                  </a:moveTo>
                  <a:lnTo>
                    <a:pt x="676" y="218"/>
                  </a:lnTo>
                  <a:cubicBezTo>
                    <a:pt x="861" y="218"/>
                    <a:pt x="1022" y="345"/>
                    <a:pt x="1061" y="525"/>
                  </a:cubicBezTo>
                  <a:cubicBezTo>
                    <a:pt x="1105" y="739"/>
                    <a:pt x="973" y="949"/>
                    <a:pt x="759" y="998"/>
                  </a:cubicBezTo>
                  <a:cubicBezTo>
                    <a:pt x="731" y="1003"/>
                    <a:pt x="705" y="1006"/>
                    <a:pt x="678" y="1006"/>
                  </a:cubicBezTo>
                  <a:cubicBezTo>
                    <a:pt x="494" y="1006"/>
                    <a:pt x="329" y="878"/>
                    <a:pt x="291" y="691"/>
                  </a:cubicBezTo>
                  <a:cubicBezTo>
                    <a:pt x="242" y="476"/>
                    <a:pt x="378" y="267"/>
                    <a:pt x="593" y="223"/>
                  </a:cubicBezTo>
                  <a:cubicBezTo>
                    <a:pt x="622" y="218"/>
                    <a:pt x="651" y="213"/>
                    <a:pt x="681" y="213"/>
                  </a:cubicBezTo>
                  <a:close/>
                  <a:moveTo>
                    <a:pt x="682" y="0"/>
                  </a:moveTo>
                  <a:cubicBezTo>
                    <a:pt x="327" y="0"/>
                    <a:pt x="1" y="325"/>
                    <a:pt x="91" y="735"/>
                  </a:cubicBezTo>
                  <a:cubicBezTo>
                    <a:pt x="154" y="1012"/>
                    <a:pt x="398" y="1207"/>
                    <a:pt x="681" y="1207"/>
                  </a:cubicBezTo>
                  <a:cubicBezTo>
                    <a:pt x="1246" y="1207"/>
                    <a:pt x="1499" y="491"/>
                    <a:pt x="1056" y="135"/>
                  </a:cubicBezTo>
                  <a:cubicBezTo>
                    <a:pt x="939" y="42"/>
                    <a:pt x="809" y="0"/>
                    <a:pt x="68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4" name="Google Shape;3841;p74"/>
            <p:cNvSpPr/>
            <p:nvPr/>
          </p:nvSpPr>
          <p:spPr>
            <a:xfrm rot="2700000">
              <a:off x="7966800" y="3579840"/>
              <a:ext cx="57600" cy="53640"/>
            </a:xfrm>
            <a:custGeom>
              <a:avLst/>
              <a:gdLst>
                <a:gd name="textAreaLeft" fmla="*/ 0 w 57600"/>
                <a:gd name="textAreaRight" fmla="*/ 57960 w 57600"/>
                <a:gd name="textAreaTop" fmla="*/ 0 h 53640"/>
                <a:gd name="textAreaBottom" fmla="*/ 54000 h 53640"/>
              </a:gdLst>
              <a:ahLst/>
              <a:cxnLst/>
              <a:rect l="textAreaLeft" t="textAreaTop" r="textAreaRight" b="textAreaBottom"/>
              <a:pathLst>
                <a:path w="1283" h="1201">
                  <a:moveTo>
                    <a:pt x="625" y="206"/>
                  </a:moveTo>
                  <a:cubicBezTo>
                    <a:pt x="1097" y="206"/>
                    <a:pt x="1170" y="883"/>
                    <a:pt x="712" y="986"/>
                  </a:cubicBezTo>
                  <a:cubicBezTo>
                    <a:pt x="685" y="991"/>
                    <a:pt x="657" y="994"/>
                    <a:pt x="630" y="994"/>
                  </a:cubicBezTo>
                  <a:cubicBezTo>
                    <a:pt x="446" y="994"/>
                    <a:pt x="282" y="870"/>
                    <a:pt x="239" y="684"/>
                  </a:cubicBezTo>
                  <a:cubicBezTo>
                    <a:pt x="191" y="469"/>
                    <a:pt x="327" y="259"/>
                    <a:pt x="542" y="216"/>
                  </a:cubicBezTo>
                  <a:cubicBezTo>
                    <a:pt x="566" y="206"/>
                    <a:pt x="595" y="206"/>
                    <a:pt x="625" y="206"/>
                  </a:cubicBezTo>
                  <a:close/>
                  <a:moveTo>
                    <a:pt x="629" y="1"/>
                  </a:moveTo>
                  <a:cubicBezTo>
                    <a:pt x="586" y="1"/>
                    <a:pt x="542" y="6"/>
                    <a:pt x="498" y="16"/>
                  </a:cubicBezTo>
                  <a:cubicBezTo>
                    <a:pt x="200" y="79"/>
                    <a:pt x="1" y="362"/>
                    <a:pt x="35" y="664"/>
                  </a:cubicBezTo>
                  <a:cubicBezTo>
                    <a:pt x="64" y="966"/>
                    <a:pt x="322" y="1195"/>
                    <a:pt x="625" y="1200"/>
                  </a:cubicBezTo>
                  <a:cubicBezTo>
                    <a:pt x="668" y="1200"/>
                    <a:pt x="712" y="1195"/>
                    <a:pt x="756" y="1186"/>
                  </a:cubicBezTo>
                  <a:cubicBezTo>
                    <a:pt x="1078" y="1112"/>
                    <a:pt x="1283" y="791"/>
                    <a:pt x="1214" y="469"/>
                  </a:cubicBezTo>
                  <a:cubicBezTo>
                    <a:pt x="1151" y="191"/>
                    <a:pt x="903" y="1"/>
                    <a:pt x="62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5" name="Google Shape;3842;p74"/>
            <p:cNvSpPr/>
            <p:nvPr/>
          </p:nvSpPr>
          <p:spPr>
            <a:xfrm rot="2700000">
              <a:off x="7914960" y="3660120"/>
              <a:ext cx="58320" cy="52920"/>
            </a:xfrm>
            <a:custGeom>
              <a:avLst/>
              <a:gdLst>
                <a:gd name="textAreaLeft" fmla="*/ 0 w 58320"/>
                <a:gd name="textAreaRight" fmla="*/ 58680 w 58320"/>
                <a:gd name="textAreaTop" fmla="*/ 0 h 52920"/>
                <a:gd name="textAreaBottom" fmla="*/ 53280 h 52920"/>
              </a:gdLst>
              <a:ahLst/>
              <a:cxnLst/>
              <a:rect l="textAreaLeft" t="textAreaTop" r="textAreaRight" b="textAreaBottom"/>
              <a:pathLst>
                <a:path w="1302" h="1180">
                  <a:moveTo>
                    <a:pt x="649" y="190"/>
                  </a:moveTo>
                  <a:cubicBezTo>
                    <a:pt x="834" y="190"/>
                    <a:pt x="990" y="317"/>
                    <a:pt x="1029" y="497"/>
                  </a:cubicBezTo>
                  <a:cubicBezTo>
                    <a:pt x="1087" y="751"/>
                    <a:pt x="893" y="976"/>
                    <a:pt x="647" y="976"/>
                  </a:cubicBezTo>
                  <a:cubicBezTo>
                    <a:pt x="623" y="976"/>
                    <a:pt x="600" y="974"/>
                    <a:pt x="576" y="970"/>
                  </a:cubicBezTo>
                  <a:cubicBezTo>
                    <a:pt x="303" y="921"/>
                    <a:pt x="161" y="609"/>
                    <a:pt x="312" y="370"/>
                  </a:cubicBezTo>
                  <a:cubicBezTo>
                    <a:pt x="371" y="282"/>
                    <a:pt x="459" y="219"/>
                    <a:pt x="561" y="200"/>
                  </a:cubicBezTo>
                  <a:cubicBezTo>
                    <a:pt x="590" y="190"/>
                    <a:pt x="619" y="190"/>
                    <a:pt x="649" y="190"/>
                  </a:cubicBezTo>
                  <a:close/>
                  <a:moveTo>
                    <a:pt x="649" y="1"/>
                  </a:moveTo>
                  <a:cubicBezTo>
                    <a:pt x="607" y="1"/>
                    <a:pt x="565" y="5"/>
                    <a:pt x="522" y="14"/>
                  </a:cubicBezTo>
                  <a:cubicBezTo>
                    <a:pt x="205" y="83"/>
                    <a:pt x="0" y="395"/>
                    <a:pt x="59" y="711"/>
                  </a:cubicBezTo>
                  <a:cubicBezTo>
                    <a:pt x="122" y="984"/>
                    <a:pt x="366" y="1179"/>
                    <a:pt x="649" y="1179"/>
                  </a:cubicBezTo>
                  <a:cubicBezTo>
                    <a:pt x="693" y="1179"/>
                    <a:pt x="732" y="1174"/>
                    <a:pt x="775" y="1170"/>
                  </a:cubicBezTo>
                  <a:cubicBezTo>
                    <a:pt x="1097" y="1096"/>
                    <a:pt x="1302" y="775"/>
                    <a:pt x="1234" y="453"/>
                  </a:cubicBezTo>
                  <a:cubicBezTo>
                    <a:pt x="1162" y="183"/>
                    <a:pt x="919" y="1"/>
                    <a:pt x="64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6640" bIns="266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6" name="Google Shape;3843;p74"/>
            <p:cNvSpPr/>
            <p:nvPr/>
          </p:nvSpPr>
          <p:spPr>
            <a:xfrm rot="2700000">
              <a:off x="7864920" y="3739680"/>
              <a:ext cx="57600" cy="53640"/>
            </a:xfrm>
            <a:custGeom>
              <a:avLst/>
              <a:gdLst>
                <a:gd name="textAreaLeft" fmla="*/ 0 w 57600"/>
                <a:gd name="textAreaRight" fmla="*/ 57960 w 57600"/>
                <a:gd name="textAreaTop" fmla="*/ 0 h 53640"/>
                <a:gd name="textAreaBottom" fmla="*/ 54000 h 53640"/>
              </a:gdLst>
              <a:ahLst/>
              <a:cxnLst/>
              <a:rect l="textAreaLeft" t="textAreaTop" r="textAreaRight" b="textAreaBottom"/>
              <a:pathLst>
                <a:path w="1288" h="1201">
                  <a:moveTo>
                    <a:pt x="639" y="206"/>
                  </a:moveTo>
                  <a:cubicBezTo>
                    <a:pt x="820" y="206"/>
                    <a:pt x="976" y="336"/>
                    <a:pt x="1014" y="513"/>
                  </a:cubicBezTo>
                  <a:cubicBezTo>
                    <a:pt x="1063" y="727"/>
                    <a:pt x="926" y="942"/>
                    <a:pt x="712" y="986"/>
                  </a:cubicBezTo>
                  <a:cubicBezTo>
                    <a:pt x="683" y="992"/>
                    <a:pt x="654" y="996"/>
                    <a:pt x="625" y="996"/>
                  </a:cubicBezTo>
                  <a:cubicBezTo>
                    <a:pt x="551" y="996"/>
                    <a:pt x="478" y="974"/>
                    <a:pt x="415" y="932"/>
                  </a:cubicBezTo>
                  <a:cubicBezTo>
                    <a:pt x="117" y="742"/>
                    <a:pt x="200" y="289"/>
                    <a:pt x="541" y="215"/>
                  </a:cubicBezTo>
                  <a:cubicBezTo>
                    <a:pt x="571" y="206"/>
                    <a:pt x="595" y="206"/>
                    <a:pt x="624" y="206"/>
                  </a:cubicBezTo>
                  <a:lnTo>
                    <a:pt x="629" y="206"/>
                  </a:lnTo>
                  <a:cubicBezTo>
                    <a:pt x="632" y="206"/>
                    <a:pt x="636" y="206"/>
                    <a:pt x="639" y="206"/>
                  </a:cubicBezTo>
                  <a:close/>
                  <a:moveTo>
                    <a:pt x="629" y="1"/>
                  </a:moveTo>
                  <a:cubicBezTo>
                    <a:pt x="586" y="1"/>
                    <a:pt x="541" y="6"/>
                    <a:pt x="497" y="16"/>
                  </a:cubicBezTo>
                  <a:cubicBezTo>
                    <a:pt x="200" y="79"/>
                    <a:pt x="0" y="362"/>
                    <a:pt x="34" y="664"/>
                  </a:cubicBezTo>
                  <a:cubicBezTo>
                    <a:pt x="64" y="966"/>
                    <a:pt x="322" y="1195"/>
                    <a:pt x="624" y="1200"/>
                  </a:cubicBezTo>
                  <a:cubicBezTo>
                    <a:pt x="668" y="1200"/>
                    <a:pt x="712" y="1195"/>
                    <a:pt x="756" y="1185"/>
                  </a:cubicBezTo>
                  <a:cubicBezTo>
                    <a:pt x="1077" y="1112"/>
                    <a:pt x="1287" y="791"/>
                    <a:pt x="1214" y="469"/>
                  </a:cubicBezTo>
                  <a:cubicBezTo>
                    <a:pt x="1151" y="191"/>
                    <a:pt x="903" y="1"/>
                    <a:pt x="62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7" name="Google Shape;3844;p74"/>
            <p:cNvSpPr/>
            <p:nvPr/>
          </p:nvSpPr>
          <p:spPr>
            <a:xfrm rot="2700000">
              <a:off x="7808760" y="3817800"/>
              <a:ext cx="63720" cy="5364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53640"/>
                <a:gd name="textAreaBottom" fmla="*/ 54000 h 53640"/>
              </a:gdLst>
              <a:ahLst/>
              <a:cxnLst/>
              <a:rect l="textAreaLeft" t="textAreaTop" r="textAreaRight" b="textAreaBottom"/>
              <a:pathLst>
                <a:path w="1419" h="1200">
                  <a:moveTo>
                    <a:pt x="763" y="205"/>
                  </a:moveTo>
                  <a:lnTo>
                    <a:pt x="763" y="205"/>
                  </a:lnTo>
                  <a:cubicBezTo>
                    <a:pt x="947" y="206"/>
                    <a:pt x="1107" y="332"/>
                    <a:pt x="1146" y="512"/>
                  </a:cubicBezTo>
                  <a:cubicBezTo>
                    <a:pt x="1185" y="721"/>
                    <a:pt x="1053" y="926"/>
                    <a:pt x="843" y="975"/>
                  </a:cubicBezTo>
                  <a:cubicBezTo>
                    <a:pt x="815" y="981"/>
                    <a:pt x="788" y="983"/>
                    <a:pt x="760" y="983"/>
                  </a:cubicBezTo>
                  <a:cubicBezTo>
                    <a:pt x="582" y="983"/>
                    <a:pt x="422" y="864"/>
                    <a:pt x="375" y="682"/>
                  </a:cubicBezTo>
                  <a:cubicBezTo>
                    <a:pt x="327" y="468"/>
                    <a:pt x="463" y="258"/>
                    <a:pt x="678" y="214"/>
                  </a:cubicBezTo>
                  <a:cubicBezTo>
                    <a:pt x="706" y="210"/>
                    <a:pt x="735" y="205"/>
                    <a:pt x="763" y="205"/>
                  </a:cubicBezTo>
                  <a:close/>
                  <a:moveTo>
                    <a:pt x="761" y="1"/>
                  </a:moveTo>
                  <a:cubicBezTo>
                    <a:pt x="572" y="1"/>
                    <a:pt x="381" y="87"/>
                    <a:pt x="258" y="273"/>
                  </a:cubicBezTo>
                  <a:cubicBezTo>
                    <a:pt x="0" y="673"/>
                    <a:pt x="288" y="1199"/>
                    <a:pt x="765" y="1199"/>
                  </a:cubicBezTo>
                  <a:cubicBezTo>
                    <a:pt x="809" y="1199"/>
                    <a:pt x="853" y="1194"/>
                    <a:pt x="892" y="1184"/>
                  </a:cubicBezTo>
                  <a:cubicBezTo>
                    <a:pt x="1219" y="1111"/>
                    <a:pt x="1418" y="790"/>
                    <a:pt x="1350" y="468"/>
                  </a:cubicBezTo>
                  <a:cubicBezTo>
                    <a:pt x="1282" y="168"/>
                    <a:pt x="1023" y="1"/>
                    <a:pt x="76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8" name="Google Shape;3845;p74"/>
            <p:cNvSpPr/>
            <p:nvPr/>
          </p:nvSpPr>
          <p:spPr>
            <a:xfrm rot="2700000">
              <a:off x="7762680" y="3899880"/>
              <a:ext cx="57600" cy="53640"/>
            </a:xfrm>
            <a:custGeom>
              <a:avLst/>
              <a:gdLst>
                <a:gd name="textAreaLeft" fmla="*/ 0 w 57600"/>
                <a:gd name="textAreaRight" fmla="*/ 57960 w 57600"/>
                <a:gd name="textAreaTop" fmla="*/ 0 h 53640"/>
                <a:gd name="textAreaBottom" fmla="*/ 54000 h 53640"/>
              </a:gdLst>
              <a:ahLst/>
              <a:cxnLst/>
              <a:rect l="textAreaLeft" t="textAreaTop" r="textAreaRight" b="textAreaBottom"/>
              <a:pathLst>
                <a:path w="1288" h="1200">
                  <a:moveTo>
                    <a:pt x="630" y="206"/>
                  </a:moveTo>
                  <a:cubicBezTo>
                    <a:pt x="815" y="206"/>
                    <a:pt x="976" y="332"/>
                    <a:pt x="1015" y="513"/>
                  </a:cubicBezTo>
                  <a:cubicBezTo>
                    <a:pt x="1071" y="779"/>
                    <a:pt x="862" y="996"/>
                    <a:pt x="628" y="996"/>
                  </a:cubicBezTo>
                  <a:cubicBezTo>
                    <a:pt x="557" y="996"/>
                    <a:pt x="484" y="976"/>
                    <a:pt x="415" y="932"/>
                  </a:cubicBezTo>
                  <a:cubicBezTo>
                    <a:pt x="123" y="742"/>
                    <a:pt x="201" y="293"/>
                    <a:pt x="542" y="215"/>
                  </a:cubicBezTo>
                  <a:cubicBezTo>
                    <a:pt x="571" y="206"/>
                    <a:pt x="600" y="206"/>
                    <a:pt x="630" y="206"/>
                  </a:cubicBezTo>
                  <a:close/>
                  <a:moveTo>
                    <a:pt x="631" y="1"/>
                  </a:moveTo>
                  <a:cubicBezTo>
                    <a:pt x="587" y="1"/>
                    <a:pt x="543" y="6"/>
                    <a:pt x="498" y="16"/>
                  </a:cubicBezTo>
                  <a:cubicBezTo>
                    <a:pt x="201" y="84"/>
                    <a:pt x="1" y="362"/>
                    <a:pt x="35" y="664"/>
                  </a:cubicBezTo>
                  <a:cubicBezTo>
                    <a:pt x="69" y="966"/>
                    <a:pt x="323" y="1200"/>
                    <a:pt x="630" y="1200"/>
                  </a:cubicBezTo>
                  <a:cubicBezTo>
                    <a:pt x="674" y="1200"/>
                    <a:pt x="717" y="1195"/>
                    <a:pt x="756" y="1185"/>
                  </a:cubicBezTo>
                  <a:cubicBezTo>
                    <a:pt x="1083" y="1112"/>
                    <a:pt x="1288" y="795"/>
                    <a:pt x="1215" y="469"/>
                  </a:cubicBezTo>
                  <a:cubicBezTo>
                    <a:pt x="1151" y="191"/>
                    <a:pt x="907" y="1"/>
                    <a:pt x="63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9" name="Google Shape;3846;p74"/>
            <p:cNvSpPr/>
            <p:nvPr/>
          </p:nvSpPr>
          <p:spPr>
            <a:xfrm rot="2700000">
              <a:off x="8038440" y="3627000"/>
              <a:ext cx="57960" cy="52560"/>
            </a:xfrm>
            <a:custGeom>
              <a:avLst/>
              <a:gdLst>
                <a:gd name="textAreaLeft" fmla="*/ 0 w 57960"/>
                <a:gd name="textAreaRight" fmla="*/ 58320 w 57960"/>
                <a:gd name="textAreaTop" fmla="*/ 0 h 52560"/>
                <a:gd name="textAreaBottom" fmla="*/ 52920 h 52560"/>
              </a:gdLst>
              <a:ahLst/>
              <a:cxnLst/>
              <a:rect l="textAreaLeft" t="textAreaTop" r="textAreaRight" b="textAreaBottom"/>
              <a:pathLst>
                <a:path w="1293" h="1175">
                  <a:moveTo>
                    <a:pt x="640" y="176"/>
                  </a:moveTo>
                  <a:lnTo>
                    <a:pt x="640" y="180"/>
                  </a:lnTo>
                  <a:cubicBezTo>
                    <a:pt x="1112" y="180"/>
                    <a:pt x="1185" y="858"/>
                    <a:pt x="722" y="960"/>
                  </a:cubicBezTo>
                  <a:cubicBezTo>
                    <a:pt x="693" y="967"/>
                    <a:pt x="664" y="970"/>
                    <a:pt x="635" y="970"/>
                  </a:cubicBezTo>
                  <a:cubicBezTo>
                    <a:pt x="454" y="970"/>
                    <a:pt x="292" y="843"/>
                    <a:pt x="254" y="658"/>
                  </a:cubicBezTo>
                  <a:cubicBezTo>
                    <a:pt x="206" y="444"/>
                    <a:pt x="342" y="234"/>
                    <a:pt x="552" y="185"/>
                  </a:cubicBezTo>
                  <a:cubicBezTo>
                    <a:pt x="581" y="180"/>
                    <a:pt x="610" y="176"/>
                    <a:pt x="640" y="176"/>
                  </a:cubicBezTo>
                  <a:close/>
                  <a:moveTo>
                    <a:pt x="646" y="1"/>
                  </a:moveTo>
                  <a:cubicBezTo>
                    <a:pt x="603" y="1"/>
                    <a:pt x="560" y="5"/>
                    <a:pt x="518" y="15"/>
                  </a:cubicBezTo>
                  <a:cubicBezTo>
                    <a:pt x="206" y="83"/>
                    <a:pt x="1" y="385"/>
                    <a:pt x="55" y="702"/>
                  </a:cubicBezTo>
                  <a:cubicBezTo>
                    <a:pt x="89" y="858"/>
                    <a:pt x="181" y="990"/>
                    <a:pt x="318" y="1077"/>
                  </a:cubicBezTo>
                  <a:cubicBezTo>
                    <a:pt x="410" y="1141"/>
                    <a:pt x="523" y="1170"/>
                    <a:pt x="640" y="1175"/>
                  </a:cubicBezTo>
                  <a:cubicBezTo>
                    <a:pt x="683" y="1170"/>
                    <a:pt x="722" y="1165"/>
                    <a:pt x="766" y="1155"/>
                  </a:cubicBezTo>
                  <a:cubicBezTo>
                    <a:pt x="1088" y="1082"/>
                    <a:pt x="1293" y="765"/>
                    <a:pt x="1224" y="444"/>
                  </a:cubicBezTo>
                  <a:cubicBezTo>
                    <a:pt x="1149" y="175"/>
                    <a:pt x="907" y="1"/>
                    <a:pt x="64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6280" bIns="262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0" name="Google Shape;3847;p74"/>
            <p:cNvSpPr/>
            <p:nvPr/>
          </p:nvSpPr>
          <p:spPr>
            <a:xfrm rot="2700000">
              <a:off x="7982640" y="3702960"/>
              <a:ext cx="62640" cy="53640"/>
            </a:xfrm>
            <a:custGeom>
              <a:avLst/>
              <a:gdLst>
                <a:gd name="textAreaLeft" fmla="*/ 0 w 62640"/>
                <a:gd name="textAreaRight" fmla="*/ 63000 w 62640"/>
                <a:gd name="textAreaTop" fmla="*/ 0 h 53640"/>
                <a:gd name="textAreaBottom" fmla="*/ 54000 h 53640"/>
              </a:gdLst>
              <a:ahLst/>
              <a:cxnLst/>
              <a:rect l="textAreaLeft" t="textAreaTop" r="textAreaRight" b="textAreaBottom"/>
              <a:pathLst>
                <a:path w="1400" h="1198">
                  <a:moveTo>
                    <a:pt x="781" y="203"/>
                  </a:moveTo>
                  <a:cubicBezTo>
                    <a:pt x="966" y="203"/>
                    <a:pt x="1127" y="335"/>
                    <a:pt x="1166" y="515"/>
                  </a:cubicBezTo>
                  <a:cubicBezTo>
                    <a:pt x="1190" y="618"/>
                    <a:pt x="1171" y="725"/>
                    <a:pt x="1112" y="813"/>
                  </a:cubicBezTo>
                  <a:cubicBezTo>
                    <a:pt x="1035" y="935"/>
                    <a:pt x="908" y="996"/>
                    <a:pt x="781" y="996"/>
                  </a:cubicBezTo>
                  <a:cubicBezTo>
                    <a:pt x="659" y="996"/>
                    <a:pt x="535" y="940"/>
                    <a:pt x="454" y="827"/>
                  </a:cubicBezTo>
                  <a:cubicBezTo>
                    <a:pt x="293" y="598"/>
                    <a:pt x="420" y="277"/>
                    <a:pt x="693" y="213"/>
                  </a:cubicBezTo>
                  <a:cubicBezTo>
                    <a:pt x="722" y="208"/>
                    <a:pt x="752" y="203"/>
                    <a:pt x="781" y="203"/>
                  </a:cubicBezTo>
                  <a:close/>
                  <a:moveTo>
                    <a:pt x="777" y="0"/>
                  </a:moveTo>
                  <a:cubicBezTo>
                    <a:pt x="608" y="0"/>
                    <a:pt x="437" y="71"/>
                    <a:pt x="313" y="223"/>
                  </a:cubicBezTo>
                  <a:cubicBezTo>
                    <a:pt x="1" y="618"/>
                    <a:pt x="279" y="1198"/>
                    <a:pt x="781" y="1198"/>
                  </a:cubicBezTo>
                  <a:cubicBezTo>
                    <a:pt x="825" y="1198"/>
                    <a:pt x="869" y="1193"/>
                    <a:pt x="908" y="1183"/>
                  </a:cubicBezTo>
                  <a:cubicBezTo>
                    <a:pt x="1064" y="1149"/>
                    <a:pt x="1200" y="1056"/>
                    <a:pt x="1288" y="920"/>
                  </a:cubicBezTo>
                  <a:cubicBezTo>
                    <a:pt x="1371" y="788"/>
                    <a:pt x="1400" y="628"/>
                    <a:pt x="1366" y="472"/>
                  </a:cubicBezTo>
                  <a:cubicBezTo>
                    <a:pt x="1300" y="172"/>
                    <a:pt x="1041" y="0"/>
                    <a:pt x="77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1" name="Google Shape;3848;p74"/>
            <p:cNvSpPr/>
            <p:nvPr/>
          </p:nvSpPr>
          <p:spPr>
            <a:xfrm rot="2700000">
              <a:off x="7931160" y="3783600"/>
              <a:ext cx="64800" cy="53640"/>
            </a:xfrm>
            <a:custGeom>
              <a:avLst/>
              <a:gdLst>
                <a:gd name="textAreaLeft" fmla="*/ 0 w 64800"/>
                <a:gd name="textAreaRight" fmla="*/ 65160 w 64800"/>
                <a:gd name="textAreaTop" fmla="*/ 0 h 53640"/>
                <a:gd name="textAreaBottom" fmla="*/ 54000 h 53640"/>
              </a:gdLst>
              <a:ahLst/>
              <a:cxnLst/>
              <a:rect l="textAreaLeft" t="textAreaTop" r="textAreaRight" b="textAreaBottom"/>
              <a:pathLst>
                <a:path w="1448" h="1200">
                  <a:moveTo>
                    <a:pt x="757" y="203"/>
                  </a:moveTo>
                  <a:cubicBezTo>
                    <a:pt x="764" y="203"/>
                    <a:pt x="772" y="204"/>
                    <a:pt x="780" y="205"/>
                  </a:cubicBezTo>
                  <a:cubicBezTo>
                    <a:pt x="783" y="205"/>
                    <a:pt x="786" y="205"/>
                    <a:pt x="789" y="205"/>
                  </a:cubicBezTo>
                  <a:cubicBezTo>
                    <a:pt x="995" y="205"/>
                    <a:pt x="1161" y="369"/>
                    <a:pt x="1175" y="571"/>
                  </a:cubicBezTo>
                  <a:cubicBezTo>
                    <a:pt x="1185" y="780"/>
                    <a:pt x="1034" y="961"/>
                    <a:pt x="824" y="985"/>
                  </a:cubicBezTo>
                  <a:cubicBezTo>
                    <a:pt x="806" y="987"/>
                    <a:pt x="789" y="988"/>
                    <a:pt x="773" y="988"/>
                  </a:cubicBezTo>
                  <a:cubicBezTo>
                    <a:pt x="328" y="988"/>
                    <a:pt x="227" y="318"/>
                    <a:pt x="692" y="215"/>
                  </a:cubicBezTo>
                  <a:cubicBezTo>
                    <a:pt x="714" y="208"/>
                    <a:pt x="735" y="203"/>
                    <a:pt x="757" y="203"/>
                  </a:cubicBezTo>
                  <a:close/>
                  <a:moveTo>
                    <a:pt x="779" y="0"/>
                  </a:moveTo>
                  <a:cubicBezTo>
                    <a:pt x="609" y="0"/>
                    <a:pt x="437" y="71"/>
                    <a:pt x="312" y="225"/>
                  </a:cubicBezTo>
                  <a:cubicBezTo>
                    <a:pt x="0" y="615"/>
                    <a:pt x="278" y="1195"/>
                    <a:pt x="780" y="1200"/>
                  </a:cubicBezTo>
                  <a:cubicBezTo>
                    <a:pt x="1165" y="1200"/>
                    <a:pt x="1448" y="844"/>
                    <a:pt x="1365" y="469"/>
                  </a:cubicBezTo>
                  <a:cubicBezTo>
                    <a:pt x="1297" y="170"/>
                    <a:pt x="1041" y="0"/>
                    <a:pt x="77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2" name="Google Shape;3849;p74"/>
            <p:cNvSpPr/>
            <p:nvPr/>
          </p:nvSpPr>
          <p:spPr>
            <a:xfrm rot="2700000">
              <a:off x="7880040" y="3863520"/>
              <a:ext cx="64800" cy="53640"/>
            </a:xfrm>
            <a:custGeom>
              <a:avLst/>
              <a:gdLst>
                <a:gd name="textAreaLeft" fmla="*/ 0 w 64800"/>
                <a:gd name="textAreaRight" fmla="*/ 65160 w 64800"/>
                <a:gd name="textAreaTop" fmla="*/ 0 h 53640"/>
                <a:gd name="textAreaBottom" fmla="*/ 54000 h 53640"/>
              </a:gdLst>
              <a:ahLst/>
              <a:cxnLst/>
              <a:rect l="textAreaLeft" t="textAreaTop" r="textAreaRight" b="textAreaBottom"/>
              <a:pathLst>
                <a:path w="1449" h="1198">
                  <a:moveTo>
                    <a:pt x="780" y="203"/>
                  </a:moveTo>
                  <a:lnTo>
                    <a:pt x="780" y="208"/>
                  </a:lnTo>
                  <a:cubicBezTo>
                    <a:pt x="858" y="208"/>
                    <a:pt x="932" y="228"/>
                    <a:pt x="995" y="267"/>
                  </a:cubicBezTo>
                  <a:cubicBezTo>
                    <a:pt x="1083" y="325"/>
                    <a:pt x="1146" y="413"/>
                    <a:pt x="1165" y="515"/>
                  </a:cubicBezTo>
                  <a:cubicBezTo>
                    <a:pt x="1214" y="730"/>
                    <a:pt x="1078" y="939"/>
                    <a:pt x="863" y="988"/>
                  </a:cubicBezTo>
                  <a:cubicBezTo>
                    <a:pt x="839" y="993"/>
                    <a:pt x="815" y="995"/>
                    <a:pt x="791" y="995"/>
                  </a:cubicBezTo>
                  <a:cubicBezTo>
                    <a:pt x="609" y="995"/>
                    <a:pt x="444" y="867"/>
                    <a:pt x="405" y="681"/>
                  </a:cubicBezTo>
                  <a:cubicBezTo>
                    <a:pt x="356" y="476"/>
                    <a:pt x="488" y="267"/>
                    <a:pt x="693" y="213"/>
                  </a:cubicBezTo>
                  <a:cubicBezTo>
                    <a:pt x="722" y="208"/>
                    <a:pt x="751" y="203"/>
                    <a:pt x="780" y="203"/>
                  </a:cubicBezTo>
                  <a:close/>
                  <a:moveTo>
                    <a:pt x="778" y="0"/>
                  </a:moveTo>
                  <a:cubicBezTo>
                    <a:pt x="609" y="0"/>
                    <a:pt x="439" y="71"/>
                    <a:pt x="317" y="223"/>
                  </a:cubicBezTo>
                  <a:cubicBezTo>
                    <a:pt x="1" y="618"/>
                    <a:pt x="278" y="1198"/>
                    <a:pt x="780" y="1198"/>
                  </a:cubicBezTo>
                  <a:cubicBezTo>
                    <a:pt x="1165" y="1198"/>
                    <a:pt x="1448" y="847"/>
                    <a:pt x="1365" y="471"/>
                  </a:cubicBezTo>
                  <a:cubicBezTo>
                    <a:pt x="1300" y="171"/>
                    <a:pt x="1041" y="0"/>
                    <a:pt x="77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3" name="Google Shape;3850;p74"/>
            <p:cNvSpPr/>
            <p:nvPr/>
          </p:nvSpPr>
          <p:spPr>
            <a:xfrm rot="2700000">
              <a:off x="7828920" y="3943440"/>
              <a:ext cx="64800" cy="53640"/>
            </a:xfrm>
            <a:custGeom>
              <a:avLst/>
              <a:gdLst>
                <a:gd name="textAreaLeft" fmla="*/ 0 w 64800"/>
                <a:gd name="textAreaRight" fmla="*/ 65160 w 64800"/>
                <a:gd name="textAreaTop" fmla="*/ 0 h 53640"/>
                <a:gd name="textAreaBottom" fmla="*/ 54000 h 53640"/>
              </a:gdLst>
              <a:ahLst/>
              <a:cxnLst/>
              <a:rect l="textAreaLeft" t="textAreaTop" r="textAreaRight" b="textAreaBottom"/>
              <a:pathLst>
                <a:path w="1449" h="1202">
                  <a:moveTo>
                    <a:pt x="781" y="207"/>
                  </a:moveTo>
                  <a:cubicBezTo>
                    <a:pt x="859" y="207"/>
                    <a:pt x="932" y="227"/>
                    <a:pt x="990" y="266"/>
                  </a:cubicBezTo>
                  <a:cubicBezTo>
                    <a:pt x="1293" y="456"/>
                    <a:pt x="1210" y="909"/>
                    <a:pt x="868" y="987"/>
                  </a:cubicBezTo>
                  <a:cubicBezTo>
                    <a:pt x="837" y="994"/>
                    <a:pt x="807" y="997"/>
                    <a:pt x="777" y="997"/>
                  </a:cubicBezTo>
                  <a:cubicBezTo>
                    <a:pt x="479" y="997"/>
                    <a:pt x="276" y="658"/>
                    <a:pt x="444" y="388"/>
                  </a:cubicBezTo>
                  <a:cubicBezTo>
                    <a:pt x="503" y="300"/>
                    <a:pt x="596" y="236"/>
                    <a:pt x="698" y="217"/>
                  </a:cubicBezTo>
                  <a:cubicBezTo>
                    <a:pt x="722" y="207"/>
                    <a:pt x="751" y="207"/>
                    <a:pt x="781" y="207"/>
                  </a:cubicBezTo>
                  <a:close/>
                  <a:moveTo>
                    <a:pt x="780" y="0"/>
                  </a:moveTo>
                  <a:cubicBezTo>
                    <a:pt x="610" y="0"/>
                    <a:pt x="437" y="72"/>
                    <a:pt x="313" y="227"/>
                  </a:cubicBezTo>
                  <a:cubicBezTo>
                    <a:pt x="1" y="617"/>
                    <a:pt x="279" y="1202"/>
                    <a:pt x="781" y="1202"/>
                  </a:cubicBezTo>
                  <a:cubicBezTo>
                    <a:pt x="1166" y="1202"/>
                    <a:pt x="1449" y="846"/>
                    <a:pt x="1366" y="470"/>
                  </a:cubicBezTo>
                  <a:cubicBezTo>
                    <a:pt x="1301" y="171"/>
                    <a:pt x="1043" y="0"/>
                    <a:pt x="78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4" name="Google Shape;3851;p74"/>
            <p:cNvSpPr/>
            <p:nvPr/>
          </p:nvSpPr>
          <p:spPr>
            <a:xfrm rot="2700000">
              <a:off x="7436520" y="3915360"/>
              <a:ext cx="160560" cy="32796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327960"/>
                <a:gd name="textAreaBottom" fmla="*/ 328320 h 327960"/>
              </a:gdLst>
              <a:ahLst/>
              <a:cxnLst/>
              <a:rect l="textAreaLeft" t="textAreaTop" r="textAreaRight" b="textAreaBottom"/>
              <a:pathLst>
                <a:path w="3574" h="7283">
                  <a:moveTo>
                    <a:pt x="201" y="0"/>
                  </a:moveTo>
                  <a:lnTo>
                    <a:pt x="1" y="30"/>
                  </a:lnTo>
                  <a:cubicBezTo>
                    <a:pt x="127" y="834"/>
                    <a:pt x="283" y="1643"/>
                    <a:pt x="469" y="2442"/>
                  </a:cubicBezTo>
                  <a:lnTo>
                    <a:pt x="668" y="2394"/>
                  </a:lnTo>
                  <a:cubicBezTo>
                    <a:pt x="488" y="1604"/>
                    <a:pt x="332" y="795"/>
                    <a:pt x="201" y="0"/>
                  </a:cubicBezTo>
                  <a:close/>
                  <a:moveTo>
                    <a:pt x="854" y="3188"/>
                  </a:moveTo>
                  <a:lnTo>
                    <a:pt x="659" y="3237"/>
                  </a:lnTo>
                  <a:cubicBezTo>
                    <a:pt x="707" y="3437"/>
                    <a:pt x="756" y="3632"/>
                    <a:pt x="810" y="3832"/>
                  </a:cubicBezTo>
                  <a:lnTo>
                    <a:pt x="1005" y="3778"/>
                  </a:lnTo>
                  <a:cubicBezTo>
                    <a:pt x="956" y="3583"/>
                    <a:pt x="902" y="3383"/>
                    <a:pt x="854" y="3188"/>
                  </a:cubicBezTo>
                  <a:close/>
                  <a:moveTo>
                    <a:pt x="1907" y="5996"/>
                  </a:moveTo>
                  <a:lnTo>
                    <a:pt x="1746" y="6118"/>
                  </a:lnTo>
                  <a:cubicBezTo>
                    <a:pt x="1916" y="6337"/>
                    <a:pt x="2116" y="6537"/>
                    <a:pt x="2335" y="6712"/>
                  </a:cubicBezTo>
                  <a:lnTo>
                    <a:pt x="2462" y="6552"/>
                  </a:lnTo>
                  <a:cubicBezTo>
                    <a:pt x="2253" y="6391"/>
                    <a:pt x="2067" y="6201"/>
                    <a:pt x="1907" y="5996"/>
                  </a:cubicBezTo>
                  <a:close/>
                  <a:moveTo>
                    <a:pt x="2964" y="6859"/>
                  </a:moveTo>
                  <a:lnTo>
                    <a:pt x="2872" y="7044"/>
                  </a:lnTo>
                  <a:cubicBezTo>
                    <a:pt x="3081" y="7146"/>
                    <a:pt x="3296" y="7224"/>
                    <a:pt x="3520" y="7283"/>
                  </a:cubicBezTo>
                  <a:lnTo>
                    <a:pt x="3574" y="7088"/>
                  </a:lnTo>
                  <a:cubicBezTo>
                    <a:pt x="3364" y="7029"/>
                    <a:pt x="3159" y="6956"/>
                    <a:pt x="2964" y="6859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95" name="Google Shape;3852;p74"/>
          <p:cNvGrpSpPr/>
          <p:nvPr/>
        </p:nvGrpSpPr>
        <p:grpSpPr>
          <a:xfrm>
            <a:off x="4799160" y="2948760"/>
            <a:ext cx="1429200" cy="1638360"/>
            <a:chOff x="4799160" y="2948760"/>
            <a:chExt cx="1429200" cy="1638360"/>
          </a:xfrm>
        </p:grpSpPr>
        <p:sp>
          <p:nvSpPr>
            <p:cNvPr id="496" name="Google Shape;3853;p74"/>
            <p:cNvSpPr/>
            <p:nvPr/>
          </p:nvSpPr>
          <p:spPr>
            <a:xfrm rot="20445000">
              <a:off x="5184720" y="3106440"/>
              <a:ext cx="143280" cy="124200"/>
            </a:xfrm>
            <a:custGeom>
              <a:avLst/>
              <a:gdLst>
                <a:gd name="textAreaLeft" fmla="*/ 0 w 143280"/>
                <a:gd name="textAreaRight" fmla="*/ 143640 w 143280"/>
                <a:gd name="textAreaTop" fmla="*/ 0 h 124200"/>
                <a:gd name="textAreaBottom" fmla="*/ 124560 h 124200"/>
              </a:gdLst>
              <a:ahLst/>
              <a:cxnLst/>
              <a:rect l="textAreaLeft" t="textAreaTop" r="textAreaRight" b="textAreaBottom"/>
              <a:pathLst>
                <a:path w="2555" h="2214">
                  <a:moveTo>
                    <a:pt x="0" y="0"/>
                  </a:moveTo>
                  <a:lnTo>
                    <a:pt x="0" y="1380"/>
                  </a:lnTo>
                  <a:cubicBezTo>
                    <a:pt x="804" y="1687"/>
                    <a:pt x="1618" y="1965"/>
                    <a:pt x="2442" y="2213"/>
                  </a:cubicBezTo>
                  <a:lnTo>
                    <a:pt x="2554" y="2062"/>
                  </a:lnTo>
                  <a:cubicBezTo>
                    <a:pt x="1667" y="1414"/>
                    <a:pt x="819" y="727"/>
                    <a:pt x="0" y="0"/>
                  </a:cubicBezTo>
                  <a:close/>
                </a:path>
              </a:pathLst>
            </a:custGeom>
            <a:solidFill>
              <a:srgbClr val="4BAE9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62280" bIns="622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7" name="Google Shape;3854;p74"/>
            <p:cNvSpPr/>
            <p:nvPr/>
          </p:nvSpPr>
          <p:spPr>
            <a:xfrm rot="20445000">
              <a:off x="4841280" y="3232080"/>
              <a:ext cx="163080" cy="218160"/>
            </a:xfrm>
            <a:custGeom>
              <a:avLst/>
              <a:gdLst>
                <a:gd name="textAreaLeft" fmla="*/ 0 w 163080"/>
                <a:gd name="textAreaRight" fmla="*/ 163440 w 163080"/>
                <a:gd name="textAreaTop" fmla="*/ 0 h 218160"/>
                <a:gd name="textAreaBottom" fmla="*/ 218520 h 218160"/>
              </a:gdLst>
              <a:ahLst/>
              <a:cxnLst/>
              <a:rect l="textAreaLeft" t="textAreaTop" r="textAreaRight" b="textAreaBottom"/>
              <a:pathLst>
                <a:path w="2906" h="3886">
                  <a:moveTo>
                    <a:pt x="1136" y="1"/>
                  </a:moveTo>
                  <a:cubicBezTo>
                    <a:pt x="512" y="1"/>
                    <a:pt x="0" y="507"/>
                    <a:pt x="5" y="1136"/>
                  </a:cubicBezTo>
                  <a:lnTo>
                    <a:pt x="5" y="2750"/>
                  </a:lnTo>
                  <a:cubicBezTo>
                    <a:pt x="0" y="3378"/>
                    <a:pt x="512" y="3885"/>
                    <a:pt x="1136" y="3885"/>
                  </a:cubicBezTo>
                  <a:lnTo>
                    <a:pt x="2905" y="3885"/>
                  </a:lnTo>
                  <a:lnTo>
                    <a:pt x="2905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8" name="Google Shape;3855;p74"/>
            <p:cNvSpPr/>
            <p:nvPr/>
          </p:nvSpPr>
          <p:spPr>
            <a:xfrm rot="20445000">
              <a:off x="4996800" y="3184920"/>
              <a:ext cx="121680" cy="218160"/>
            </a:xfrm>
            <a:custGeom>
              <a:avLst/>
              <a:gdLst>
                <a:gd name="textAreaLeft" fmla="*/ 0 w 121680"/>
                <a:gd name="textAreaRight" fmla="*/ 122040 w 121680"/>
                <a:gd name="textAreaTop" fmla="*/ 0 h 218160"/>
                <a:gd name="textAreaBottom" fmla="*/ 218520 h 218160"/>
              </a:gdLst>
              <a:ahLst/>
              <a:cxnLst/>
              <a:rect l="textAreaLeft" t="textAreaTop" r="textAreaRight" b="textAreaBottom"/>
              <a:pathLst>
                <a:path w="2170" h="3886">
                  <a:moveTo>
                    <a:pt x="0" y="1"/>
                  </a:moveTo>
                  <a:lnTo>
                    <a:pt x="0" y="3885"/>
                  </a:lnTo>
                  <a:lnTo>
                    <a:pt x="2169" y="3885"/>
                  </a:lnTo>
                  <a:lnTo>
                    <a:pt x="2169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9" name="Google Shape;3856;p74"/>
            <p:cNvSpPr/>
            <p:nvPr/>
          </p:nvSpPr>
          <p:spPr>
            <a:xfrm rot="20445000">
              <a:off x="5572800" y="2976480"/>
              <a:ext cx="162720" cy="218160"/>
            </a:xfrm>
            <a:custGeom>
              <a:avLst/>
              <a:gdLst>
                <a:gd name="textAreaLeft" fmla="*/ 0 w 162720"/>
                <a:gd name="textAreaRight" fmla="*/ 163080 w 162720"/>
                <a:gd name="textAreaTop" fmla="*/ 0 h 218160"/>
                <a:gd name="textAreaBottom" fmla="*/ 218520 h 218160"/>
              </a:gdLst>
              <a:ahLst/>
              <a:cxnLst/>
              <a:rect l="textAreaLeft" t="textAreaTop" r="textAreaRight" b="textAreaBottom"/>
              <a:pathLst>
                <a:path w="2901" h="3886">
                  <a:moveTo>
                    <a:pt x="0" y="1"/>
                  </a:moveTo>
                  <a:lnTo>
                    <a:pt x="0" y="3885"/>
                  </a:lnTo>
                  <a:lnTo>
                    <a:pt x="1765" y="3885"/>
                  </a:lnTo>
                  <a:cubicBezTo>
                    <a:pt x="2393" y="3885"/>
                    <a:pt x="2900" y="3374"/>
                    <a:pt x="2900" y="2750"/>
                  </a:cubicBezTo>
                  <a:lnTo>
                    <a:pt x="2900" y="1136"/>
                  </a:lnTo>
                  <a:cubicBezTo>
                    <a:pt x="2900" y="507"/>
                    <a:pt x="2393" y="1"/>
                    <a:pt x="176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0" name="Google Shape;3857;p74"/>
            <p:cNvSpPr/>
            <p:nvPr/>
          </p:nvSpPr>
          <p:spPr>
            <a:xfrm rot="20445000">
              <a:off x="5458320" y="3023640"/>
              <a:ext cx="122040" cy="218160"/>
            </a:xfrm>
            <a:custGeom>
              <a:avLst/>
              <a:gdLst>
                <a:gd name="textAreaLeft" fmla="*/ 0 w 122040"/>
                <a:gd name="textAreaRight" fmla="*/ 122400 w 122040"/>
                <a:gd name="textAreaTop" fmla="*/ 0 h 218160"/>
                <a:gd name="textAreaBottom" fmla="*/ 218520 h 218160"/>
              </a:gdLst>
              <a:ahLst/>
              <a:cxnLst/>
              <a:rect l="textAreaLeft" t="textAreaTop" r="textAreaRight" b="textAreaBottom"/>
              <a:pathLst>
                <a:path w="2175" h="3886">
                  <a:moveTo>
                    <a:pt x="0" y="1"/>
                  </a:moveTo>
                  <a:lnTo>
                    <a:pt x="0" y="3885"/>
                  </a:lnTo>
                  <a:lnTo>
                    <a:pt x="2174" y="3885"/>
                  </a:lnTo>
                  <a:lnTo>
                    <a:pt x="2174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1" name="Google Shape;3858;p74"/>
            <p:cNvSpPr/>
            <p:nvPr/>
          </p:nvSpPr>
          <p:spPr>
            <a:xfrm rot="20445000">
              <a:off x="5342760" y="3063960"/>
              <a:ext cx="122040" cy="218160"/>
            </a:xfrm>
            <a:custGeom>
              <a:avLst/>
              <a:gdLst>
                <a:gd name="textAreaLeft" fmla="*/ 0 w 122040"/>
                <a:gd name="textAreaRight" fmla="*/ 122400 w 122040"/>
                <a:gd name="textAreaTop" fmla="*/ 0 h 218160"/>
                <a:gd name="textAreaBottom" fmla="*/ 218520 h 218160"/>
              </a:gdLst>
              <a:ahLst/>
              <a:cxnLst/>
              <a:rect l="textAreaLeft" t="textAreaTop" r="textAreaRight" b="textAreaBottom"/>
              <a:pathLst>
                <a:path w="2175" h="3886">
                  <a:moveTo>
                    <a:pt x="0" y="1"/>
                  </a:moveTo>
                  <a:lnTo>
                    <a:pt x="0" y="3885"/>
                  </a:lnTo>
                  <a:lnTo>
                    <a:pt x="2174" y="3885"/>
                  </a:lnTo>
                  <a:lnTo>
                    <a:pt x="2174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2" name="Google Shape;3859;p74"/>
            <p:cNvSpPr/>
            <p:nvPr/>
          </p:nvSpPr>
          <p:spPr>
            <a:xfrm rot="20445000">
              <a:off x="5227560" y="3104280"/>
              <a:ext cx="122040" cy="218160"/>
            </a:xfrm>
            <a:custGeom>
              <a:avLst/>
              <a:gdLst>
                <a:gd name="textAreaLeft" fmla="*/ 0 w 122040"/>
                <a:gd name="textAreaRight" fmla="*/ 122400 w 122040"/>
                <a:gd name="textAreaTop" fmla="*/ 0 h 218160"/>
                <a:gd name="textAreaBottom" fmla="*/ 218520 h 218160"/>
              </a:gdLst>
              <a:ahLst/>
              <a:cxnLst/>
              <a:rect l="textAreaLeft" t="textAreaTop" r="textAreaRight" b="textAreaBottom"/>
              <a:pathLst>
                <a:path w="2175" h="3886">
                  <a:moveTo>
                    <a:pt x="0" y="1"/>
                  </a:moveTo>
                  <a:lnTo>
                    <a:pt x="0" y="3885"/>
                  </a:lnTo>
                  <a:lnTo>
                    <a:pt x="2174" y="3885"/>
                  </a:lnTo>
                  <a:lnTo>
                    <a:pt x="2174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3" name="Google Shape;3860;p74"/>
            <p:cNvSpPr/>
            <p:nvPr/>
          </p:nvSpPr>
          <p:spPr>
            <a:xfrm rot="20445000">
              <a:off x="5112000" y="3144600"/>
              <a:ext cx="122040" cy="218160"/>
            </a:xfrm>
            <a:custGeom>
              <a:avLst/>
              <a:gdLst>
                <a:gd name="textAreaLeft" fmla="*/ 0 w 122040"/>
                <a:gd name="textAreaRight" fmla="*/ 122400 w 122040"/>
                <a:gd name="textAreaTop" fmla="*/ 0 h 218160"/>
                <a:gd name="textAreaBottom" fmla="*/ 218520 h 218160"/>
              </a:gdLst>
              <a:ahLst/>
              <a:cxnLst/>
              <a:rect l="textAreaLeft" t="textAreaTop" r="textAreaRight" b="textAreaBottom"/>
              <a:pathLst>
                <a:path w="2175" h="3886">
                  <a:moveTo>
                    <a:pt x="0" y="1"/>
                  </a:moveTo>
                  <a:lnTo>
                    <a:pt x="0" y="3885"/>
                  </a:lnTo>
                  <a:lnTo>
                    <a:pt x="2174" y="3885"/>
                  </a:lnTo>
                  <a:lnTo>
                    <a:pt x="2174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4" name="Google Shape;3861;p74"/>
            <p:cNvSpPr/>
            <p:nvPr/>
          </p:nvSpPr>
          <p:spPr>
            <a:xfrm rot="20445000">
              <a:off x="5362200" y="367056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4807" h="4807">
                  <a:moveTo>
                    <a:pt x="1935" y="1"/>
                  </a:moveTo>
                  <a:lnTo>
                    <a:pt x="1935" y="1936"/>
                  </a:lnTo>
                  <a:lnTo>
                    <a:pt x="0" y="1936"/>
                  </a:lnTo>
                  <a:lnTo>
                    <a:pt x="0" y="2871"/>
                  </a:lnTo>
                  <a:lnTo>
                    <a:pt x="1935" y="2871"/>
                  </a:lnTo>
                  <a:lnTo>
                    <a:pt x="1935" y="4807"/>
                  </a:lnTo>
                  <a:lnTo>
                    <a:pt x="2871" y="4807"/>
                  </a:lnTo>
                  <a:lnTo>
                    <a:pt x="2871" y="2871"/>
                  </a:lnTo>
                  <a:lnTo>
                    <a:pt x="4806" y="2871"/>
                  </a:lnTo>
                  <a:lnTo>
                    <a:pt x="4806" y="1936"/>
                  </a:lnTo>
                  <a:lnTo>
                    <a:pt x="2871" y="1936"/>
                  </a:lnTo>
                  <a:lnTo>
                    <a:pt x="287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5" name="Google Shape;3862;p74"/>
            <p:cNvSpPr/>
            <p:nvPr/>
          </p:nvSpPr>
          <p:spPr>
            <a:xfrm rot="20445000">
              <a:off x="5326200" y="3634920"/>
              <a:ext cx="341640" cy="341640"/>
            </a:xfrm>
            <a:custGeom>
              <a:avLst/>
              <a:gdLst>
                <a:gd name="textAreaLeft" fmla="*/ 0 w 341640"/>
                <a:gd name="textAreaRight" fmla="*/ 342000 w 341640"/>
                <a:gd name="textAreaTop" fmla="*/ 0 h 341640"/>
                <a:gd name="textAreaBottom" fmla="*/ 342000 h 341640"/>
              </a:gdLst>
              <a:ahLst/>
              <a:cxnLst/>
              <a:rect l="textAreaLeft" t="textAreaTop" r="textAreaRight" b="textAreaBottom"/>
              <a:pathLst>
                <a:path w="6079" h="6080">
                  <a:moveTo>
                    <a:pt x="3510" y="635"/>
                  </a:moveTo>
                  <a:lnTo>
                    <a:pt x="3510" y="2570"/>
                  </a:lnTo>
                  <a:lnTo>
                    <a:pt x="5440" y="2570"/>
                  </a:lnTo>
                  <a:lnTo>
                    <a:pt x="5440" y="3505"/>
                  </a:lnTo>
                  <a:lnTo>
                    <a:pt x="3510" y="3510"/>
                  </a:lnTo>
                  <a:lnTo>
                    <a:pt x="3510" y="5441"/>
                  </a:lnTo>
                  <a:lnTo>
                    <a:pt x="2569" y="5441"/>
                  </a:lnTo>
                  <a:lnTo>
                    <a:pt x="2569" y="3510"/>
                  </a:lnTo>
                  <a:lnTo>
                    <a:pt x="634" y="3510"/>
                  </a:lnTo>
                  <a:lnTo>
                    <a:pt x="634" y="2570"/>
                  </a:lnTo>
                  <a:lnTo>
                    <a:pt x="2574" y="2570"/>
                  </a:lnTo>
                  <a:lnTo>
                    <a:pt x="2574" y="635"/>
                  </a:lnTo>
                  <a:close/>
                  <a:moveTo>
                    <a:pt x="1931" y="1"/>
                  </a:moveTo>
                  <a:lnTo>
                    <a:pt x="1931" y="1931"/>
                  </a:lnTo>
                  <a:lnTo>
                    <a:pt x="1" y="1931"/>
                  </a:lnTo>
                  <a:lnTo>
                    <a:pt x="1" y="4144"/>
                  </a:lnTo>
                  <a:lnTo>
                    <a:pt x="1931" y="4144"/>
                  </a:lnTo>
                  <a:lnTo>
                    <a:pt x="1931" y="6079"/>
                  </a:lnTo>
                  <a:lnTo>
                    <a:pt x="4144" y="6079"/>
                  </a:lnTo>
                  <a:lnTo>
                    <a:pt x="4144" y="4144"/>
                  </a:lnTo>
                  <a:lnTo>
                    <a:pt x="6079" y="4144"/>
                  </a:lnTo>
                  <a:lnTo>
                    <a:pt x="6079" y="1931"/>
                  </a:lnTo>
                  <a:lnTo>
                    <a:pt x="4144" y="1931"/>
                  </a:lnTo>
                  <a:lnTo>
                    <a:pt x="4144" y="1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6" name="Google Shape;3863;p74"/>
            <p:cNvSpPr/>
            <p:nvPr/>
          </p:nvSpPr>
          <p:spPr>
            <a:xfrm rot="20445000">
              <a:off x="5208840" y="4028760"/>
              <a:ext cx="758520" cy="85680"/>
            </a:xfrm>
            <a:custGeom>
              <a:avLst/>
              <a:gdLst>
                <a:gd name="textAreaLeft" fmla="*/ 0 w 758520"/>
                <a:gd name="textAreaRight" fmla="*/ 758880 w 758520"/>
                <a:gd name="textAreaTop" fmla="*/ 0 h 85680"/>
                <a:gd name="textAreaBottom" fmla="*/ 86040 h 85680"/>
              </a:gdLst>
              <a:ahLst/>
              <a:cxnLst/>
              <a:rect l="textAreaLeft" t="textAreaTop" r="textAreaRight" b="textAreaBottom"/>
              <a:pathLst>
                <a:path w="13488" h="1532">
                  <a:moveTo>
                    <a:pt x="0" y="1"/>
                  </a:moveTo>
                  <a:lnTo>
                    <a:pt x="0" y="1531"/>
                  </a:lnTo>
                  <a:lnTo>
                    <a:pt x="13487" y="1531"/>
                  </a:lnTo>
                  <a:lnTo>
                    <a:pt x="13487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2840" bIns="428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7" name="Google Shape;3864;p74"/>
            <p:cNvSpPr/>
            <p:nvPr/>
          </p:nvSpPr>
          <p:spPr>
            <a:xfrm rot="20445000">
              <a:off x="5065200" y="3544920"/>
              <a:ext cx="910080" cy="653040"/>
            </a:xfrm>
            <a:custGeom>
              <a:avLst/>
              <a:gdLst>
                <a:gd name="textAreaLeft" fmla="*/ 0 w 910080"/>
                <a:gd name="textAreaRight" fmla="*/ 910440 w 910080"/>
                <a:gd name="textAreaTop" fmla="*/ 0 h 653040"/>
                <a:gd name="textAreaBottom" fmla="*/ 653400 h 653040"/>
              </a:gdLst>
              <a:ahLst/>
              <a:cxnLst/>
              <a:rect l="textAreaLeft" t="textAreaTop" r="textAreaRight" b="textAreaBottom"/>
              <a:pathLst>
                <a:path w="16183" h="11611">
                  <a:moveTo>
                    <a:pt x="9198" y="1531"/>
                  </a:moveTo>
                  <a:lnTo>
                    <a:pt x="9198" y="3461"/>
                  </a:lnTo>
                  <a:lnTo>
                    <a:pt x="11128" y="3461"/>
                  </a:lnTo>
                  <a:lnTo>
                    <a:pt x="11128" y="5674"/>
                  </a:lnTo>
                  <a:lnTo>
                    <a:pt x="9198" y="5674"/>
                  </a:lnTo>
                  <a:lnTo>
                    <a:pt x="9198" y="7609"/>
                  </a:lnTo>
                  <a:lnTo>
                    <a:pt x="6985" y="7609"/>
                  </a:lnTo>
                  <a:lnTo>
                    <a:pt x="6985" y="5674"/>
                  </a:lnTo>
                  <a:lnTo>
                    <a:pt x="5055" y="5674"/>
                  </a:lnTo>
                  <a:lnTo>
                    <a:pt x="5055" y="3461"/>
                  </a:lnTo>
                  <a:lnTo>
                    <a:pt x="6985" y="3461"/>
                  </a:lnTo>
                  <a:lnTo>
                    <a:pt x="6985" y="1531"/>
                  </a:lnTo>
                  <a:close/>
                  <a:moveTo>
                    <a:pt x="14798" y="8794"/>
                  </a:moveTo>
                  <a:lnTo>
                    <a:pt x="14798" y="10324"/>
                  </a:lnTo>
                  <a:lnTo>
                    <a:pt x="1316" y="10324"/>
                  </a:lnTo>
                  <a:lnTo>
                    <a:pt x="1316" y="8794"/>
                  </a:lnTo>
                  <a:close/>
                  <a:moveTo>
                    <a:pt x="0" y="0"/>
                  </a:moveTo>
                  <a:lnTo>
                    <a:pt x="0" y="11611"/>
                  </a:lnTo>
                  <a:lnTo>
                    <a:pt x="16183" y="11611"/>
                  </a:lnTo>
                  <a:lnTo>
                    <a:pt x="16183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8" name="Google Shape;3865;p74"/>
            <p:cNvSpPr/>
            <p:nvPr/>
          </p:nvSpPr>
          <p:spPr>
            <a:xfrm rot="20445000">
              <a:off x="4964400" y="3285000"/>
              <a:ext cx="1098000" cy="1145880"/>
            </a:xfrm>
            <a:custGeom>
              <a:avLst/>
              <a:gdLst>
                <a:gd name="textAreaLeft" fmla="*/ 0 w 1098000"/>
                <a:gd name="textAreaRight" fmla="*/ 1098360 w 1098000"/>
                <a:gd name="textAreaTop" fmla="*/ 0 h 1145880"/>
                <a:gd name="textAreaBottom" fmla="*/ 1146240 h 1145880"/>
              </a:gdLst>
              <a:ahLst/>
              <a:cxnLst/>
              <a:rect l="textAreaLeft" t="textAreaTop" r="textAreaRight" b="textAreaBottom"/>
              <a:pathLst>
                <a:path w="19523" h="20375">
                  <a:moveTo>
                    <a:pt x="17885" y="4650"/>
                  </a:moveTo>
                  <a:lnTo>
                    <a:pt x="17885" y="16261"/>
                  </a:lnTo>
                  <a:lnTo>
                    <a:pt x="1702" y="16261"/>
                  </a:lnTo>
                  <a:lnTo>
                    <a:pt x="1702" y="4650"/>
                  </a:lnTo>
                  <a:close/>
                  <a:moveTo>
                    <a:pt x="2423" y="0"/>
                  </a:moveTo>
                  <a:cubicBezTo>
                    <a:pt x="1083" y="0"/>
                    <a:pt x="1" y="1087"/>
                    <a:pt x="1" y="2423"/>
                  </a:cubicBezTo>
                  <a:lnTo>
                    <a:pt x="1" y="17947"/>
                  </a:lnTo>
                  <a:cubicBezTo>
                    <a:pt x="1" y="19288"/>
                    <a:pt x="1083" y="20370"/>
                    <a:pt x="2423" y="20375"/>
                  </a:cubicBezTo>
                  <a:lnTo>
                    <a:pt x="17100" y="20375"/>
                  </a:lnTo>
                  <a:cubicBezTo>
                    <a:pt x="18440" y="20370"/>
                    <a:pt x="19522" y="19288"/>
                    <a:pt x="19522" y="17952"/>
                  </a:cubicBezTo>
                  <a:lnTo>
                    <a:pt x="19522" y="2423"/>
                  </a:lnTo>
                  <a:cubicBezTo>
                    <a:pt x="19522" y="1087"/>
                    <a:pt x="18440" y="0"/>
                    <a:pt x="17100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9" name="Google Shape;3866;p74"/>
            <p:cNvSpPr/>
            <p:nvPr/>
          </p:nvSpPr>
          <p:spPr>
            <a:xfrm rot="20445000">
              <a:off x="4958640" y="3279240"/>
              <a:ext cx="1109520" cy="1157400"/>
            </a:xfrm>
            <a:custGeom>
              <a:avLst/>
              <a:gdLst>
                <a:gd name="textAreaLeft" fmla="*/ 0 w 1109520"/>
                <a:gd name="textAreaRight" fmla="*/ 1109880 w 1109520"/>
                <a:gd name="textAreaTop" fmla="*/ 0 h 1157400"/>
                <a:gd name="textAreaBottom" fmla="*/ 1157760 h 1157400"/>
              </a:gdLst>
              <a:ahLst/>
              <a:cxnLst/>
              <a:rect l="textAreaLeft" t="textAreaTop" r="textAreaRight" b="textAreaBottom"/>
              <a:pathLst>
                <a:path w="19727" h="20576">
                  <a:moveTo>
                    <a:pt x="2525" y="1"/>
                  </a:moveTo>
                  <a:cubicBezTo>
                    <a:pt x="1131" y="1"/>
                    <a:pt x="1" y="1127"/>
                    <a:pt x="1" y="2521"/>
                  </a:cubicBezTo>
                  <a:lnTo>
                    <a:pt x="1" y="18050"/>
                  </a:lnTo>
                  <a:cubicBezTo>
                    <a:pt x="1" y="19444"/>
                    <a:pt x="1131" y="20575"/>
                    <a:pt x="2525" y="20575"/>
                  </a:cubicBezTo>
                  <a:lnTo>
                    <a:pt x="17202" y="20575"/>
                  </a:lnTo>
                  <a:cubicBezTo>
                    <a:pt x="18596" y="20570"/>
                    <a:pt x="19722" y="19444"/>
                    <a:pt x="19727" y="18050"/>
                  </a:cubicBezTo>
                  <a:lnTo>
                    <a:pt x="19727" y="2526"/>
                  </a:lnTo>
                  <a:cubicBezTo>
                    <a:pt x="19727" y="1132"/>
                    <a:pt x="18596" y="1"/>
                    <a:pt x="17202" y="1"/>
                  </a:cubicBezTo>
                  <a:lnTo>
                    <a:pt x="17061" y="1"/>
                  </a:lnTo>
                  <a:lnTo>
                    <a:pt x="17061" y="201"/>
                  </a:lnTo>
                  <a:lnTo>
                    <a:pt x="17202" y="201"/>
                  </a:lnTo>
                  <a:cubicBezTo>
                    <a:pt x="18484" y="201"/>
                    <a:pt x="19522" y="1239"/>
                    <a:pt x="19522" y="2521"/>
                  </a:cubicBezTo>
                  <a:lnTo>
                    <a:pt x="19522" y="18050"/>
                  </a:lnTo>
                  <a:cubicBezTo>
                    <a:pt x="19522" y="19332"/>
                    <a:pt x="18484" y="20370"/>
                    <a:pt x="17202" y="20370"/>
                  </a:cubicBezTo>
                  <a:lnTo>
                    <a:pt x="2525" y="20370"/>
                  </a:lnTo>
                  <a:cubicBezTo>
                    <a:pt x="1244" y="20370"/>
                    <a:pt x="205" y="19332"/>
                    <a:pt x="205" y="18050"/>
                  </a:cubicBezTo>
                  <a:lnTo>
                    <a:pt x="205" y="2526"/>
                  </a:lnTo>
                  <a:cubicBezTo>
                    <a:pt x="205" y="1244"/>
                    <a:pt x="1244" y="206"/>
                    <a:pt x="2525" y="201"/>
                  </a:cubicBezTo>
                  <a:lnTo>
                    <a:pt x="2662" y="201"/>
                  </a:lnTo>
                  <a:lnTo>
                    <a:pt x="2662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0" name="Google Shape;3867;p74"/>
            <p:cNvSpPr/>
            <p:nvPr/>
          </p:nvSpPr>
          <p:spPr>
            <a:xfrm rot="20445000">
              <a:off x="5059440" y="3539160"/>
              <a:ext cx="921600" cy="664560"/>
            </a:xfrm>
            <a:custGeom>
              <a:avLst/>
              <a:gdLst>
                <a:gd name="textAreaLeft" fmla="*/ 0 w 921600"/>
                <a:gd name="textAreaRight" fmla="*/ 921960 w 921600"/>
                <a:gd name="textAreaTop" fmla="*/ 0 h 664560"/>
                <a:gd name="textAreaBottom" fmla="*/ 664920 h 664560"/>
              </a:gdLst>
              <a:ahLst/>
              <a:cxnLst/>
              <a:rect l="textAreaLeft" t="textAreaTop" r="textAreaRight" b="textAreaBottom"/>
              <a:pathLst>
                <a:path w="16384" h="11816">
                  <a:moveTo>
                    <a:pt x="16178" y="205"/>
                  </a:moveTo>
                  <a:lnTo>
                    <a:pt x="16178" y="11611"/>
                  </a:lnTo>
                  <a:lnTo>
                    <a:pt x="200" y="11611"/>
                  </a:lnTo>
                  <a:lnTo>
                    <a:pt x="200" y="205"/>
                  </a:lnTo>
                  <a:close/>
                  <a:moveTo>
                    <a:pt x="1" y="0"/>
                  </a:moveTo>
                  <a:lnTo>
                    <a:pt x="1" y="11815"/>
                  </a:lnTo>
                  <a:lnTo>
                    <a:pt x="16383" y="11815"/>
                  </a:lnTo>
                  <a:lnTo>
                    <a:pt x="16383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1" name="Google Shape;3868;p74"/>
            <p:cNvSpPr/>
            <p:nvPr/>
          </p:nvSpPr>
          <p:spPr>
            <a:xfrm rot="20445000">
              <a:off x="5320800" y="3628800"/>
              <a:ext cx="353160" cy="35316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353160"/>
                <a:gd name="textAreaBottom" fmla="*/ 353520 h 353160"/>
              </a:gdLst>
              <a:ahLst/>
              <a:cxnLst/>
              <a:rect l="textAreaLeft" t="textAreaTop" r="textAreaRight" b="textAreaBottom"/>
              <a:pathLst>
                <a:path w="6284" h="6284">
                  <a:moveTo>
                    <a:pt x="4143" y="200"/>
                  </a:moveTo>
                  <a:lnTo>
                    <a:pt x="4143" y="2135"/>
                  </a:lnTo>
                  <a:lnTo>
                    <a:pt x="6079" y="2135"/>
                  </a:lnTo>
                  <a:lnTo>
                    <a:pt x="6079" y="4144"/>
                  </a:lnTo>
                  <a:lnTo>
                    <a:pt x="4143" y="4144"/>
                  </a:lnTo>
                  <a:lnTo>
                    <a:pt x="4143" y="6079"/>
                  </a:lnTo>
                  <a:lnTo>
                    <a:pt x="2135" y="6079"/>
                  </a:lnTo>
                  <a:lnTo>
                    <a:pt x="2135" y="4144"/>
                  </a:lnTo>
                  <a:lnTo>
                    <a:pt x="200" y="4144"/>
                  </a:lnTo>
                  <a:lnTo>
                    <a:pt x="200" y="2135"/>
                  </a:lnTo>
                  <a:lnTo>
                    <a:pt x="2135" y="2135"/>
                  </a:lnTo>
                  <a:lnTo>
                    <a:pt x="2135" y="200"/>
                  </a:lnTo>
                  <a:close/>
                  <a:moveTo>
                    <a:pt x="1931" y="1"/>
                  </a:moveTo>
                  <a:lnTo>
                    <a:pt x="1931" y="1931"/>
                  </a:lnTo>
                  <a:lnTo>
                    <a:pt x="0" y="1931"/>
                  </a:lnTo>
                  <a:lnTo>
                    <a:pt x="0" y="4348"/>
                  </a:lnTo>
                  <a:lnTo>
                    <a:pt x="1931" y="4348"/>
                  </a:lnTo>
                  <a:lnTo>
                    <a:pt x="1931" y="6283"/>
                  </a:lnTo>
                  <a:lnTo>
                    <a:pt x="4348" y="6283"/>
                  </a:lnTo>
                  <a:lnTo>
                    <a:pt x="4348" y="4348"/>
                  </a:lnTo>
                  <a:lnTo>
                    <a:pt x="6283" y="4348"/>
                  </a:lnTo>
                  <a:lnTo>
                    <a:pt x="6283" y="1931"/>
                  </a:lnTo>
                  <a:lnTo>
                    <a:pt x="4348" y="1931"/>
                  </a:lnTo>
                  <a:lnTo>
                    <a:pt x="4348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2" name="Google Shape;3869;p74"/>
            <p:cNvSpPr/>
            <p:nvPr/>
          </p:nvSpPr>
          <p:spPr>
            <a:xfrm rot="20445000">
              <a:off x="5356440" y="3664800"/>
              <a:ext cx="281520" cy="281520"/>
            </a:xfrm>
            <a:custGeom>
              <a:avLst/>
              <a:gdLst>
                <a:gd name="textAreaLeft" fmla="*/ 0 w 281520"/>
                <a:gd name="textAreaRight" fmla="*/ 281880 w 281520"/>
                <a:gd name="textAreaTop" fmla="*/ 0 h 281520"/>
                <a:gd name="textAreaBottom" fmla="*/ 281880 h 281520"/>
              </a:gdLst>
              <a:ahLst/>
              <a:cxnLst/>
              <a:rect l="textAreaLeft" t="textAreaTop" r="textAreaRight" b="textAreaBottom"/>
              <a:pathLst>
                <a:path w="5011" h="5011">
                  <a:moveTo>
                    <a:pt x="2876" y="210"/>
                  </a:moveTo>
                  <a:lnTo>
                    <a:pt x="2876" y="2145"/>
                  </a:lnTo>
                  <a:lnTo>
                    <a:pt x="4806" y="2145"/>
                  </a:lnTo>
                  <a:lnTo>
                    <a:pt x="4806" y="2876"/>
                  </a:lnTo>
                  <a:lnTo>
                    <a:pt x="2871" y="2876"/>
                  </a:lnTo>
                  <a:lnTo>
                    <a:pt x="2871" y="4806"/>
                  </a:lnTo>
                  <a:lnTo>
                    <a:pt x="2140" y="4806"/>
                  </a:lnTo>
                  <a:lnTo>
                    <a:pt x="2140" y="2876"/>
                  </a:lnTo>
                  <a:lnTo>
                    <a:pt x="205" y="2876"/>
                  </a:lnTo>
                  <a:lnTo>
                    <a:pt x="205" y="2145"/>
                  </a:lnTo>
                  <a:lnTo>
                    <a:pt x="2145" y="2145"/>
                  </a:lnTo>
                  <a:lnTo>
                    <a:pt x="2145" y="210"/>
                  </a:lnTo>
                  <a:close/>
                  <a:moveTo>
                    <a:pt x="1935" y="0"/>
                  </a:moveTo>
                  <a:lnTo>
                    <a:pt x="1935" y="1935"/>
                  </a:lnTo>
                  <a:lnTo>
                    <a:pt x="0" y="1935"/>
                  </a:lnTo>
                  <a:lnTo>
                    <a:pt x="0" y="3076"/>
                  </a:lnTo>
                  <a:lnTo>
                    <a:pt x="1935" y="3076"/>
                  </a:lnTo>
                  <a:lnTo>
                    <a:pt x="1935" y="5011"/>
                  </a:lnTo>
                  <a:lnTo>
                    <a:pt x="3076" y="5011"/>
                  </a:lnTo>
                  <a:lnTo>
                    <a:pt x="3076" y="3076"/>
                  </a:lnTo>
                  <a:lnTo>
                    <a:pt x="5011" y="3076"/>
                  </a:lnTo>
                  <a:lnTo>
                    <a:pt x="5011" y="1935"/>
                  </a:lnTo>
                  <a:lnTo>
                    <a:pt x="3076" y="1935"/>
                  </a:lnTo>
                  <a:lnTo>
                    <a:pt x="3076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3" name="Google Shape;3870;p74"/>
            <p:cNvSpPr/>
            <p:nvPr/>
          </p:nvSpPr>
          <p:spPr>
            <a:xfrm rot="20445000">
              <a:off x="4994640" y="3205080"/>
              <a:ext cx="11160" cy="222120"/>
            </a:xfrm>
            <a:custGeom>
              <a:avLst/>
              <a:gdLst>
                <a:gd name="textAreaLeft" fmla="*/ 0 w 11160"/>
                <a:gd name="textAreaRight" fmla="*/ 11520 w 11160"/>
                <a:gd name="textAreaTop" fmla="*/ 0 h 222120"/>
                <a:gd name="textAreaBottom" fmla="*/ 222480 h 222120"/>
              </a:gdLst>
              <a:ahLst/>
              <a:cxnLst/>
              <a:rect l="textAreaLeft" t="textAreaTop" r="textAreaRight" b="textAreaBottom"/>
              <a:pathLst>
                <a:path w="206" h="3954">
                  <a:moveTo>
                    <a:pt x="1" y="1"/>
                  </a:moveTo>
                  <a:lnTo>
                    <a:pt x="1" y="3954"/>
                  </a:lnTo>
                  <a:lnTo>
                    <a:pt x="206" y="3954"/>
                  </a:lnTo>
                  <a:lnTo>
                    <a:pt x="206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4" name="Google Shape;3871;p74"/>
            <p:cNvSpPr/>
            <p:nvPr/>
          </p:nvSpPr>
          <p:spPr>
            <a:xfrm rot="20445000">
              <a:off x="5110200" y="3164760"/>
              <a:ext cx="11160" cy="222120"/>
            </a:xfrm>
            <a:custGeom>
              <a:avLst/>
              <a:gdLst>
                <a:gd name="textAreaLeft" fmla="*/ 0 w 11160"/>
                <a:gd name="textAreaRight" fmla="*/ 11520 w 11160"/>
                <a:gd name="textAreaTop" fmla="*/ 0 h 222120"/>
                <a:gd name="textAreaBottom" fmla="*/ 222480 h 222120"/>
              </a:gdLst>
              <a:ahLst/>
              <a:cxnLst/>
              <a:rect l="textAreaLeft" t="textAreaTop" r="textAreaRight" b="textAreaBottom"/>
              <a:pathLst>
                <a:path w="205" h="3954">
                  <a:moveTo>
                    <a:pt x="0" y="1"/>
                  </a:moveTo>
                  <a:lnTo>
                    <a:pt x="0" y="3954"/>
                  </a:lnTo>
                  <a:lnTo>
                    <a:pt x="205" y="3954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5" name="Google Shape;3872;p74"/>
            <p:cNvSpPr/>
            <p:nvPr/>
          </p:nvSpPr>
          <p:spPr>
            <a:xfrm rot="20445000">
              <a:off x="5225760" y="3124440"/>
              <a:ext cx="10800" cy="222120"/>
            </a:xfrm>
            <a:custGeom>
              <a:avLst/>
              <a:gdLst>
                <a:gd name="textAreaLeft" fmla="*/ 0 w 10800"/>
                <a:gd name="textAreaRight" fmla="*/ 11160 w 10800"/>
                <a:gd name="textAreaTop" fmla="*/ 0 h 222120"/>
                <a:gd name="textAreaBottom" fmla="*/ 222480 h 222120"/>
              </a:gdLst>
              <a:ahLst/>
              <a:cxnLst/>
              <a:rect l="textAreaLeft" t="textAreaTop" r="textAreaRight" b="textAreaBottom"/>
              <a:pathLst>
                <a:path w="201" h="3954">
                  <a:moveTo>
                    <a:pt x="1" y="1"/>
                  </a:moveTo>
                  <a:lnTo>
                    <a:pt x="1" y="3954"/>
                  </a:lnTo>
                  <a:lnTo>
                    <a:pt x="201" y="3954"/>
                  </a:lnTo>
                  <a:lnTo>
                    <a:pt x="201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6" name="Google Shape;3873;p74"/>
            <p:cNvSpPr/>
            <p:nvPr/>
          </p:nvSpPr>
          <p:spPr>
            <a:xfrm rot="20445000">
              <a:off x="5340960" y="3084120"/>
              <a:ext cx="11160" cy="222120"/>
            </a:xfrm>
            <a:custGeom>
              <a:avLst/>
              <a:gdLst>
                <a:gd name="textAreaLeft" fmla="*/ 0 w 11160"/>
                <a:gd name="textAreaRight" fmla="*/ 11520 w 11160"/>
                <a:gd name="textAreaTop" fmla="*/ 0 h 222120"/>
                <a:gd name="textAreaBottom" fmla="*/ 222480 h 222120"/>
              </a:gdLst>
              <a:ahLst/>
              <a:cxnLst/>
              <a:rect l="textAreaLeft" t="textAreaTop" r="textAreaRight" b="textAreaBottom"/>
              <a:pathLst>
                <a:path w="206" h="3954">
                  <a:moveTo>
                    <a:pt x="1" y="1"/>
                  </a:moveTo>
                  <a:lnTo>
                    <a:pt x="1" y="3954"/>
                  </a:lnTo>
                  <a:lnTo>
                    <a:pt x="206" y="3954"/>
                  </a:lnTo>
                  <a:lnTo>
                    <a:pt x="206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7" name="Google Shape;3874;p74"/>
            <p:cNvSpPr/>
            <p:nvPr/>
          </p:nvSpPr>
          <p:spPr>
            <a:xfrm rot="20445000">
              <a:off x="5456520" y="3043800"/>
              <a:ext cx="11160" cy="222120"/>
            </a:xfrm>
            <a:custGeom>
              <a:avLst/>
              <a:gdLst>
                <a:gd name="textAreaLeft" fmla="*/ 0 w 11160"/>
                <a:gd name="textAreaRight" fmla="*/ 11520 w 11160"/>
                <a:gd name="textAreaTop" fmla="*/ 0 h 222120"/>
                <a:gd name="textAreaBottom" fmla="*/ 222480 h 222120"/>
              </a:gdLst>
              <a:ahLst/>
              <a:cxnLst/>
              <a:rect l="textAreaLeft" t="textAreaTop" r="textAreaRight" b="textAreaBottom"/>
              <a:pathLst>
                <a:path w="206" h="3954">
                  <a:moveTo>
                    <a:pt x="1" y="1"/>
                  </a:moveTo>
                  <a:lnTo>
                    <a:pt x="1" y="3954"/>
                  </a:lnTo>
                  <a:lnTo>
                    <a:pt x="206" y="3954"/>
                  </a:lnTo>
                  <a:lnTo>
                    <a:pt x="206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8" name="Google Shape;3875;p74"/>
            <p:cNvSpPr/>
            <p:nvPr/>
          </p:nvSpPr>
          <p:spPr>
            <a:xfrm rot="20445000">
              <a:off x="5572080" y="3003480"/>
              <a:ext cx="11160" cy="222120"/>
            </a:xfrm>
            <a:custGeom>
              <a:avLst/>
              <a:gdLst>
                <a:gd name="textAreaLeft" fmla="*/ 0 w 11160"/>
                <a:gd name="textAreaRight" fmla="*/ 11520 w 11160"/>
                <a:gd name="textAreaTop" fmla="*/ 0 h 222120"/>
                <a:gd name="textAreaBottom" fmla="*/ 222480 h 222120"/>
              </a:gdLst>
              <a:ahLst/>
              <a:cxnLst/>
              <a:rect l="textAreaLeft" t="textAreaTop" r="textAreaRight" b="textAreaBottom"/>
              <a:pathLst>
                <a:path w="206" h="3954">
                  <a:moveTo>
                    <a:pt x="1" y="1"/>
                  </a:moveTo>
                  <a:lnTo>
                    <a:pt x="1" y="3954"/>
                  </a:lnTo>
                  <a:lnTo>
                    <a:pt x="205" y="3954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9" name="Google Shape;3876;p74"/>
            <p:cNvSpPr/>
            <p:nvPr/>
          </p:nvSpPr>
          <p:spPr>
            <a:xfrm rot="20445000">
              <a:off x="4813920" y="3098520"/>
              <a:ext cx="949320" cy="229680"/>
            </a:xfrm>
            <a:custGeom>
              <a:avLst/>
              <a:gdLst>
                <a:gd name="textAreaLeft" fmla="*/ 0 w 949320"/>
                <a:gd name="textAreaRight" fmla="*/ 949680 w 949320"/>
                <a:gd name="textAreaTop" fmla="*/ 0 h 229680"/>
                <a:gd name="textAreaBottom" fmla="*/ 230040 h 229680"/>
              </a:gdLst>
              <a:ahLst/>
              <a:cxnLst/>
              <a:rect l="textAreaLeft" t="textAreaTop" r="textAreaRight" b="textAreaBottom"/>
              <a:pathLst>
                <a:path w="16876" h="4090">
                  <a:moveTo>
                    <a:pt x="15638" y="205"/>
                  </a:moveTo>
                  <a:cubicBezTo>
                    <a:pt x="16208" y="205"/>
                    <a:pt x="16671" y="668"/>
                    <a:pt x="16671" y="1233"/>
                  </a:cubicBezTo>
                  <a:lnTo>
                    <a:pt x="16671" y="2852"/>
                  </a:lnTo>
                  <a:cubicBezTo>
                    <a:pt x="16671" y="3422"/>
                    <a:pt x="16208" y="3885"/>
                    <a:pt x="15638" y="3890"/>
                  </a:cubicBezTo>
                  <a:lnTo>
                    <a:pt x="1239" y="3890"/>
                  </a:lnTo>
                  <a:cubicBezTo>
                    <a:pt x="669" y="3885"/>
                    <a:pt x="206" y="3422"/>
                    <a:pt x="206" y="2852"/>
                  </a:cubicBezTo>
                  <a:lnTo>
                    <a:pt x="206" y="1233"/>
                  </a:lnTo>
                  <a:cubicBezTo>
                    <a:pt x="210" y="668"/>
                    <a:pt x="669" y="205"/>
                    <a:pt x="1239" y="205"/>
                  </a:cubicBezTo>
                  <a:close/>
                  <a:moveTo>
                    <a:pt x="1239" y="0"/>
                  </a:moveTo>
                  <a:cubicBezTo>
                    <a:pt x="557" y="0"/>
                    <a:pt x="6" y="551"/>
                    <a:pt x="6" y="1233"/>
                  </a:cubicBezTo>
                  <a:lnTo>
                    <a:pt x="6" y="2852"/>
                  </a:lnTo>
                  <a:cubicBezTo>
                    <a:pt x="1" y="3534"/>
                    <a:pt x="557" y="4090"/>
                    <a:pt x="1239" y="4090"/>
                  </a:cubicBezTo>
                  <a:lnTo>
                    <a:pt x="15638" y="4090"/>
                  </a:lnTo>
                  <a:cubicBezTo>
                    <a:pt x="16320" y="4090"/>
                    <a:pt x="16876" y="3534"/>
                    <a:pt x="16876" y="2852"/>
                  </a:cubicBezTo>
                  <a:lnTo>
                    <a:pt x="16876" y="1233"/>
                  </a:lnTo>
                  <a:cubicBezTo>
                    <a:pt x="16876" y="551"/>
                    <a:pt x="16320" y="0"/>
                    <a:pt x="156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0" name="Google Shape;3877;p74"/>
            <p:cNvSpPr/>
            <p:nvPr/>
          </p:nvSpPr>
          <p:spPr>
            <a:xfrm rot="20445000">
              <a:off x="5203080" y="4023000"/>
              <a:ext cx="769680" cy="97200"/>
            </a:xfrm>
            <a:custGeom>
              <a:avLst/>
              <a:gdLst>
                <a:gd name="textAreaLeft" fmla="*/ 0 w 769680"/>
                <a:gd name="textAreaRight" fmla="*/ 770040 w 769680"/>
                <a:gd name="textAreaTop" fmla="*/ 0 h 97200"/>
                <a:gd name="textAreaBottom" fmla="*/ 97560 h 97200"/>
              </a:gdLst>
              <a:ahLst/>
              <a:cxnLst/>
              <a:rect l="textAreaLeft" t="textAreaTop" r="textAreaRight" b="textAreaBottom"/>
              <a:pathLst>
                <a:path w="13688" h="1736">
                  <a:moveTo>
                    <a:pt x="13483" y="210"/>
                  </a:moveTo>
                  <a:lnTo>
                    <a:pt x="13483" y="1531"/>
                  </a:lnTo>
                  <a:lnTo>
                    <a:pt x="201" y="1531"/>
                  </a:lnTo>
                  <a:lnTo>
                    <a:pt x="201" y="210"/>
                  </a:lnTo>
                  <a:close/>
                  <a:moveTo>
                    <a:pt x="1" y="0"/>
                  </a:moveTo>
                  <a:lnTo>
                    <a:pt x="1" y="1735"/>
                  </a:lnTo>
                  <a:lnTo>
                    <a:pt x="13688" y="1735"/>
                  </a:lnTo>
                  <a:lnTo>
                    <a:pt x="13688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8600" bIns="48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21" name="Google Shape;3878;p74"/>
          <p:cNvGrpSpPr/>
          <p:nvPr/>
        </p:nvGrpSpPr>
        <p:grpSpPr>
          <a:xfrm>
            <a:off x="7608600" y="1623240"/>
            <a:ext cx="491760" cy="392760"/>
            <a:chOff x="7608600" y="1623240"/>
            <a:chExt cx="491760" cy="392760"/>
          </a:xfrm>
        </p:grpSpPr>
        <p:sp>
          <p:nvSpPr>
            <p:cNvPr id="522" name="Google Shape;3879;p74"/>
            <p:cNvSpPr/>
            <p:nvPr/>
          </p:nvSpPr>
          <p:spPr>
            <a:xfrm rot="15339600" flipV="1">
              <a:off x="7676280" y="1762920"/>
              <a:ext cx="194400" cy="235080"/>
            </a:xfrm>
            <a:custGeom>
              <a:avLst/>
              <a:gdLst>
                <a:gd name="textAreaLeft" fmla="*/ 0 w 194400"/>
                <a:gd name="textAreaRight" fmla="*/ 194760 w 194400"/>
                <a:gd name="textAreaTop" fmla="*/ -360 h 235080"/>
                <a:gd name="textAreaBottom" fmla="*/ 235080 h 235080"/>
              </a:gdLst>
              <a:ahLst/>
              <a:cxnLst/>
              <a:rect l="textAreaLeft" t="textAreaTop" r="textAreaRight" b="textAreaBottom"/>
              <a:pathLst>
                <a:path w="3929" h="4756">
                  <a:moveTo>
                    <a:pt x="1662" y="0"/>
                  </a:moveTo>
                  <a:lnTo>
                    <a:pt x="288" y="2983"/>
                  </a:lnTo>
                  <a:cubicBezTo>
                    <a:pt x="0" y="3612"/>
                    <a:pt x="273" y="4353"/>
                    <a:pt x="902" y="4641"/>
                  </a:cubicBezTo>
                  <a:cubicBezTo>
                    <a:pt x="1070" y="4718"/>
                    <a:pt x="1247" y="4755"/>
                    <a:pt x="1422" y="4755"/>
                  </a:cubicBezTo>
                  <a:cubicBezTo>
                    <a:pt x="1893" y="4755"/>
                    <a:pt x="2346" y="4487"/>
                    <a:pt x="2559" y="4031"/>
                  </a:cubicBezTo>
                  <a:lnTo>
                    <a:pt x="3929" y="1048"/>
                  </a:lnTo>
                  <a:lnTo>
                    <a:pt x="166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3" name="Google Shape;3880;p74"/>
            <p:cNvSpPr/>
            <p:nvPr/>
          </p:nvSpPr>
          <p:spPr>
            <a:xfrm rot="15339600" flipV="1">
              <a:off x="7839720" y="1638000"/>
              <a:ext cx="187920" cy="240120"/>
            </a:xfrm>
            <a:custGeom>
              <a:avLst/>
              <a:gdLst>
                <a:gd name="textAreaLeft" fmla="*/ 0 w 187920"/>
                <a:gd name="textAreaRight" fmla="*/ 188280 w 187920"/>
                <a:gd name="textAreaTop" fmla="*/ -360 h 240120"/>
                <a:gd name="textAreaBottom" fmla="*/ 240120 h 240120"/>
              </a:gdLst>
              <a:ahLst/>
              <a:cxnLst/>
              <a:rect l="textAreaLeft" t="textAreaTop" r="textAreaRight" b="textAreaBottom"/>
              <a:pathLst>
                <a:path w="3793" h="4837">
                  <a:moveTo>
                    <a:pt x="2541" y="1"/>
                  </a:moveTo>
                  <a:cubicBezTo>
                    <a:pt x="2062" y="1"/>
                    <a:pt x="1618" y="276"/>
                    <a:pt x="1409" y="727"/>
                  </a:cubicBezTo>
                  <a:lnTo>
                    <a:pt x="0" y="3788"/>
                  </a:lnTo>
                  <a:lnTo>
                    <a:pt x="2267" y="4836"/>
                  </a:lnTo>
                  <a:lnTo>
                    <a:pt x="3680" y="1770"/>
                  </a:lnTo>
                  <a:cubicBezTo>
                    <a:pt x="3753" y="1610"/>
                    <a:pt x="3792" y="1429"/>
                    <a:pt x="3792" y="1249"/>
                  </a:cubicBezTo>
                  <a:cubicBezTo>
                    <a:pt x="3792" y="664"/>
                    <a:pt x="3388" y="152"/>
                    <a:pt x="2813" y="30"/>
                  </a:cubicBezTo>
                  <a:cubicBezTo>
                    <a:pt x="2722" y="10"/>
                    <a:pt x="2631" y="1"/>
                    <a:pt x="254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4" name="Google Shape;3881;p74"/>
            <p:cNvSpPr/>
            <p:nvPr/>
          </p:nvSpPr>
          <p:spPr>
            <a:xfrm rot="15339600" flipV="1">
              <a:off x="7706880" y="1603080"/>
              <a:ext cx="294840" cy="432360"/>
            </a:xfrm>
            <a:custGeom>
              <a:avLst/>
              <a:gdLst>
                <a:gd name="textAreaLeft" fmla="*/ 0 w 294840"/>
                <a:gd name="textAreaRight" fmla="*/ 295200 w 294840"/>
                <a:gd name="textAreaTop" fmla="*/ -360 h 432360"/>
                <a:gd name="textAreaBottom" fmla="*/ 432360 h 432360"/>
              </a:gdLst>
              <a:ahLst/>
              <a:cxnLst/>
              <a:rect l="textAreaLeft" t="textAreaTop" r="textAreaRight" b="textAreaBottom"/>
              <a:pathLst>
                <a:path w="5953" h="8728">
                  <a:moveTo>
                    <a:pt x="4426" y="183"/>
                  </a:moveTo>
                  <a:cubicBezTo>
                    <a:pt x="5265" y="183"/>
                    <a:pt x="5821" y="1051"/>
                    <a:pt x="5470" y="1811"/>
                  </a:cubicBezTo>
                  <a:lnTo>
                    <a:pt x="2682" y="7855"/>
                  </a:lnTo>
                  <a:cubicBezTo>
                    <a:pt x="2555" y="8133"/>
                    <a:pt x="2326" y="8348"/>
                    <a:pt x="2038" y="8450"/>
                  </a:cubicBezTo>
                  <a:cubicBezTo>
                    <a:pt x="1901" y="8501"/>
                    <a:pt x="1764" y="8525"/>
                    <a:pt x="1632" y="8525"/>
                  </a:cubicBezTo>
                  <a:cubicBezTo>
                    <a:pt x="848" y="8525"/>
                    <a:pt x="233" y="7692"/>
                    <a:pt x="600" y="6895"/>
                  </a:cubicBezTo>
                  <a:lnTo>
                    <a:pt x="3388" y="851"/>
                  </a:lnTo>
                  <a:cubicBezTo>
                    <a:pt x="3510" y="573"/>
                    <a:pt x="3744" y="359"/>
                    <a:pt x="4032" y="252"/>
                  </a:cubicBezTo>
                  <a:cubicBezTo>
                    <a:pt x="4158" y="208"/>
                    <a:pt x="4290" y="183"/>
                    <a:pt x="4426" y="183"/>
                  </a:cubicBezTo>
                  <a:close/>
                  <a:moveTo>
                    <a:pt x="4421" y="1"/>
                  </a:moveTo>
                  <a:cubicBezTo>
                    <a:pt x="3917" y="1"/>
                    <a:pt x="3437" y="282"/>
                    <a:pt x="3203" y="763"/>
                  </a:cubicBezTo>
                  <a:lnTo>
                    <a:pt x="415" y="6812"/>
                  </a:lnTo>
                  <a:cubicBezTo>
                    <a:pt x="1" y="7704"/>
                    <a:pt x="654" y="8723"/>
                    <a:pt x="1638" y="8728"/>
                  </a:cubicBezTo>
                  <a:cubicBezTo>
                    <a:pt x="1799" y="8723"/>
                    <a:pt x="1955" y="8699"/>
                    <a:pt x="2106" y="8640"/>
                  </a:cubicBezTo>
                  <a:cubicBezTo>
                    <a:pt x="2443" y="8518"/>
                    <a:pt x="2721" y="8265"/>
                    <a:pt x="2872" y="7938"/>
                  </a:cubicBezTo>
                  <a:lnTo>
                    <a:pt x="5655" y="1894"/>
                  </a:lnTo>
                  <a:cubicBezTo>
                    <a:pt x="5952" y="1217"/>
                    <a:pt x="5655" y="432"/>
                    <a:pt x="4987" y="125"/>
                  </a:cubicBezTo>
                  <a:cubicBezTo>
                    <a:pt x="4803" y="41"/>
                    <a:pt x="4610" y="1"/>
                    <a:pt x="442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5" name="Google Shape;3882;p74"/>
            <p:cNvSpPr/>
            <p:nvPr/>
          </p:nvSpPr>
          <p:spPr>
            <a:xfrm rot="15339600" flipV="1">
              <a:off x="7794360" y="1788120"/>
              <a:ext cx="116640" cy="60480"/>
            </a:xfrm>
            <a:custGeom>
              <a:avLst/>
              <a:gdLst>
                <a:gd name="textAreaLeft" fmla="*/ 0 w 116640"/>
                <a:gd name="textAreaRight" fmla="*/ 117000 w 116640"/>
                <a:gd name="textAreaTop" fmla="*/ 360 h 60480"/>
                <a:gd name="textAreaBottom" fmla="*/ 61200 h 60480"/>
              </a:gdLst>
              <a:ahLst/>
              <a:cxnLst/>
              <a:rect l="textAreaLeft" t="textAreaTop" r="textAreaRight" b="textAreaBottom"/>
              <a:pathLst>
                <a:path w="2355" h="1230">
                  <a:moveTo>
                    <a:pt x="83" y="1"/>
                  </a:moveTo>
                  <a:lnTo>
                    <a:pt x="0" y="186"/>
                  </a:lnTo>
                  <a:lnTo>
                    <a:pt x="2267" y="1229"/>
                  </a:lnTo>
                  <a:lnTo>
                    <a:pt x="2355" y="1044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0240" bIns="30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26" name="Google Shape;3883;p74"/>
          <p:cNvGrpSpPr/>
          <p:nvPr/>
        </p:nvGrpSpPr>
        <p:grpSpPr>
          <a:xfrm>
            <a:off x="6638760" y="4175280"/>
            <a:ext cx="503640" cy="360720"/>
            <a:chOff x="6638760" y="4175280"/>
            <a:chExt cx="503640" cy="360720"/>
          </a:xfrm>
        </p:grpSpPr>
        <p:sp>
          <p:nvSpPr>
            <p:cNvPr id="527" name="Google Shape;3884;p74"/>
            <p:cNvSpPr/>
            <p:nvPr/>
          </p:nvSpPr>
          <p:spPr>
            <a:xfrm rot="20739600" flipH="1">
              <a:off x="6876360" y="4271760"/>
              <a:ext cx="246240" cy="180720"/>
            </a:xfrm>
            <a:custGeom>
              <a:avLst/>
              <a:gdLst>
                <a:gd name="textAreaLeft" fmla="*/ 360 w 246240"/>
                <a:gd name="textAreaRight" fmla="*/ 246960 w 246240"/>
                <a:gd name="textAreaTop" fmla="*/ 0 h 180720"/>
                <a:gd name="textAreaBottom" fmla="*/ 181080 h 180720"/>
              </a:gdLst>
              <a:ahLst/>
              <a:cxnLst/>
              <a:rect l="textAreaLeft" t="textAreaTop" r="textAreaRight" b="textAreaBottom"/>
              <a:pathLst>
                <a:path w="4973" h="3642">
                  <a:moveTo>
                    <a:pt x="4051" y="1"/>
                  </a:moveTo>
                  <a:lnTo>
                    <a:pt x="1000" y="1219"/>
                  </a:lnTo>
                  <a:cubicBezTo>
                    <a:pt x="332" y="1458"/>
                    <a:pt x="1" y="2199"/>
                    <a:pt x="259" y="2857"/>
                  </a:cubicBezTo>
                  <a:cubicBezTo>
                    <a:pt x="456" y="3344"/>
                    <a:pt x="926" y="3642"/>
                    <a:pt x="1420" y="3642"/>
                  </a:cubicBezTo>
                  <a:cubicBezTo>
                    <a:pt x="1588" y="3642"/>
                    <a:pt x="1758" y="3607"/>
                    <a:pt x="1921" y="3535"/>
                  </a:cubicBezTo>
                  <a:lnTo>
                    <a:pt x="4973" y="2316"/>
                  </a:lnTo>
                  <a:lnTo>
                    <a:pt x="4051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0360" bIns="903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8" name="Google Shape;3885;p74"/>
            <p:cNvSpPr/>
            <p:nvPr/>
          </p:nvSpPr>
          <p:spPr>
            <a:xfrm rot="20739600" flipH="1">
              <a:off x="6672240" y="4256280"/>
              <a:ext cx="240120" cy="181080"/>
            </a:xfrm>
            <a:custGeom>
              <a:avLst/>
              <a:gdLst>
                <a:gd name="textAreaLeft" fmla="*/ -360 w 240120"/>
                <a:gd name="textAreaRight" fmla="*/ 240120 w 240120"/>
                <a:gd name="textAreaTop" fmla="*/ 0 h 181080"/>
                <a:gd name="textAreaBottom" fmla="*/ 181440 h 181080"/>
              </a:gdLst>
              <a:ahLst/>
              <a:cxnLst/>
              <a:rect l="textAreaLeft" t="textAreaTop" r="textAreaRight" b="textAreaBottom"/>
              <a:pathLst>
                <a:path w="4846" h="3654">
                  <a:moveTo>
                    <a:pt x="3597" y="0"/>
                  </a:moveTo>
                  <a:cubicBezTo>
                    <a:pt x="3441" y="0"/>
                    <a:pt x="3283" y="29"/>
                    <a:pt x="3130" y="91"/>
                  </a:cubicBezTo>
                  <a:lnTo>
                    <a:pt x="0" y="1339"/>
                  </a:lnTo>
                  <a:lnTo>
                    <a:pt x="922" y="3654"/>
                  </a:lnTo>
                  <a:lnTo>
                    <a:pt x="4056" y="2406"/>
                  </a:lnTo>
                  <a:cubicBezTo>
                    <a:pt x="4533" y="2216"/>
                    <a:pt x="4845" y="1758"/>
                    <a:pt x="4845" y="1246"/>
                  </a:cubicBezTo>
                  <a:cubicBezTo>
                    <a:pt x="4845" y="1085"/>
                    <a:pt x="4811" y="929"/>
                    <a:pt x="4753" y="783"/>
                  </a:cubicBezTo>
                  <a:cubicBezTo>
                    <a:pt x="4560" y="297"/>
                    <a:pt x="4093" y="0"/>
                    <a:pt x="3597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0720" bIns="907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9" name="Google Shape;3886;p74"/>
            <p:cNvSpPr/>
            <p:nvPr/>
          </p:nvSpPr>
          <p:spPr>
            <a:xfrm rot="20739600" flipH="1">
              <a:off x="6662880" y="4227480"/>
              <a:ext cx="454320" cy="255960"/>
            </a:xfrm>
            <a:custGeom>
              <a:avLst/>
              <a:gdLst>
                <a:gd name="textAreaLeft" fmla="*/ 360 w 454320"/>
                <a:gd name="textAreaRight" fmla="*/ 455040 w 454320"/>
                <a:gd name="textAreaTop" fmla="*/ 0 h 255960"/>
                <a:gd name="textAreaBottom" fmla="*/ 256320 h 255960"/>
              </a:gdLst>
              <a:ahLst/>
              <a:cxnLst/>
              <a:rect l="textAreaLeft" t="textAreaTop" r="textAreaRight" b="textAreaBottom"/>
              <a:pathLst>
                <a:path w="9165" h="5173">
                  <a:moveTo>
                    <a:pt x="7639" y="206"/>
                  </a:moveTo>
                  <a:lnTo>
                    <a:pt x="7639" y="210"/>
                  </a:lnTo>
                  <a:cubicBezTo>
                    <a:pt x="8106" y="210"/>
                    <a:pt x="8526" y="493"/>
                    <a:pt x="8701" y="932"/>
                  </a:cubicBezTo>
                  <a:cubicBezTo>
                    <a:pt x="8755" y="1063"/>
                    <a:pt x="8784" y="1210"/>
                    <a:pt x="8784" y="1351"/>
                  </a:cubicBezTo>
                  <a:cubicBezTo>
                    <a:pt x="8784" y="1824"/>
                    <a:pt x="8496" y="2248"/>
                    <a:pt x="8058" y="2419"/>
                  </a:cubicBezTo>
                  <a:lnTo>
                    <a:pt x="1877" y="4885"/>
                  </a:lnTo>
                  <a:cubicBezTo>
                    <a:pt x="1739" y="4940"/>
                    <a:pt x="1593" y="4968"/>
                    <a:pt x="1448" y="4968"/>
                  </a:cubicBezTo>
                  <a:cubicBezTo>
                    <a:pt x="1297" y="4968"/>
                    <a:pt x="1146" y="4937"/>
                    <a:pt x="1005" y="4875"/>
                  </a:cubicBezTo>
                  <a:cubicBezTo>
                    <a:pt x="59" y="4475"/>
                    <a:pt x="79" y="3135"/>
                    <a:pt x="1029" y="2755"/>
                  </a:cubicBezTo>
                  <a:lnTo>
                    <a:pt x="7210" y="288"/>
                  </a:lnTo>
                  <a:cubicBezTo>
                    <a:pt x="7346" y="235"/>
                    <a:pt x="7492" y="206"/>
                    <a:pt x="7639" y="206"/>
                  </a:cubicBezTo>
                  <a:close/>
                  <a:moveTo>
                    <a:pt x="7639" y="1"/>
                  </a:moveTo>
                  <a:cubicBezTo>
                    <a:pt x="7471" y="1"/>
                    <a:pt x="7301" y="32"/>
                    <a:pt x="7136" y="98"/>
                  </a:cubicBezTo>
                  <a:lnTo>
                    <a:pt x="951" y="2565"/>
                  </a:lnTo>
                  <a:cubicBezTo>
                    <a:pt x="352" y="2804"/>
                    <a:pt x="1" y="3437"/>
                    <a:pt x="122" y="4076"/>
                  </a:cubicBezTo>
                  <a:cubicBezTo>
                    <a:pt x="244" y="4709"/>
                    <a:pt x="805" y="5172"/>
                    <a:pt x="1448" y="5172"/>
                  </a:cubicBezTo>
                  <a:cubicBezTo>
                    <a:pt x="1624" y="5172"/>
                    <a:pt x="1794" y="5138"/>
                    <a:pt x="1950" y="5075"/>
                  </a:cubicBezTo>
                  <a:lnTo>
                    <a:pt x="8136" y="2604"/>
                  </a:lnTo>
                  <a:cubicBezTo>
                    <a:pt x="8828" y="2331"/>
                    <a:pt x="9164" y="1541"/>
                    <a:pt x="8886" y="849"/>
                  </a:cubicBezTo>
                  <a:cubicBezTo>
                    <a:pt x="8678" y="322"/>
                    <a:pt x="8173" y="1"/>
                    <a:pt x="763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0" name="Google Shape;3887;p74"/>
            <p:cNvSpPr/>
            <p:nvPr/>
          </p:nvSpPr>
          <p:spPr>
            <a:xfrm rot="20739600" flipH="1">
              <a:off x="6867000" y="4295160"/>
              <a:ext cx="55080" cy="118440"/>
            </a:xfrm>
            <a:custGeom>
              <a:avLst/>
              <a:gdLst>
                <a:gd name="textAreaLeft" fmla="*/ -360 w 55080"/>
                <a:gd name="textAreaRight" fmla="*/ 55080 w 55080"/>
                <a:gd name="textAreaTop" fmla="*/ 0 h 118440"/>
                <a:gd name="textAreaBottom" fmla="*/ 118800 h 118440"/>
              </a:gdLst>
              <a:ahLst/>
              <a:cxnLst/>
              <a:rect l="textAreaLeft" t="textAreaTop" r="textAreaRight" b="textAreaBottom"/>
              <a:pathLst>
                <a:path w="1118" h="2395">
                  <a:moveTo>
                    <a:pt x="191" y="1"/>
                  </a:moveTo>
                  <a:lnTo>
                    <a:pt x="1" y="79"/>
                  </a:lnTo>
                  <a:lnTo>
                    <a:pt x="927" y="2394"/>
                  </a:lnTo>
                  <a:lnTo>
                    <a:pt x="1117" y="2321"/>
                  </a:lnTo>
                  <a:lnTo>
                    <a:pt x="191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9400" bIns="594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31" name="Google Shape;3888;p74"/>
          <p:cNvSpPr/>
          <p:nvPr/>
        </p:nvSpPr>
        <p:spPr>
          <a:xfrm flipH="1">
            <a:off x="5601960" y="1623600"/>
            <a:ext cx="221040" cy="221040"/>
          </a:xfrm>
          <a:custGeom>
            <a:avLst/>
            <a:gdLst>
              <a:gd name="textAreaLeft" fmla="*/ 360 w 221040"/>
              <a:gd name="textAreaRight" fmla="*/ 221760 w 221040"/>
              <a:gd name="textAreaTop" fmla="*/ 0 h 221040"/>
              <a:gd name="textAreaBottom" fmla="*/ 221400 h 221040"/>
            </a:gdLst>
            <a:ahLst/>
            <a:cxnLst/>
            <a:rect l="textAreaLeft" t="textAreaTop" r="textAreaRight" b="textAreaBottom"/>
            <a:pathLst>
              <a:path w="4900" h="4900">
                <a:moveTo>
                  <a:pt x="2808" y="205"/>
                </a:moveTo>
                <a:lnTo>
                  <a:pt x="2808" y="2091"/>
                </a:lnTo>
                <a:lnTo>
                  <a:pt x="4695" y="2091"/>
                </a:lnTo>
                <a:lnTo>
                  <a:pt x="4695" y="2808"/>
                </a:lnTo>
                <a:lnTo>
                  <a:pt x="2808" y="2808"/>
                </a:lnTo>
                <a:lnTo>
                  <a:pt x="2808" y="4694"/>
                </a:lnTo>
                <a:lnTo>
                  <a:pt x="2097" y="4694"/>
                </a:lnTo>
                <a:lnTo>
                  <a:pt x="2097" y="2803"/>
                </a:lnTo>
                <a:lnTo>
                  <a:pt x="206" y="2803"/>
                </a:lnTo>
                <a:lnTo>
                  <a:pt x="206" y="2091"/>
                </a:lnTo>
                <a:lnTo>
                  <a:pt x="2097" y="2091"/>
                </a:lnTo>
                <a:lnTo>
                  <a:pt x="2097" y="205"/>
                </a:lnTo>
                <a:close/>
                <a:moveTo>
                  <a:pt x="1887" y="0"/>
                </a:moveTo>
                <a:lnTo>
                  <a:pt x="1887" y="1887"/>
                </a:lnTo>
                <a:lnTo>
                  <a:pt x="1" y="1887"/>
                </a:lnTo>
                <a:lnTo>
                  <a:pt x="1" y="3013"/>
                </a:lnTo>
                <a:lnTo>
                  <a:pt x="1887" y="3013"/>
                </a:lnTo>
                <a:lnTo>
                  <a:pt x="1887" y="4899"/>
                </a:lnTo>
                <a:lnTo>
                  <a:pt x="3008" y="4899"/>
                </a:lnTo>
                <a:lnTo>
                  <a:pt x="3008" y="3008"/>
                </a:lnTo>
                <a:lnTo>
                  <a:pt x="4899" y="3008"/>
                </a:lnTo>
                <a:lnTo>
                  <a:pt x="4899" y="1887"/>
                </a:lnTo>
                <a:lnTo>
                  <a:pt x="3008" y="1887"/>
                </a:lnTo>
                <a:lnTo>
                  <a:pt x="3008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32" name="Google Shape;3889;p74"/>
          <p:cNvSpPr/>
          <p:nvPr/>
        </p:nvSpPr>
        <p:spPr>
          <a:xfrm flipH="1">
            <a:off x="2464920" y="1285560"/>
            <a:ext cx="221040" cy="221040"/>
          </a:xfrm>
          <a:custGeom>
            <a:avLst/>
            <a:gdLst>
              <a:gd name="textAreaLeft" fmla="*/ 360 w 221040"/>
              <a:gd name="textAreaRight" fmla="*/ 221760 w 221040"/>
              <a:gd name="textAreaTop" fmla="*/ 0 h 221040"/>
              <a:gd name="textAreaBottom" fmla="*/ 221400 h 221040"/>
            </a:gdLst>
            <a:ahLst/>
            <a:cxnLst/>
            <a:rect l="textAreaLeft" t="textAreaTop" r="textAreaRight" b="textAreaBottom"/>
            <a:pathLst>
              <a:path w="4900" h="4900">
                <a:moveTo>
                  <a:pt x="2808" y="205"/>
                </a:moveTo>
                <a:lnTo>
                  <a:pt x="2808" y="2091"/>
                </a:lnTo>
                <a:lnTo>
                  <a:pt x="4695" y="2091"/>
                </a:lnTo>
                <a:lnTo>
                  <a:pt x="4695" y="2808"/>
                </a:lnTo>
                <a:lnTo>
                  <a:pt x="2808" y="2808"/>
                </a:lnTo>
                <a:lnTo>
                  <a:pt x="2808" y="4694"/>
                </a:lnTo>
                <a:lnTo>
                  <a:pt x="2097" y="4694"/>
                </a:lnTo>
                <a:lnTo>
                  <a:pt x="2097" y="2803"/>
                </a:lnTo>
                <a:lnTo>
                  <a:pt x="206" y="2803"/>
                </a:lnTo>
                <a:lnTo>
                  <a:pt x="206" y="2091"/>
                </a:lnTo>
                <a:lnTo>
                  <a:pt x="2097" y="2091"/>
                </a:lnTo>
                <a:lnTo>
                  <a:pt x="2097" y="205"/>
                </a:lnTo>
                <a:close/>
                <a:moveTo>
                  <a:pt x="1887" y="0"/>
                </a:moveTo>
                <a:lnTo>
                  <a:pt x="1887" y="1887"/>
                </a:lnTo>
                <a:lnTo>
                  <a:pt x="1" y="1887"/>
                </a:lnTo>
                <a:lnTo>
                  <a:pt x="1" y="3013"/>
                </a:lnTo>
                <a:lnTo>
                  <a:pt x="1887" y="3013"/>
                </a:lnTo>
                <a:lnTo>
                  <a:pt x="1887" y="4899"/>
                </a:lnTo>
                <a:lnTo>
                  <a:pt x="3008" y="4899"/>
                </a:lnTo>
                <a:lnTo>
                  <a:pt x="3008" y="3008"/>
                </a:lnTo>
                <a:lnTo>
                  <a:pt x="4899" y="3008"/>
                </a:lnTo>
                <a:lnTo>
                  <a:pt x="4899" y="1887"/>
                </a:lnTo>
                <a:lnTo>
                  <a:pt x="3008" y="1887"/>
                </a:lnTo>
                <a:lnTo>
                  <a:pt x="3008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33" name="Rectangle 532"/>
          <p:cNvSpPr/>
          <p:nvPr/>
        </p:nvSpPr>
        <p:spPr>
          <a:xfrm>
            <a:off x="714240" y="371520"/>
            <a:ext cx="7705440" cy="447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 fontScale="775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00" b="1" u="none" strike="noStrike">
                <a:solidFill>
                  <a:srgbClr val="0B352D"/>
                </a:solidFill>
                <a:effectLst/>
                <a:uFillTx/>
                <a:latin typeface="Candal"/>
              </a:rPr>
              <a:t>Missed Follow-ups Cost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34" name="Rectangle 533"/>
          <p:cNvSpPr/>
          <p:nvPr/>
        </p:nvSpPr>
        <p:spPr>
          <a:xfrm>
            <a:off x="790560" y="1514520"/>
            <a:ext cx="3933360" cy="281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rmAutofit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62708"/>
                </a:solidFill>
                <a:effectLst/>
                <a:uFillTx/>
                <a:latin typeface="Armata"/>
              </a:rPr>
              <a:t>When a follow-up is missed, treatment is delayed, and patient outcomes worsen. Delays ripple through care plans, increasing risk and reducing the chance of remission or timely intervention. Operationally, clinics triage thousands of follow-ups monthly, and manual review misses who needs care now, wasting clinician time and precious resources.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Rounded Rectangle 534"/>
          <p:cNvSpPr/>
          <p:nvPr/>
        </p:nvSpPr>
        <p:spPr>
          <a:xfrm>
            <a:off x="4952880" y="343080"/>
            <a:ext cx="3714480" cy="129492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B352D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vertOverflow="clip"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36" name="Rounded Rectangle 535"/>
          <p:cNvSpPr/>
          <p:nvPr/>
        </p:nvSpPr>
        <p:spPr>
          <a:xfrm>
            <a:off x="4952880" y="1847880"/>
            <a:ext cx="3714480" cy="129492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B352D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vertOverflow="clip"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37" name="Rounded Rectangle 536"/>
          <p:cNvSpPr/>
          <p:nvPr/>
        </p:nvSpPr>
        <p:spPr>
          <a:xfrm>
            <a:off x="4952880" y="3352680"/>
            <a:ext cx="3714480" cy="129492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B352D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vertOverflow="clip"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38" name="Rectangle 537"/>
          <p:cNvSpPr/>
          <p:nvPr/>
        </p:nvSpPr>
        <p:spPr>
          <a:xfrm>
            <a:off x="476280" y="380880"/>
            <a:ext cx="3619080" cy="732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 fontScale="80000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B352D"/>
                </a:solidFill>
                <a:effectLst/>
                <a:uFillTx/>
                <a:latin typeface="Candal"/>
              </a:rPr>
              <a:t>Missed Follow-Ups Impact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39" name="Rectangle 538"/>
          <p:cNvSpPr/>
          <p:nvPr/>
        </p:nvSpPr>
        <p:spPr>
          <a:xfrm>
            <a:off x="476280" y="3429000"/>
            <a:ext cx="3619080" cy="790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62708"/>
                </a:solidFill>
                <a:effectLst/>
                <a:uFillTx/>
                <a:latin typeface="Armata"/>
              </a:rPr>
              <a:t>Missed follow-ups translate to worse outcomes and tangible costs across care delivery.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40" name="Rectangle 539"/>
          <p:cNvSpPr/>
          <p:nvPr/>
        </p:nvSpPr>
        <p:spPr>
          <a:xfrm>
            <a:off x="5219640" y="380880"/>
            <a:ext cx="3180960" cy="7045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 fontScale="90000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0B352D"/>
                </a:solidFill>
                <a:effectLst/>
                <a:uFillTx/>
                <a:latin typeface="Candal"/>
              </a:rPr>
              <a:t>12%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41" name="Rectangle 540"/>
          <p:cNvSpPr/>
          <p:nvPr/>
        </p:nvSpPr>
        <p:spPr>
          <a:xfrm>
            <a:off x="5219640" y="990720"/>
            <a:ext cx="318096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62708"/>
                </a:solidFill>
                <a:effectLst/>
                <a:uFillTx/>
                <a:latin typeface="Armata"/>
              </a:rPr>
              <a:t>Average missed follow-ups rate in comparable clinics.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42" name="Rectangle 541"/>
          <p:cNvSpPr/>
          <p:nvPr/>
        </p:nvSpPr>
        <p:spPr>
          <a:xfrm>
            <a:off x="5219640" y="1886040"/>
            <a:ext cx="3180960" cy="7045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 fontScale="90000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0B352D"/>
                </a:solidFill>
                <a:effectLst/>
                <a:uFillTx/>
                <a:latin typeface="Candal"/>
              </a:rPr>
              <a:t>3×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43" name="Rectangle 542"/>
          <p:cNvSpPr/>
          <p:nvPr/>
        </p:nvSpPr>
        <p:spPr>
          <a:xfrm>
            <a:off x="5219640" y="2495520"/>
            <a:ext cx="318096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62708"/>
                </a:solidFill>
                <a:effectLst/>
                <a:uFillTx/>
                <a:latin typeface="Armata"/>
              </a:rPr>
              <a:t>Higher dropout risk for patients with ≥2 missed visits.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44" name="Rectangle 543"/>
          <p:cNvSpPr/>
          <p:nvPr/>
        </p:nvSpPr>
        <p:spPr>
          <a:xfrm>
            <a:off x="5219640" y="3390840"/>
            <a:ext cx="3180960" cy="7045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 fontScale="90000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0B352D"/>
                </a:solidFill>
                <a:effectLst/>
                <a:uFillTx/>
                <a:latin typeface="Candal"/>
              </a:rPr>
              <a:t>120 staff‑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45" name="Rectangle 544"/>
          <p:cNvSpPr/>
          <p:nvPr/>
        </p:nvSpPr>
        <p:spPr>
          <a:xfrm>
            <a:off x="5219640" y="4000680"/>
            <a:ext cx="318096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62708"/>
                </a:solidFill>
                <a:effectLst/>
                <a:uFillTx/>
                <a:latin typeface="Armata"/>
              </a:rPr>
              <a:t>Hours spent by admin outreach per 1,000 follow-ups to attempt contact.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215" y="1132205"/>
            <a:ext cx="4072890" cy="20326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Rectangle 545"/>
          <p:cNvSpPr/>
          <p:nvPr/>
        </p:nvSpPr>
        <p:spPr>
          <a:xfrm>
            <a:off x="476280" y="380880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B352D"/>
                </a:solidFill>
                <a:effectLst/>
                <a:uFillTx/>
                <a:latin typeface="Candal"/>
              </a:rPr>
              <a:t>Predictive, Explainable Wins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47" name="Rectangle 546"/>
          <p:cNvSpPr/>
          <p:nvPr/>
        </p:nvSpPr>
        <p:spPr>
          <a:xfrm>
            <a:off x="476280" y="1333440"/>
            <a:ext cx="3904920" cy="885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62708"/>
                </a:solidFill>
                <a:effectLst/>
                <a:uFillTx/>
                <a:latin typeface="Armata"/>
              </a:rPr>
              <a:t>Calendar views plus manual outreach drive follow-ups, but with limited precision and low trust. Outreach is reactive, often missing high-risk patients and wasting staff time.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48" name="Rectangle 547"/>
          <p:cNvSpPr/>
          <p:nvPr/>
        </p:nvSpPr>
        <p:spPr>
          <a:xfrm>
            <a:off x="4762440" y="1333440"/>
            <a:ext cx="390492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62708"/>
                </a:solidFill>
                <a:effectLst/>
                <a:uFillTx/>
                <a:latin typeface="Armata"/>
              </a:rPr>
              <a:t>A risk score with feature-level explanations guides proactive outreach. A prioritized queue focuses on the patients most likely to miss visits, boosting staff confidence and efficiency. Example: 200 upcoming visits in calendar vs. AI surfacing the top 40 patients responsible for ~75% of expected no‑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49" name="Rectangle 548"/>
          <p:cNvSpPr/>
          <p:nvPr/>
        </p:nvSpPr>
        <p:spPr>
          <a:xfrm>
            <a:off x="476280" y="4381560"/>
            <a:ext cx="819108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62708"/>
                </a:solidFill>
                <a:effectLst/>
                <a:uFillTx/>
                <a:latin typeface="Armata"/>
              </a:rPr>
              <a:t>Predictive risk with explanations enables proactive, trusted follow-up.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Rounded Rectangle 549"/>
          <p:cNvSpPr/>
          <p:nvPr/>
        </p:nvSpPr>
        <p:spPr>
          <a:xfrm>
            <a:off x="1724040" y="2104920"/>
            <a:ext cx="114120" cy="9000"/>
          </a:xfrm>
          <a:prstGeom prst="roundRect">
            <a:avLst>
              <a:gd name="adj" fmla="val 16667"/>
            </a:avLst>
          </a:prstGeom>
          <a:solidFill>
            <a:srgbClr val="0B352D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vertOverflow="clip" lIns="90000" tIns="-36720" rIns="90000" bIns="-367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51" name="Rounded Rectangle 550"/>
          <p:cNvSpPr/>
          <p:nvPr/>
        </p:nvSpPr>
        <p:spPr>
          <a:xfrm>
            <a:off x="3086280" y="2104920"/>
            <a:ext cx="114120" cy="9000"/>
          </a:xfrm>
          <a:prstGeom prst="roundRect">
            <a:avLst>
              <a:gd name="adj" fmla="val 16667"/>
            </a:avLst>
          </a:prstGeom>
          <a:solidFill>
            <a:srgbClr val="0B352D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vertOverflow="clip" lIns="90000" tIns="-36720" rIns="90000" bIns="-367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52" name="Rounded Rectangle 551"/>
          <p:cNvSpPr/>
          <p:nvPr/>
        </p:nvSpPr>
        <p:spPr>
          <a:xfrm>
            <a:off x="4448160" y="2104920"/>
            <a:ext cx="114120" cy="9000"/>
          </a:xfrm>
          <a:prstGeom prst="roundRect">
            <a:avLst>
              <a:gd name="adj" fmla="val 16667"/>
            </a:avLst>
          </a:prstGeom>
          <a:solidFill>
            <a:srgbClr val="0B352D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vertOverflow="clip" lIns="90000" tIns="-36720" rIns="90000" bIns="-367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53" name="Rounded Rectangle 552"/>
          <p:cNvSpPr/>
          <p:nvPr/>
        </p:nvSpPr>
        <p:spPr>
          <a:xfrm>
            <a:off x="5810400" y="2104920"/>
            <a:ext cx="114120" cy="9000"/>
          </a:xfrm>
          <a:prstGeom prst="roundRect">
            <a:avLst>
              <a:gd name="adj" fmla="val 16667"/>
            </a:avLst>
          </a:prstGeom>
          <a:solidFill>
            <a:srgbClr val="0B352D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vertOverflow="clip" lIns="90000" tIns="-36720" rIns="90000" bIns="-367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54" name="Rounded Rectangle 553"/>
          <p:cNvSpPr/>
          <p:nvPr/>
        </p:nvSpPr>
        <p:spPr>
          <a:xfrm>
            <a:off x="7172280" y="2104920"/>
            <a:ext cx="114120" cy="9000"/>
          </a:xfrm>
          <a:prstGeom prst="roundRect">
            <a:avLst>
              <a:gd name="adj" fmla="val 16667"/>
            </a:avLst>
          </a:prstGeom>
          <a:solidFill>
            <a:srgbClr val="0B352D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vertOverflow="clip" lIns="90000" tIns="-36720" rIns="90000" bIns="-367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55" name="Rounded Rectangle 554"/>
          <p:cNvSpPr/>
          <p:nvPr/>
        </p:nvSpPr>
        <p:spPr>
          <a:xfrm>
            <a:off x="476280" y="2000160"/>
            <a:ext cx="1247400" cy="20916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B352D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vertOverflow="clip"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56" name="Rounded Rectangle 555"/>
          <p:cNvSpPr/>
          <p:nvPr/>
        </p:nvSpPr>
        <p:spPr>
          <a:xfrm>
            <a:off x="1095480" y="2209680"/>
            <a:ext cx="9000" cy="323640"/>
          </a:xfrm>
          <a:prstGeom prst="roundRect">
            <a:avLst>
              <a:gd name="adj" fmla="val 16667"/>
            </a:avLst>
          </a:prstGeom>
          <a:solidFill>
            <a:srgbClr val="0B352D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vertOverflow="clip"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57" name="Rounded Rectangle 556"/>
          <p:cNvSpPr/>
          <p:nvPr/>
        </p:nvSpPr>
        <p:spPr>
          <a:xfrm>
            <a:off x="1838160" y="2000160"/>
            <a:ext cx="1247400" cy="20916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B352D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vertOverflow="clip"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58" name="Rounded Rectangle 557"/>
          <p:cNvSpPr/>
          <p:nvPr/>
        </p:nvSpPr>
        <p:spPr>
          <a:xfrm>
            <a:off x="2457360" y="2209680"/>
            <a:ext cx="9000" cy="323640"/>
          </a:xfrm>
          <a:prstGeom prst="roundRect">
            <a:avLst>
              <a:gd name="adj" fmla="val 16667"/>
            </a:avLst>
          </a:prstGeom>
          <a:solidFill>
            <a:srgbClr val="0B352D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vertOverflow="clip"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59" name="Rounded Rectangle 558"/>
          <p:cNvSpPr/>
          <p:nvPr/>
        </p:nvSpPr>
        <p:spPr>
          <a:xfrm>
            <a:off x="3200400" y="2000160"/>
            <a:ext cx="1247400" cy="20916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B352D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vertOverflow="clip"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60" name="Rounded Rectangle 559"/>
          <p:cNvSpPr/>
          <p:nvPr/>
        </p:nvSpPr>
        <p:spPr>
          <a:xfrm>
            <a:off x="3819600" y="2209680"/>
            <a:ext cx="9000" cy="323640"/>
          </a:xfrm>
          <a:prstGeom prst="roundRect">
            <a:avLst>
              <a:gd name="adj" fmla="val 16667"/>
            </a:avLst>
          </a:prstGeom>
          <a:solidFill>
            <a:srgbClr val="0B352D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vertOverflow="clip"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61" name="Rounded Rectangle 560"/>
          <p:cNvSpPr/>
          <p:nvPr/>
        </p:nvSpPr>
        <p:spPr>
          <a:xfrm>
            <a:off x="4562640" y="2000160"/>
            <a:ext cx="1247400" cy="20916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B352D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vertOverflow="clip"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62" name="Rounded Rectangle 561"/>
          <p:cNvSpPr/>
          <p:nvPr/>
        </p:nvSpPr>
        <p:spPr>
          <a:xfrm>
            <a:off x="5181480" y="2209680"/>
            <a:ext cx="9000" cy="323640"/>
          </a:xfrm>
          <a:prstGeom prst="roundRect">
            <a:avLst>
              <a:gd name="adj" fmla="val 16667"/>
            </a:avLst>
          </a:prstGeom>
          <a:solidFill>
            <a:srgbClr val="0B352D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vertOverflow="clip"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63" name="Rounded Rectangle 562"/>
          <p:cNvSpPr/>
          <p:nvPr/>
        </p:nvSpPr>
        <p:spPr>
          <a:xfrm>
            <a:off x="5924520" y="2000160"/>
            <a:ext cx="1247400" cy="20916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B352D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vertOverflow="clip"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64" name="Rounded Rectangle 563"/>
          <p:cNvSpPr/>
          <p:nvPr/>
        </p:nvSpPr>
        <p:spPr>
          <a:xfrm>
            <a:off x="6543720" y="2209680"/>
            <a:ext cx="9000" cy="323640"/>
          </a:xfrm>
          <a:prstGeom prst="roundRect">
            <a:avLst>
              <a:gd name="adj" fmla="val 16667"/>
            </a:avLst>
          </a:prstGeom>
          <a:solidFill>
            <a:srgbClr val="0B352D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vertOverflow="clip"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65" name="Rounded Rectangle 564"/>
          <p:cNvSpPr/>
          <p:nvPr/>
        </p:nvSpPr>
        <p:spPr>
          <a:xfrm>
            <a:off x="7286760" y="2000160"/>
            <a:ext cx="1247400" cy="20916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B352D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vertOverflow="clip"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66" name="Rounded Rectangle 565"/>
          <p:cNvSpPr/>
          <p:nvPr/>
        </p:nvSpPr>
        <p:spPr>
          <a:xfrm>
            <a:off x="7905600" y="2209680"/>
            <a:ext cx="9000" cy="323640"/>
          </a:xfrm>
          <a:prstGeom prst="roundRect">
            <a:avLst>
              <a:gd name="adj" fmla="val 16667"/>
            </a:avLst>
          </a:prstGeom>
          <a:solidFill>
            <a:srgbClr val="0B352D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vertOverflow="clip"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67" name="Rectangle 566"/>
          <p:cNvSpPr/>
          <p:nvPr/>
        </p:nvSpPr>
        <p:spPr>
          <a:xfrm>
            <a:off x="476280" y="380880"/>
            <a:ext cx="819108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B352D"/>
                </a:solidFill>
                <a:effectLst/>
                <a:uFillTx/>
                <a:latin typeface="Candal"/>
              </a:rPr>
              <a:t>Operational Inputs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68" name="Rectangle 567"/>
          <p:cNvSpPr/>
          <p:nvPr/>
        </p:nvSpPr>
        <p:spPr>
          <a:xfrm>
            <a:off x="476280" y="1219320"/>
            <a:ext cx="1247400" cy="580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B352D"/>
                </a:solidFill>
                <a:effectLst/>
                <a:uFillTx/>
                <a:latin typeface="Candal"/>
              </a:rPr>
              <a:t>Prev history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69" name="Rectangle 568"/>
          <p:cNvSpPr/>
          <p:nvPr/>
        </p:nvSpPr>
        <p:spPr>
          <a:xfrm>
            <a:off x="476280" y="2619360"/>
            <a:ext cx="1247400" cy="2895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62708"/>
                </a:solidFill>
                <a:effectLst/>
                <a:uFillTx/>
                <a:latin typeface="Armata"/>
              </a:rPr>
              <a:t>Attendance patterns and variability from past visits; operational, non-sensitive trend data (e.g., P-1024 shows variable attendance).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70" name="Rectangle 569"/>
          <p:cNvSpPr/>
          <p:nvPr/>
        </p:nvSpPr>
        <p:spPr>
          <a:xfrm>
            <a:off x="1838160" y="1219320"/>
            <a:ext cx="1247400" cy="580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B352D"/>
                </a:solidFill>
                <a:effectLst/>
                <a:uFillTx/>
                <a:latin typeface="Candal"/>
              </a:rPr>
              <a:t>Missed shows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71" name="Rectangle 570"/>
          <p:cNvSpPr/>
          <p:nvPr/>
        </p:nvSpPr>
        <p:spPr>
          <a:xfrm>
            <a:off x="1838160" y="2619360"/>
            <a:ext cx="1247400" cy="2342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62708"/>
                </a:solidFill>
                <a:effectLst/>
                <a:uFillTx/>
                <a:latin typeface="Armata"/>
              </a:rPr>
              <a:t>Count of prior no-shows; high weight among inputs; reflects historical access and reliability (e.g., P-1024 = 4).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72" name="Rectangle 571"/>
          <p:cNvSpPr/>
          <p:nvPr/>
        </p:nvSpPr>
        <p:spPr>
          <a:xfrm>
            <a:off x="3200400" y="1219320"/>
            <a:ext cx="124740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B352D"/>
                </a:solidFill>
                <a:effectLst/>
                <a:uFillTx/>
                <a:latin typeface="Candal"/>
              </a:rPr>
              <a:t>Distance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73" name="Rectangle 572"/>
          <p:cNvSpPr/>
          <p:nvPr/>
        </p:nvSpPr>
        <p:spPr>
          <a:xfrm>
            <a:off x="3200400" y="2619360"/>
            <a:ext cx="1247400" cy="1980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62708"/>
                </a:solidFill>
                <a:effectLst/>
                <a:uFillTx/>
                <a:latin typeface="Armata"/>
              </a:rPr>
              <a:t>Approximate patient distance from hospital; operational geography data (e.g., P-1024 = 31 km).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74" name="Rectangle 573"/>
          <p:cNvSpPr/>
          <p:nvPr/>
        </p:nvSpPr>
        <p:spPr>
          <a:xfrm>
            <a:off x="4562640" y="1219320"/>
            <a:ext cx="1247400" cy="790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B352D"/>
                </a:solidFill>
                <a:effectLst/>
                <a:uFillTx/>
                <a:latin typeface="Candal"/>
              </a:rPr>
              <a:t>Treatment duration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75" name="Rectangle 574"/>
          <p:cNvSpPr/>
          <p:nvPr/>
        </p:nvSpPr>
        <p:spPr>
          <a:xfrm>
            <a:off x="4562640" y="2619360"/>
            <a:ext cx="124740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62708"/>
                </a:solidFill>
                <a:effectLst/>
                <a:uFillTx/>
                <a:latin typeface="Armata"/>
              </a:rPr>
              <a:t>Months on active therapy; continuity indicator (e.g., P-1024 = 8 months).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76" name="Rectangle 575"/>
          <p:cNvSpPr/>
          <p:nvPr/>
        </p:nvSpPr>
        <p:spPr>
          <a:xfrm>
            <a:off x="5924520" y="1219320"/>
            <a:ext cx="1247400" cy="790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B352D"/>
                </a:solidFill>
                <a:effectLst/>
                <a:uFillTx/>
                <a:latin typeface="Candal"/>
              </a:rPr>
              <a:t>Appointment cadence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77" name="Rectangle 576"/>
          <p:cNvSpPr/>
          <p:nvPr/>
        </p:nvSpPr>
        <p:spPr>
          <a:xfrm>
            <a:off x="5924520" y="2619360"/>
            <a:ext cx="124740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62708"/>
                </a:solidFill>
                <a:effectLst/>
                <a:uFillTx/>
                <a:latin typeface="Armata"/>
              </a:rPr>
              <a:t>Cadence of follow-ups and scheduling rhythm (e.g., P-1024 = weekly).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78" name="Rectangle 577"/>
          <p:cNvSpPr/>
          <p:nvPr/>
        </p:nvSpPr>
        <p:spPr>
          <a:xfrm>
            <a:off x="7286760" y="1219320"/>
            <a:ext cx="1247400" cy="580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B352D"/>
                </a:solidFill>
                <a:effectLst/>
                <a:uFillTx/>
                <a:latin typeface="Candal"/>
              </a:rPr>
              <a:t>Age factor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79" name="Rectangle 578"/>
          <p:cNvSpPr/>
          <p:nvPr/>
        </p:nvSpPr>
        <p:spPr>
          <a:xfrm>
            <a:off x="7286760" y="2619360"/>
            <a:ext cx="1247400" cy="1247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62708"/>
                </a:solidFill>
                <a:effectLst/>
                <a:uFillTx/>
                <a:latin typeface="Armata"/>
              </a:rPr>
              <a:t>Age as a minor contributor in prototype (e.g., P-1024 = 68).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Rectangle 579"/>
          <p:cNvSpPr/>
          <p:nvPr/>
        </p:nvSpPr>
        <p:spPr>
          <a:xfrm>
            <a:off x="476280" y="380880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B352D"/>
                </a:solidFill>
                <a:effectLst/>
                <a:uFillTx/>
                <a:latin typeface="Candal"/>
              </a:rPr>
              <a:t>Explainable Risk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81" name="Rectangle 580"/>
          <p:cNvSpPr/>
          <p:nvPr/>
        </p:nvSpPr>
        <p:spPr>
          <a:xfrm>
            <a:off x="476280" y="1428840"/>
            <a:ext cx="238104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62708"/>
                </a:solidFill>
                <a:effectLst/>
                <a:uFillTx/>
                <a:latin typeface="Armata"/>
              </a:rPr>
              <a:t>Risk score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82" name="Rectangle 581"/>
          <p:cNvSpPr/>
          <p:nvPr/>
        </p:nvSpPr>
        <p:spPr>
          <a:xfrm>
            <a:off x="3048120" y="1428840"/>
            <a:ext cx="2571480" cy="7045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62708"/>
                </a:solidFill>
                <a:effectLst/>
                <a:uFillTx/>
                <a:latin typeface="Armata"/>
              </a:rPr>
              <a:t>0–29 Low, 30–59 Medium, 60–100 High; high band triggers proactive outreach.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83" name="Rectangle 582"/>
          <p:cNvSpPr/>
          <p:nvPr/>
        </p:nvSpPr>
        <p:spPr>
          <a:xfrm>
            <a:off x="5810400" y="1428840"/>
            <a:ext cx="2857320" cy="1066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0" b="1" u="none" strike="noStrike">
                <a:solidFill>
                  <a:srgbClr val="0B352D"/>
                </a:solidFill>
                <a:effectLst/>
                <a:uFillTx/>
                <a:latin typeface="Candal"/>
              </a:rPr>
              <a:t>72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84" name="Rectangle 583"/>
          <p:cNvSpPr/>
          <p:nvPr/>
        </p:nvSpPr>
        <p:spPr>
          <a:xfrm>
            <a:off x="476280" y="2505240"/>
            <a:ext cx="238104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62708"/>
                </a:solidFill>
                <a:effectLst/>
                <a:uFillTx/>
                <a:latin typeface="Armata"/>
              </a:rPr>
              <a:t>Missed appointments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85" name="Rectangle 584"/>
          <p:cNvSpPr/>
          <p:nvPr/>
        </p:nvSpPr>
        <p:spPr>
          <a:xfrm>
            <a:off x="3048120" y="2505240"/>
            <a:ext cx="257148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62708"/>
                </a:solidFill>
                <a:effectLst/>
                <a:uFillTx/>
                <a:latin typeface="Armata"/>
              </a:rPr>
              <a:t>Primary lever: 4 misses in 12 months.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86" name="Rectangle 585"/>
          <p:cNvSpPr/>
          <p:nvPr/>
        </p:nvSpPr>
        <p:spPr>
          <a:xfrm>
            <a:off x="5810400" y="2505240"/>
            <a:ext cx="2857320" cy="1066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0" b="1" u="none" strike="noStrike">
                <a:solidFill>
                  <a:srgbClr val="0B352D"/>
                </a:solidFill>
                <a:effectLst/>
                <a:uFillTx/>
                <a:latin typeface="Candal"/>
              </a:rPr>
              <a:t>+40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87" name="Rectangle 586"/>
          <p:cNvSpPr/>
          <p:nvPr/>
        </p:nvSpPr>
        <p:spPr>
          <a:xfrm>
            <a:off x="476280" y="3581280"/>
            <a:ext cx="238104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62708"/>
                </a:solidFill>
                <a:effectLst/>
                <a:uFillTx/>
                <a:latin typeface="Armata"/>
              </a:rPr>
              <a:t>Distance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88" name="Rectangle 587"/>
          <p:cNvSpPr/>
          <p:nvPr/>
        </p:nvSpPr>
        <p:spPr>
          <a:xfrm>
            <a:off x="3048120" y="3581280"/>
            <a:ext cx="257148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62708"/>
                </a:solidFill>
                <a:effectLst/>
                <a:uFillTx/>
                <a:latin typeface="Armata"/>
              </a:rPr>
              <a:t>Adds to score based on travel burden.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89" name="Rectangle 588"/>
          <p:cNvSpPr/>
          <p:nvPr/>
        </p:nvSpPr>
        <p:spPr>
          <a:xfrm>
            <a:off x="5810400" y="3581280"/>
            <a:ext cx="2857320" cy="1066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0" b="1" u="none" strike="noStrike">
                <a:solidFill>
                  <a:srgbClr val="0B352D"/>
                </a:solidFill>
                <a:effectLst/>
                <a:uFillTx/>
                <a:latin typeface="Candal"/>
              </a:rPr>
              <a:t>+11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Rounded Rectangle 589"/>
          <p:cNvSpPr/>
          <p:nvPr/>
        </p:nvSpPr>
        <p:spPr>
          <a:xfrm>
            <a:off x="476280" y="1866960"/>
            <a:ext cx="2495160" cy="280008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B352D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vertOverflow="clip"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91" name="Rounded Rectangle 590"/>
          <p:cNvSpPr/>
          <p:nvPr/>
        </p:nvSpPr>
        <p:spPr>
          <a:xfrm>
            <a:off x="3200400" y="1866960"/>
            <a:ext cx="2495160" cy="280008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B352D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vertOverflow="clip"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92" name="Rounded Rectangle 591"/>
          <p:cNvSpPr/>
          <p:nvPr/>
        </p:nvSpPr>
        <p:spPr>
          <a:xfrm>
            <a:off x="5924520" y="1866960"/>
            <a:ext cx="2495160" cy="280008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B352D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vertOverflow="clip"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93" name="Rectangle 592"/>
          <p:cNvSpPr/>
          <p:nvPr/>
        </p:nvSpPr>
        <p:spPr>
          <a:xfrm>
            <a:off x="476280" y="380880"/>
            <a:ext cx="819108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B352D"/>
                </a:solidFill>
                <a:effectLst/>
                <a:uFillTx/>
                <a:latin typeface="Candal"/>
              </a:rPr>
              <a:t>Pilot Timeline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94" name="Rectangle 593"/>
          <p:cNvSpPr/>
          <p:nvPr/>
        </p:nvSpPr>
        <p:spPr>
          <a:xfrm>
            <a:off x="476280" y="1238400"/>
            <a:ext cx="249516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B352D"/>
                </a:solidFill>
                <a:effectLst/>
                <a:uFillTx/>
                <a:latin typeface="Candal"/>
              </a:rPr>
              <a:t>01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95" name="Rectangle 594"/>
          <p:cNvSpPr/>
          <p:nvPr/>
        </p:nvSpPr>
        <p:spPr>
          <a:xfrm>
            <a:off x="666720" y="2133720"/>
            <a:ext cx="2114280" cy="7045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B352D"/>
                </a:solidFill>
                <a:effectLst/>
                <a:uFillTx/>
                <a:latin typeface="Candal"/>
              </a:rPr>
              <a:t>Integrate Feed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96" name="Rectangle 595"/>
          <p:cNvSpPr/>
          <p:nvPr/>
        </p:nvSpPr>
        <p:spPr>
          <a:xfrm>
            <a:off x="666720" y="2666880"/>
            <a:ext cx="2114280" cy="885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62708"/>
                </a:solidFill>
                <a:effectLst/>
                <a:uFillTx/>
                <a:latin typeface="Armata"/>
              </a:rPr>
              <a:t>Connect appointment data for one clinic and start a 6-week prediction window.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97" name="Rectangle 596"/>
          <p:cNvSpPr/>
          <p:nvPr/>
        </p:nvSpPr>
        <p:spPr>
          <a:xfrm>
            <a:off x="3200400" y="1238400"/>
            <a:ext cx="249516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B352D"/>
                </a:solidFill>
                <a:effectLst/>
                <a:uFillTx/>
                <a:latin typeface="Candal"/>
              </a:rPr>
              <a:t>02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98" name="Rectangle 597"/>
          <p:cNvSpPr/>
          <p:nvPr/>
        </p:nvSpPr>
        <p:spPr>
          <a:xfrm>
            <a:off x="3390840" y="2133720"/>
            <a:ext cx="2114280" cy="7045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B352D"/>
                </a:solidFill>
                <a:effectLst/>
                <a:uFillTx/>
                <a:latin typeface="Candal"/>
              </a:rPr>
              <a:t>Triage High‑Risk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99" name="Rectangle 598"/>
          <p:cNvSpPr/>
          <p:nvPr/>
        </p:nvSpPr>
        <p:spPr>
          <a:xfrm>
            <a:off x="3390840" y="2666880"/>
            <a:ext cx="2114280" cy="1247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62708"/>
                </a:solidFill>
                <a:effectLst/>
                <a:uFillTx/>
                <a:latin typeface="Armata"/>
              </a:rPr>
              <a:t>Identify the top 200 predicted high-risk patients for targeted outreach with recommended interventions.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00" name="Rectangle 599"/>
          <p:cNvSpPr/>
          <p:nvPr/>
        </p:nvSpPr>
        <p:spPr>
          <a:xfrm>
            <a:off x="5924520" y="1238400"/>
            <a:ext cx="249516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B352D"/>
                </a:solidFill>
                <a:effectLst/>
                <a:uFillTx/>
                <a:latin typeface="Candal"/>
              </a:rPr>
              <a:t>03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01" name="Rectangle 600"/>
          <p:cNvSpPr/>
          <p:nvPr/>
        </p:nvSpPr>
        <p:spPr>
          <a:xfrm>
            <a:off x="6114960" y="2133720"/>
            <a:ext cx="2114280" cy="7045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B352D"/>
                </a:solidFill>
                <a:effectLst/>
                <a:uFillTx/>
                <a:latin typeface="Candal"/>
              </a:rPr>
              <a:t>Measure Outcomes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02" name="Rectangle 601"/>
          <p:cNvSpPr/>
          <p:nvPr/>
        </p:nvSpPr>
        <p:spPr>
          <a:xfrm>
            <a:off x="6114960" y="2666880"/>
            <a:ext cx="2114280" cy="1066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62708"/>
                </a:solidFill>
                <a:effectLst/>
                <a:uFillTx/>
                <a:latin typeface="Armata"/>
              </a:rPr>
              <a:t>Track missed-visit reductions, time saved per 1,000 appointments, and staff acceptance.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3" name="Google Shape;3769;p74"/>
          <p:cNvGrpSpPr/>
          <p:nvPr/>
        </p:nvGrpSpPr>
        <p:grpSpPr>
          <a:xfrm>
            <a:off x="5140440" y="1717200"/>
            <a:ext cx="2779920" cy="2347200"/>
            <a:chOff x="5140440" y="1717200"/>
            <a:chExt cx="2779920" cy="2347200"/>
          </a:xfrm>
        </p:grpSpPr>
        <p:sp>
          <p:nvSpPr>
            <p:cNvPr id="604" name="Google Shape;3770;p74"/>
            <p:cNvSpPr/>
            <p:nvPr/>
          </p:nvSpPr>
          <p:spPr>
            <a:xfrm rot="489600">
              <a:off x="5504040" y="2258640"/>
              <a:ext cx="1003680" cy="153000"/>
            </a:xfrm>
            <a:custGeom>
              <a:avLst/>
              <a:gdLst>
                <a:gd name="textAreaLeft" fmla="*/ 0 w 1003680"/>
                <a:gd name="textAreaRight" fmla="*/ 1004040 w 1003680"/>
                <a:gd name="textAreaTop" fmla="*/ 0 h 153000"/>
                <a:gd name="textAreaBottom" fmla="*/ 153360 h 153000"/>
              </a:gdLst>
              <a:ahLst/>
              <a:cxnLst/>
              <a:rect l="textAreaLeft" t="textAreaTop" r="textAreaRight" b="textAreaBottom"/>
              <a:pathLst>
                <a:path w="18528" h="2828">
                  <a:moveTo>
                    <a:pt x="5552" y="0"/>
                  </a:moveTo>
                  <a:cubicBezTo>
                    <a:pt x="4968" y="419"/>
                    <a:pt x="4363" y="809"/>
                    <a:pt x="3739" y="1160"/>
                  </a:cubicBezTo>
                  <a:cubicBezTo>
                    <a:pt x="2545" y="1828"/>
                    <a:pt x="1297" y="2384"/>
                    <a:pt x="1" y="2827"/>
                  </a:cubicBezTo>
                  <a:lnTo>
                    <a:pt x="18528" y="2827"/>
                  </a:lnTo>
                  <a:lnTo>
                    <a:pt x="18528" y="0"/>
                  </a:lnTo>
                  <a:close/>
                </a:path>
              </a:pathLst>
            </a:custGeom>
            <a:solidFill>
              <a:srgbClr val="38544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6680" bIns="76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5" name="Google Shape;3771;p74"/>
            <p:cNvSpPr/>
            <p:nvPr/>
          </p:nvSpPr>
          <p:spPr>
            <a:xfrm rot="489600">
              <a:off x="5825160" y="2128680"/>
              <a:ext cx="702720" cy="153000"/>
            </a:xfrm>
            <a:custGeom>
              <a:avLst/>
              <a:gdLst>
                <a:gd name="textAreaLeft" fmla="*/ 0 w 702720"/>
                <a:gd name="textAreaRight" fmla="*/ 703080 w 702720"/>
                <a:gd name="textAreaTop" fmla="*/ 0 h 153000"/>
                <a:gd name="textAreaBottom" fmla="*/ 153360 h 153000"/>
              </a:gdLst>
              <a:ahLst/>
              <a:cxnLst/>
              <a:rect l="textAreaLeft" t="textAreaTop" r="textAreaRight" b="textAreaBottom"/>
              <a:pathLst>
                <a:path w="12976" h="2828">
                  <a:moveTo>
                    <a:pt x="3052" y="0"/>
                  </a:moveTo>
                  <a:cubicBezTo>
                    <a:pt x="2155" y="1063"/>
                    <a:pt x="1126" y="2013"/>
                    <a:pt x="0" y="2827"/>
                  </a:cubicBezTo>
                  <a:lnTo>
                    <a:pt x="12976" y="2827"/>
                  </a:lnTo>
                  <a:lnTo>
                    <a:pt x="12976" y="0"/>
                  </a:lnTo>
                  <a:close/>
                </a:path>
              </a:pathLst>
            </a:custGeom>
            <a:solidFill>
              <a:srgbClr val="38544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6680" bIns="76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6" name="Google Shape;3772;p74"/>
            <p:cNvSpPr/>
            <p:nvPr/>
          </p:nvSpPr>
          <p:spPr>
            <a:xfrm rot="489600">
              <a:off x="6211080" y="1843920"/>
              <a:ext cx="369360" cy="1044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0440"/>
                <a:gd name="textAreaBottom" fmla="*/ 10800 h 10440"/>
              </a:gdLst>
              <a:ahLst/>
              <a:cxnLst/>
              <a:rect l="textAreaLeft" t="textAreaTop" r="textAreaRight" b="textAreaBottom"/>
              <a:pathLst>
                <a:path w="6825" h="201">
                  <a:moveTo>
                    <a:pt x="1" y="1"/>
                  </a:moveTo>
                  <a:lnTo>
                    <a:pt x="1" y="201"/>
                  </a:lnTo>
                  <a:lnTo>
                    <a:pt x="6825" y="201"/>
                  </a:lnTo>
                  <a:lnTo>
                    <a:pt x="6825" y="1"/>
                  </a:lnTo>
                  <a:close/>
                </a:path>
              </a:pathLst>
            </a:custGeom>
            <a:solidFill>
              <a:srgbClr val="0B352D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400" bIns="54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7" name="Google Shape;3773;p74"/>
            <p:cNvSpPr/>
            <p:nvPr/>
          </p:nvSpPr>
          <p:spPr>
            <a:xfrm rot="489600">
              <a:off x="6000840" y="2135160"/>
              <a:ext cx="537480" cy="10800"/>
            </a:xfrm>
            <a:custGeom>
              <a:avLst/>
              <a:gdLst>
                <a:gd name="textAreaLeft" fmla="*/ 0 w 537480"/>
                <a:gd name="textAreaRight" fmla="*/ 537840 w 537480"/>
                <a:gd name="textAreaTop" fmla="*/ 0 h 10800"/>
                <a:gd name="textAreaBottom" fmla="*/ 11160 h 10800"/>
              </a:gdLst>
              <a:ahLst/>
              <a:cxnLst/>
              <a:rect l="textAreaLeft" t="textAreaTop" r="textAreaRight" b="textAreaBottom"/>
              <a:pathLst>
                <a:path w="9925" h="206">
                  <a:moveTo>
                    <a:pt x="1" y="1"/>
                  </a:moveTo>
                  <a:lnTo>
                    <a:pt x="1" y="206"/>
                  </a:lnTo>
                  <a:lnTo>
                    <a:pt x="9925" y="206"/>
                  </a:lnTo>
                  <a:lnTo>
                    <a:pt x="9925" y="1"/>
                  </a:lnTo>
                  <a:close/>
                </a:path>
              </a:pathLst>
            </a:custGeom>
            <a:solidFill>
              <a:srgbClr val="0B352D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400" bIns="54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8" name="Google Shape;3774;p74"/>
            <p:cNvSpPr/>
            <p:nvPr/>
          </p:nvSpPr>
          <p:spPr>
            <a:xfrm rot="489600">
              <a:off x="5814000" y="2275200"/>
              <a:ext cx="703080" cy="10800"/>
            </a:xfrm>
            <a:custGeom>
              <a:avLst/>
              <a:gdLst>
                <a:gd name="textAreaLeft" fmla="*/ 0 w 703080"/>
                <a:gd name="textAreaRight" fmla="*/ 703440 w 703080"/>
                <a:gd name="textAreaTop" fmla="*/ 0 h 10800"/>
                <a:gd name="textAreaBottom" fmla="*/ 11160 h 10800"/>
              </a:gdLst>
              <a:ahLst/>
              <a:cxnLst/>
              <a:rect l="textAreaLeft" t="textAreaTop" r="textAreaRight" b="textAreaBottom"/>
              <a:pathLst>
                <a:path w="12981" h="206">
                  <a:moveTo>
                    <a:pt x="1" y="1"/>
                  </a:moveTo>
                  <a:lnTo>
                    <a:pt x="1" y="206"/>
                  </a:lnTo>
                  <a:lnTo>
                    <a:pt x="12981" y="206"/>
                  </a:lnTo>
                  <a:lnTo>
                    <a:pt x="12981" y="1"/>
                  </a:lnTo>
                  <a:close/>
                </a:path>
              </a:pathLst>
            </a:custGeom>
            <a:solidFill>
              <a:srgbClr val="0B352D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400" bIns="54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9" name="Google Shape;3775;p74"/>
            <p:cNvSpPr/>
            <p:nvPr/>
          </p:nvSpPr>
          <p:spPr>
            <a:xfrm rot="489600">
              <a:off x="6152040" y="2632680"/>
              <a:ext cx="785160" cy="755280"/>
            </a:xfrm>
            <a:custGeom>
              <a:avLst/>
              <a:gdLst>
                <a:gd name="textAreaLeft" fmla="*/ 0 w 785160"/>
                <a:gd name="textAreaRight" fmla="*/ 785520 w 785160"/>
                <a:gd name="textAreaTop" fmla="*/ 0 h 755280"/>
                <a:gd name="textAreaBottom" fmla="*/ 755640 h 755280"/>
              </a:gdLst>
              <a:ahLst/>
              <a:cxnLst/>
              <a:rect l="textAreaLeft" t="textAreaTop" r="textAreaRight" b="textAreaBottom"/>
              <a:pathLst>
                <a:path w="14497" h="13947">
                  <a:moveTo>
                    <a:pt x="8633" y="2510"/>
                  </a:moveTo>
                  <a:lnTo>
                    <a:pt x="8633" y="5396"/>
                  </a:lnTo>
                  <a:lnTo>
                    <a:pt x="11518" y="5396"/>
                  </a:lnTo>
                  <a:lnTo>
                    <a:pt x="11518" y="8696"/>
                  </a:lnTo>
                  <a:lnTo>
                    <a:pt x="8633" y="8696"/>
                  </a:lnTo>
                  <a:lnTo>
                    <a:pt x="8633" y="11581"/>
                  </a:lnTo>
                  <a:lnTo>
                    <a:pt x="5338" y="11581"/>
                  </a:lnTo>
                  <a:lnTo>
                    <a:pt x="5338" y="8696"/>
                  </a:lnTo>
                  <a:lnTo>
                    <a:pt x="2447" y="8696"/>
                  </a:lnTo>
                  <a:lnTo>
                    <a:pt x="2447" y="5396"/>
                  </a:lnTo>
                  <a:lnTo>
                    <a:pt x="5338" y="5396"/>
                  </a:lnTo>
                  <a:lnTo>
                    <a:pt x="5338" y="2510"/>
                  </a:lnTo>
                  <a:close/>
                  <a:moveTo>
                    <a:pt x="6971" y="0"/>
                  </a:moveTo>
                  <a:cubicBezTo>
                    <a:pt x="3125" y="5"/>
                    <a:pt x="5" y="3124"/>
                    <a:pt x="0" y="6975"/>
                  </a:cubicBezTo>
                  <a:cubicBezTo>
                    <a:pt x="0" y="9792"/>
                    <a:pt x="1701" y="12337"/>
                    <a:pt x="4304" y="13414"/>
                  </a:cubicBezTo>
                  <a:cubicBezTo>
                    <a:pt x="5168" y="13772"/>
                    <a:pt x="6074" y="13946"/>
                    <a:pt x="6972" y="13946"/>
                  </a:cubicBezTo>
                  <a:cubicBezTo>
                    <a:pt x="8787" y="13946"/>
                    <a:pt x="10570" y="13236"/>
                    <a:pt x="11903" y="11903"/>
                  </a:cubicBezTo>
                  <a:cubicBezTo>
                    <a:pt x="13897" y="9909"/>
                    <a:pt x="14496" y="6907"/>
                    <a:pt x="13414" y="4304"/>
                  </a:cubicBezTo>
                  <a:cubicBezTo>
                    <a:pt x="12337" y="1696"/>
                    <a:pt x="9793" y="0"/>
                    <a:pt x="6971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0" name="Google Shape;3776;p74"/>
            <p:cNvSpPr/>
            <p:nvPr/>
          </p:nvSpPr>
          <p:spPr>
            <a:xfrm rot="489600">
              <a:off x="6284160" y="2766240"/>
              <a:ext cx="491040" cy="491040"/>
            </a:xfrm>
            <a:custGeom>
              <a:avLst/>
              <a:gdLst>
                <a:gd name="textAreaLeft" fmla="*/ 0 w 491040"/>
                <a:gd name="textAreaRight" fmla="*/ 491400 w 491040"/>
                <a:gd name="textAreaTop" fmla="*/ 0 h 491040"/>
                <a:gd name="textAreaBottom" fmla="*/ 491400 h 491040"/>
              </a:gdLst>
              <a:ahLst/>
              <a:cxnLst/>
              <a:rect l="textAreaLeft" t="textAreaTop" r="textAreaRight" b="textAreaBottom"/>
              <a:pathLst>
                <a:path w="9072" h="9072">
                  <a:moveTo>
                    <a:pt x="5235" y="951"/>
                  </a:moveTo>
                  <a:lnTo>
                    <a:pt x="5235" y="3831"/>
                  </a:lnTo>
                  <a:lnTo>
                    <a:pt x="8121" y="3831"/>
                  </a:lnTo>
                  <a:lnTo>
                    <a:pt x="8121" y="5235"/>
                  </a:lnTo>
                  <a:lnTo>
                    <a:pt x="5235" y="5240"/>
                  </a:lnTo>
                  <a:lnTo>
                    <a:pt x="5235" y="8126"/>
                  </a:lnTo>
                  <a:lnTo>
                    <a:pt x="3836" y="8126"/>
                  </a:lnTo>
                  <a:lnTo>
                    <a:pt x="3836" y="5240"/>
                  </a:lnTo>
                  <a:lnTo>
                    <a:pt x="951" y="5240"/>
                  </a:lnTo>
                  <a:lnTo>
                    <a:pt x="951" y="3836"/>
                  </a:lnTo>
                  <a:lnTo>
                    <a:pt x="3836" y="3836"/>
                  </a:lnTo>
                  <a:lnTo>
                    <a:pt x="3836" y="951"/>
                  </a:lnTo>
                  <a:close/>
                  <a:moveTo>
                    <a:pt x="2891" y="0"/>
                  </a:moveTo>
                  <a:lnTo>
                    <a:pt x="2891" y="2886"/>
                  </a:lnTo>
                  <a:lnTo>
                    <a:pt x="0" y="2886"/>
                  </a:lnTo>
                  <a:lnTo>
                    <a:pt x="0" y="6186"/>
                  </a:lnTo>
                  <a:lnTo>
                    <a:pt x="2891" y="6186"/>
                  </a:lnTo>
                  <a:lnTo>
                    <a:pt x="2891" y="9071"/>
                  </a:lnTo>
                  <a:lnTo>
                    <a:pt x="6186" y="9071"/>
                  </a:lnTo>
                  <a:lnTo>
                    <a:pt x="6186" y="6186"/>
                  </a:lnTo>
                  <a:lnTo>
                    <a:pt x="9071" y="6186"/>
                  </a:lnTo>
                  <a:lnTo>
                    <a:pt x="9071" y="2886"/>
                  </a:lnTo>
                  <a:lnTo>
                    <a:pt x="6186" y="2886"/>
                  </a:lnTo>
                  <a:lnTo>
                    <a:pt x="6186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1" name="Google Shape;3777;p74"/>
            <p:cNvSpPr/>
            <p:nvPr/>
          </p:nvSpPr>
          <p:spPr>
            <a:xfrm rot="489600">
              <a:off x="6335640" y="2818080"/>
              <a:ext cx="388080" cy="388080"/>
            </a:xfrm>
            <a:custGeom>
              <a:avLst/>
              <a:gdLst>
                <a:gd name="textAreaLeft" fmla="*/ 0 w 388080"/>
                <a:gd name="textAreaRight" fmla="*/ 388440 w 388080"/>
                <a:gd name="textAreaTop" fmla="*/ 0 h 388080"/>
                <a:gd name="textAreaBottom" fmla="*/ 388440 h 388080"/>
              </a:gdLst>
              <a:ahLst/>
              <a:cxnLst/>
              <a:rect l="textAreaLeft" t="textAreaTop" r="textAreaRight" b="textAreaBottom"/>
              <a:pathLst>
                <a:path w="7171" h="7171">
                  <a:moveTo>
                    <a:pt x="2886" y="1"/>
                  </a:moveTo>
                  <a:lnTo>
                    <a:pt x="2886" y="2886"/>
                  </a:lnTo>
                  <a:lnTo>
                    <a:pt x="1" y="2886"/>
                  </a:lnTo>
                  <a:lnTo>
                    <a:pt x="1" y="4285"/>
                  </a:lnTo>
                  <a:lnTo>
                    <a:pt x="2886" y="4285"/>
                  </a:lnTo>
                  <a:lnTo>
                    <a:pt x="2886" y="7171"/>
                  </a:lnTo>
                  <a:lnTo>
                    <a:pt x="4285" y="7171"/>
                  </a:lnTo>
                  <a:lnTo>
                    <a:pt x="4285" y="4285"/>
                  </a:lnTo>
                  <a:lnTo>
                    <a:pt x="7171" y="4285"/>
                  </a:lnTo>
                  <a:lnTo>
                    <a:pt x="7171" y="2886"/>
                  </a:lnTo>
                  <a:lnTo>
                    <a:pt x="4285" y="2886"/>
                  </a:lnTo>
                  <a:lnTo>
                    <a:pt x="4285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2" name="Google Shape;3778;p74"/>
            <p:cNvSpPr/>
            <p:nvPr/>
          </p:nvSpPr>
          <p:spPr>
            <a:xfrm rot="489600">
              <a:off x="6094440" y="2572920"/>
              <a:ext cx="870480" cy="870480"/>
            </a:xfrm>
            <a:custGeom>
              <a:avLst/>
              <a:gdLst>
                <a:gd name="textAreaLeft" fmla="*/ 0 w 870480"/>
                <a:gd name="textAreaRight" fmla="*/ 870840 w 870480"/>
                <a:gd name="textAreaTop" fmla="*/ 0 h 870480"/>
                <a:gd name="textAreaBottom" fmla="*/ 870840 h 870480"/>
              </a:gdLst>
              <a:ahLst/>
              <a:cxnLst/>
              <a:rect l="textAreaLeft" t="textAreaTop" r="textAreaRight" b="textAreaBottom"/>
              <a:pathLst>
                <a:path w="16072" h="16071">
                  <a:moveTo>
                    <a:pt x="8039" y="1062"/>
                  </a:moveTo>
                  <a:cubicBezTo>
                    <a:pt x="8937" y="1062"/>
                    <a:pt x="9843" y="1236"/>
                    <a:pt x="10705" y="1594"/>
                  </a:cubicBezTo>
                  <a:cubicBezTo>
                    <a:pt x="13312" y="2672"/>
                    <a:pt x="15009" y="5216"/>
                    <a:pt x="15009" y="8038"/>
                  </a:cubicBezTo>
                  <a:cubicBezTo>
                    <a:pt x="15004" y="11884"/>
                    <a:pt x="11884" y="15003"/>
                    <a:pt x="8034" y="15008"/>
                  </a:cubicBezTo>
                  <a:cubicBezTo>
                    <a:pt x="5216" y="15008"/>
                    <a:pt x="2672" y="13307"/>
                    <a:pt x="1595" y="10704"/>
                  </a:cubicBezTo>
                  <a:cubicBezTo>
                    <a:pt x="513" y="8097"/>
                    <a:pt x="1112" y="5099"/>
                    <a:pt x="3106" y="3105"/>
                  </a:cubicBezTo>
                  <a:cubicBezTo>
                    <a:pt x="4439" y="1772"/>
                    <a:pt x="6224" y="1062"/>
                    <a:pt x="8039" y="1062"/>
                  </a:cubicBezTo>
                  <a:close/>
                  <a:moveTo>
                    <a:pt x="8034" y="0"/>
                  </a:moveTo>
                  <a:cubicBezTo>
                    <a:pt x="3608" y="0"/>
                    <a:pt x="1" y="3607"/>
                    <a:pt x="1" y="8038"/>
                  </a:cubicBezTo>
                  <a:cubicBezTo>
                    <a:pt x="1" y="12469"/>
                    <a:pt x="3603" y="16071"/>
                    <a:pt x="8034" y="16071"/>
                  </a:cubicBezTo>
                  <a:cubicBezTo>
                    <a:pt x="12464" y="16071"/>
                    <a:pt x="16071" y="12469"/>
                    <a:pt x="16071" y="8038"/>
                  </a:cubicBezTo>
                  <a:cubicBezTo>
                    <a:pt x="16071" y="3607"/>
                    <a:pt x="12464" y="0"/>
                    <a:pt x="8034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3" name="Google Shape;3779;p74"/>
            <p:cNvSpPr/>
            <p:nvPr/>
          </p:nvSpPr>
          <p:spPr>
            <a:xfrm rot="489600">
              <a:off x="6050520" y="1810440"/>
              <a:ext cx="1255680" cy="326520"/>
            </a:xfrm>
            <a:custGeom>
              <a:avLst/>
              <a:gdLst>
                <a:gd name="textAreaLeft" fmla="*/ 0 w 1255680"/>
                <a:gd name="textAreaRight" fmla="*/ 1256040 w 1255680"/>
                <a:gd name="textAreaTop" fmla="*/ 0 h 326520"/>
                <a:gd name="textAreaBottom" fmla="*/ 326880 h 326520"/>
              </a:gdLst>
              <a:ahLst/>
              <a:cxnLst/>
              <a:rect l="textAreaLeft" t="textAreaTop" r="textAreaRight" b="textAreaBottom"/>
              <a:pathLst>
                <a:path w="23178" h="6035">
                  <a:moveTo>
                    <a:pt x="2203" y="0"/>
                  </a:moveTo>
                  <a:cubicBezTo>
                    <a:pt x="985" y="5"/>
                    <a:pt x="0" y="990"/>
                    <a:pt x="0" y="2208"/>
                  </a:cubicBezTo>
                  <a:lnTo>
                    <a:pt x="0" y="6035"/>
                  </a:lnTo>
                  <a:lnTo>
                    <a:pt x="1482" y="6035"/>
                  </a:lnTo>
                  <a:lnTo>
                    <a:pt x="1482" y="2208"/>
                  </a:lnTo>
                  <a:cubicBezTo>
                    <a:pt x="1482" y="1814"/>
                    <a:pt x="1804" y="1487"/>
                    <a:pt x="2203" y="1487"/>
                  </a:cubicBezTo>
                  <a:lnTo>
                    <a:pt x="20974" y="1487"/>
                  </a:lnTo>
                  <a:cubicBezTo>
                    <a:pt x="21369" y="1487"/>
                    <a:pt x="21691" y="1809"/>
                    <a:pt x="21691" y="2208"/>
                  </a:cubicBezTo>
                  <a:lnTo>
                    <a:pt x="21691" y="6035"/>
                  </a:lnTo>
                  <a:lnTo>
                    <a:pt x="23177" y="6035"/>
                  </a:lnTo>
                  <a:lnTo>
                    <a:pt x="23177" y="2208"/>
                  </a:lnTo>
                  <a:cubicBezTo>
                    <a:pt x="23177" y="990"/>
                    <a:pt x="22188" y="0"/>
                    <a:pt x="20969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4" name="Google Shape;3780;p74"/>
            <p:cNvSpPr/>
            <p:nvPr/>
          </p:nvSpPr>
          <p:spPr>
            <a:xfrm rot="489600">
              <a:off x="5711400" y="2015280"/>
              <a:ext cx="182160" cy="322560"/>
            </a:xfrm>
            <a:custGeom>
              <a:avLst/>
              <a:gdLst>
                <a:gd name="textAreaLeft" fmla="*/ 0 w 182160"/>
                <a:gd name="textAreaRight" fmla="*/ 182520 w 182160"/>
                <a:gd name="textAreaTop" fmla="*/ 0 h 322560"/>
                <a:gd name="textAreaBottom" fmla="*/ 322920 h 322560"/>
              </a:gdLst>
              <a:ahLst/>
              <a:cxnLst/>
              <a:rect l="textAreaLeft" t="textAreaTop" r="textAreaRight" b="textAreaBottom"/>
              <a:pathLst>
                <a:path w="3369" h="5958">
                  <a:moveTo>
                    <a:pt x="1" y="1"/>
                  </a:moveTo>
                  <a:lnTo>
                    <a:pt x="1" y="5957"/>
                  </a:lnTo>
                  <a:lnTo>
                    <a:pt x="3369" y="5957"/>
                  </a:lnTo>
                  <a:lnTo>
                    <a:pt x="3369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5" name="Google Shape;3781;p74"/>
            <p:cNvSpPr/>
            <p:nvPr/>
          </p:nvSpPr>
          <p:spPr>
            <a:xfrm rot="489600">
              <a:off x="7371000" y="2253240"/>
              <a:ext cx="182520" cy="322560"/>
            </a:xfrm>
            <a:custGeom>
              <a:avLst/>
              <a:gdLst>
                <a:gd name="textAreaLeft" fmla="*/ 0 w 182520"/>
                <a:gd name="textAreaRight" fmla="*/ 182880 w 182520"/>
                <a:gd name="textAreaTop" fmla="*/ 0 h 322560"/>
                <a:gd name="textAreaBottom" fmla="*/ 322920 h 322560"/>
              </a:gdLst>
              <a:ahLst/>
              <a:cxnLst/>
              <a:rect l="textAreaLeft" t="textAreaTop" r="textAreaRight" b="textAreaBottom"/>
              <a:pathLst>
                <a:path w="3374" h="5958">
                  <a:moveTo>
                    <a:pt x="1" y="1"/>
                  </a:moveTo>
                  <a:lnTo>
                    <a:pt x="1" y="5957"/>
                  </a:lnTo>
                  <a:lnTo>
                    <a:pt x="3374" y="5957"/>
                  </a:lnTo>
                  <a:lnTo>
                    <a:pt x="3374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6" name="Google Shape;3782;p74"/>
            <p:cNvSpPr/>
            <p:nvPr/>
          </p:nvSpPr>
          <p:spPr>
            <a:xfrm rot="489600">
              <a:off x="5960520" y="2449440"/>
              <a:ext cx="1138320" cy="1125000"/>
            </a:xfrm>
            <a:custGeom>
              <a:avLst/>
              <a:gdLst>
                <a:gd name="textAreaLeft" fmla="*/ 0 w 1138320"/>
                <a:gd name="textAreaRight" fmla="*/ 1138680 w 1138320"/>
                <a:gd name="textAreaTop" fmla="*/ 0 h 1125000"/>
                <a:gd name="textAreaBottom" fmla="*/ 1125360 h 1125000"/>
              </a:gdLst>
              <a:ahLst/>
              <a:cxnLst/>
              <a:rect l="textAreaLeft" t="textAreaTop" r="textAreaRight" b="textAreaBottom"/>
              <a:pathLst>
                <a:path w="21014" h="20770">
                  <a:moveTo>
                    <a:pt x="10495" y="2276"/>
                  </a:moveTo>
                  <a:cubicBezTo>
                    <a:pt x="14925" y="2276"/>
                    <a:pt x="18532" y="5883"/>
                    <a:pt x="18532" y="10314"/>
                  </a:cubicBezTo>
                  <a:cubicBezTo>
                    <a:pt x="18532" y="14745"/>
                    <a:pt x="14925" y="18347"/>
                    <a:pt x="10495" y="18347"/>
                  </a:cubicBezTo>
                  <a:cubicBezTo>
                    <a:pt x="6069" y="18347"/>
                    <a:pt x="2462" y="14745"/>
                    <a:pt x="2462" y="10314"/>
                  </a:cubicBezTo>
                  <a:cubicBezTo>
                    <a:pt x="2462" y="5883"/>
                    <a:pt x="6064" y="2276"/>
                    <a:pt x="10495" y="2276"/>
                  </a:cubicBezTo>
                  <a:close/>
                  <a:moveTo>
                    <a:pt x="0" y="0"/>
                  </a:moveTo>
                  <a:lnTo>
                    <a:pt x="0" y="20769"/>
                  </a:lnTo>
                  <a:lnTo>
                    <a:pt x="21013" y="20769"/>
                  </a:lnTo>
                  <a:lnTo>
                    <a:pt x="21013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7" name="Google Shape;3783;p74"/>
            <p:cNvSpPr/>
            <p:nvPr/>
          </p:nvSpPr>
          <p:spPr>
            <a:xfrm rot="489600">
              <a:off x="5256720" y="2050560"/>
              <a:ext cx="88200" cy="1562760"/>
            </a:xfrm>
            <a:custGeom>
              <a:avLst/>
              <a:gdLst>
                <a:gd name="textAreaLeft" fmla="*/ 0 w 88200"/>
                <a:gd name="textAreaRight" fmla="*/ 88560 w 88200"/>
                <a:gd name="textAreaTop" fmla="*/ 0 h 1562760"/>
                <a:gd name="textAreaBottom" fmla="*/ 1563120 h 1562760"/>
              </a:gdLst>
              <a:ahLst/>
              <a:cxnLst/>
              <a:rect l="textAreaLeft" t="textAreaTop" r="textAreaRight" b="textAreaBottom"/>
              <a:pathLst>
                <a:path w="1634" h="28847">
                  <a:moveTo>
                    <a:pt x="1633" y="0"/>
                  </a:moveTo>
                  <a:cubicBezTo>
                    <a:pt x="668" y="268"/>
                    <a:pt x="0" y="1151"/>
                    <a:pt x="0" y="2150"/>
                  </a:cubicBezTo>
                  <a:lnTo>
                    <a:pt x="0" y="26697"/>
                  </a:lnTo>
                  <a:cubicBezTo>
                    <a:pt x="0" y="27696"/>
                    <a:pt x="668" y="28578"/>
                    <a:pt x="1633" y="28846"/>
                  </a:cubicBezTo>
                  <a:lnTo>
                    <a:pt x="1633" y="0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8" name="Google Shape;3784;p74"/>
            <p:cNvSpPr/>
            <p:nvPr/>
          </p:nvSpPr>
          <p:spPr>
            <a:xfrm rot="489600">
              <a:off x="7714440" y="2403000"/>
              <a:ext cx="89280" cy="1563120"/>
            </a:xfrm>
            <a:custGeom>
              <a:avLst/>
              <a:gdLst>
                <a:gd name="textAreaLeft" fmla="*/ 0 w 89280"/>
                <a:gd name="textAreaRight" fmla="*/ 89640 w 89280"/>
                <a:gd name="textAreaTop" fmla="*/ 0 h 1563120"/>
                <a:gd name="textAreaBottom" fmla="*/ 1563480 h 1563120"/>
              </a:gdLst>
              <a:ahLst/>
              <a:cxnLst/>
              <a:rect l="textAreaLeft" t="textAreaTop" r="textAreaRight" b="textAreaBottom"/>
              <a:pathLst>
                <a:path w="1653" h="28852">
                  <a:moveTo>
                    <a:pt x="0" y="0"/>
                  </a:moveTo>
                  <a:lnTo>
                    <a:pt x="0" y="28851"/>
                  </a:lnTo>
                  <a:cubicBezTo>
                    <a:pt x="975" y="28588"/>
                    <a:pt x="1648" y="27706"/>
                    <a:pt x="1653" y="26697"/>
                  </a:cubicBezTo>
                  <a:lnTo>
                    <a:pt x="1653" y="2150"/>
                  </a:lnTo>
                  <a:cubicBezTo>
                    <a:pt x="1653" y="1151"/>
                    <a:pt x="985" y="268"/>
                    <a:pt x="20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9" name="Google Shape;3785;p74"/>
            <p:cNvSpPr/>
            <p:nvPr/>
          </p:nvSpPr>
          <p:spPr>
            <a:xfrm rot="489600">
              <a:off x="7357680" y="2271240"/>
              <a:ext cx="358200" cy="1770480"/>
            </a:xfrm>
            <a:custGeom>
              <a:avLst/>
              <a:gdLst>
                <a:gd name="textAreaLeft" fmla="*/ 0 w 358200"/>
                <a:gd name="textAreaRight" fmla="*/ 358560 w 358200"/>
                <a:gd name="textAreaTop" fmla="*/ 0 h 1770480"/>
                <a:gd name="textAreaBottom" fmla="*/ 1770840 h 1770480"/>
              </a:gdLst>
              <a:ahLst/>
              <a:cxnLst/>
              <a:rect l="textAreaLeft" t="textAreaTop" r="textAreaRight" b="textAreaBottom"/>
              <a:pathLst>
                <a:path w="6615" h="32683">
                  <a:moveTo>
                    <a:pt x="1687" y="1"/>
                  </a:moveTo>
                  <a:lnTo>
                    <a:pt x="1687" y="5957"/>
                  </a:lnTo>
                  <a:lnTo>
                    <a:pt x="0" y="5957"/>
                  </a:lnTo>
                  <a:lnTo>
                    <a:pt x="0" y="32683"/>
                  </a:lnTo>
                  <a:lnTo>
                    <a:pt x="5050" y="32683"/>
                  </a:lnTo>
                  <a:cubicBezTo>
                    <a:pt x="5913" y="32683"/>
                    <a:pt x="6614" y="31981"/>
                    <a:pt x="6614" y="31118"/>
                  </a:cubicBezTo>
                  <a:lnTo>
                    <a:pt x="6614" y="30694"/>
                  </a:lnTo>
                  <a:lnTo>
                    <a:pt x="6614" y="1561"/>
                  </a:lnTo>
                  <a:cubicBezTo>
                    <a:pt x="6614" y="698"/>
                    <a:pt x="5913" y="1"/>
                    <a:pt x="5050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0" name="Google Shape;3786;p74"/>
            <p:cNvSpPr/>
            <p:nvPr/>
          </p:nvSpPr>
          <p:spPr>
            <a:xfrm rot="489600">
              <a:off x="5690520" y="2126520"/>
              <a:ext cx="1677240" cy="1770480"/>
            </a:xfrm>
            <a:custGeom>
              <a:avLst/>
              <a:gdLst>
                <a:gd name="textAreaLeft" fmla="*/ 0 w 1677240"/>
                <a:gd name="textAreaRight" fmla="*/ 1677600 w 1677240"/>
                <a:gd name="textAreaTop" fmla="*/ 0 h 1770480"/>
                <a:gd name="textAreaBottom" fmla="*/ 1770840 h 1770480"/>
              </a:gdLst>
              <a:ahLst/>
              <a:cxnLst/>
              <a:rect l="textAreaLeft" t="textAreaTop" r="textAreaRight" b="textAreaBottom"/>
              <a:pathLst>
                <a:path w="30963" h="32683">
                  <a:moveTo>
                    <a:pt x="25995" y="5957"/>
                  </a:moveTo>
                  <a:lnTo>
                    <a:pt x="25995" y="26726"/>
                  </a:lnTo>
                  <a:lnTo>
                    <a:pt x="4982" y="26726"/>
                  </a:lnTo>
                  <a:lnTo>
                    <a:pt x="4982" y="5957"/>
                  </a:lnTo>
                  <a:close/>
                  <a:moveTo>
                    <a:pt x="1707" y="1"/>
                  </a:moveTo>
                  <a:lnTo>
                    <a:pt x="1707" y="5957"/>
                  </a:lnTo>
                  <a:lnTo>
                    <a:pt x="1" y="5957"/>
                  </a:lnTo>
                  <a:lnTo>
                    <a:pt x="1" y="32683"/>
                  </a:lnTo>
                  <a:lnTo>
                    <a:pt x="30962" y="32683"/>
                  </a:lnTo>
                  <a:lnTo>
                    <a:pt x="30962" y="5957"/>
                  </a:lnTo>
                  <a:lnTo>
                    <a:pt x="29276" y="5957"/>
                  </a:lnTo>
                  <a:lnTo>
                    <a:pt x="29276" y="1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1" name="Google Shape;3787;p74"/>
            <p:cNvSpPr/>
            <p:nvPr/>
          </p:nvSpPr>
          <p:spPr>
            <a:xfrm rot="489600">
              <a:off x="5342400" y="1982160"/>
              <a:ext cx="358200" cy="1770480"/>
            </a:xfrm>
            <a:custGeom>
              <a:avLst/>
              <a:gdLst>
                <a:gd name="textAreaLeft" fmla="*/ 0 w 358200"/>
                <a:gd name="textAreaRight" fmla="*/ 358560 w 358200"/>
                <a:gd name="textAreaTop" fmla="*/ 0 h 1770480"/>
                <a:gd name="textAreaBottom" fmla="*/ 1770840 h 1770480"/>
              </a:gdLst>
              <a:ahLst/>
              <a:cxnLst/>
              <a:rect l="textAreaLeft" t="textAreaTop" r="textAreaRight" b="textAreaBottom"/>
              <a:pathLst>
                <a:path w="6615" h="32683">
                  <a:moveTo>
                    <a:pt x="1565" y="1"/>
                  </a:moveTo>
                  <a:cubicBezTo>
                    <a:pt x="697" y="1"/>
                    <a:pt x="0" y="698"/>
                    <a:pt x="0" y="1561"/>
                  </a:cubicBezTo>
                  <a:lnTo>
                    <a:pt x="0" y="30689"/>
                  </a:lnTo>
                  <a:lnTo>
                    <a:pt x="0" y="31118"/>
                  </a:lnTo>
                  <a:cubicBezTo>
                    <a:pt x="0" y="31981"/>
                    <a:pt x="697" y="32683"/>
                    <a:pt x="1565" y="32683"/>
                  </a:cubicBezTo>
                  <a:lnTo>
                    <a:pt x="6615" y="32683"/>
                  </a:lnTo>
                  <a:lnTo>
                    <a:pt x="6615" y="5957"/>
                  </a:lnTo>
                  <a:lnTo>
                    <a:pt x="4948" y="5957"/>
                  </a:lnTo>
                  <a:lnTo>
                    <a:pt x="4948" y="1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2" name="Google Shape;3788;p74"/>
            <p:cNvSpPr/>
            <p:nvPr/>
          </p:nvSpPr>
          <p:spPr>
            <a:xfrm rot="489600">
              <a:off x="5326560" y="2121480"/>
              <a:ext cx="2404800" cy="1781280"/>
            </a:xfrm>
            <a:custGeom>
              <a:avLst/>
              <a:gdLst>
                <a:gd name="textAreaLeft" fmla="*/ 0 w 2404800"/>
                <a:gd name="textAreaRight" fmla="*/ 2405160 w 2404800"/>
                <a:gd name="textAreaTop" fmla="*/ 0 h 1781280"/>
                <a:gd name="textAreaBottom" fmla="*/ 1781640 h 1781280"/>
              </a:gdLst>
              <a:ahLst/>
              <a:cxnLst/>
              <a:rect l="textAreaLeft" t="textAreaTop" r="textAreaRight" b="textAreaBottom"/>
              <a:pathLst>
                <a:path w="44390" h="32883">
                  <a:moveTo>
                    <a:pt x="1667" y="0"/>
                  </a:moveTo>
                  <a:cubicBezTo>
                    <a:pt x="746" y="0"/>
                    <a:pt x="0" y="741"/>
                    <a:pt x="0" y="1658"/>
                  </a:cubicBezTo>
                  <a:lnTo>
                    <a:pt x="0" y="31215"/>
                  </a:lnTo>
                  <a:cubicBezTo>
                    <a:pt x="0" y="32136"/>
                    <a:pt x="746" y="32882"/>
                    <a:pt x="1667" y="32882"/>
                  </a:cubicBezTo>
                  <a:lnTo>
                    <a:pt x="42728" y="32882"/>
                  </a:lnTo>
                  <a:cubicBezTo>
                    <a:pt x="43644" y="32882"/>
                    <a:pt x="44390" y="32136"/>
                    <a:pt x="44390" y="31220"/>
                  </a:cubicBezTo>
                  <a:lnTo>
                    <a:pt x="44390" y="1662"/>
                  </a:lnTo>
                  <a:cubicBezTo>
                    <a:pt x="44390" y="741"/>
                    <a:pt x="43644" y="0"/>
                    <a:pt x="42728" y="0"/>
                  </a:cubicBezTo>
                  <a:lnTo>
                    <a:pt x="39365" y="0"/>
                  </a:lnTo>
                  <a:lnTo>
                    <a:pt x="39365" y="195"/>
                  </a:lnTo>
                  <a:lnTo>
                    <a:pt x="42728" y="195"/>
                  </a:lnTo>
                  <a:cubicBezTo>
                    <a:pt x="43532" y="195"/>
                    <a:pt x="44190" y="853"/>
                    <a:pt x="44190" y="1658"/>
                  </a:cubicBezTo>
                  <a:lnTo>
                    <a:pt x="44190" y="31220"/>
                  </a:lnTo>
                  <a:cubicBezTo>
                    <a:pt x="44190" y="32029"/>
                    <a:pt x="43532" y="32682"/>
                    <a:pt x="42728" y="32682"/>
                  </a:cubicBezTo>
                  <a:lnTo>
                    <a:pt x="1667" y="32682"/>
                  </a:lnTo>
                  <a:cubicBezTo>
                    <a:pt x="858" y="32682"/>
                    <a:pt x="205" y="32029"/>
                    <a:pt x="205" y="31220"/>
                  </a:cubicBezTo>
                  <a:lnTo>
                    <a:pt x="205" y="1662"/>
                  </a:lnTo>
                  <a:cubicBezTo>
                    <a:pt x="205" y="858"/>
                    <a:pt x="858" y="200"/>
                    <a:pt x="1667" y="200"/>
                  </a:cubicBezTo>
                  <a:lnTo>
                    <a:pt x="5050" y="200"/>
                  </a:lnTo>
                  <a:lnTo>
                    <a:pt x="5050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3" name="Google Shape;3789;p74"/>
            <p:cNvSpPr/>
            <p:nvPr/>
          </p:nvSpPr>
          <p:spPr>
            <a:xfrm rot="489600">
              <a:off x="7276320" y="2228040"/>
              <a:ext cx="118800" cy="10800"/>
            </a:xfrm>
            <a:custGeom>
              <a:avLst/>
              <a:gdLst>
                <a:gd name="textAreaLeft" fmla="*/ 0 w 118800"/>
                <a:gd name="textAreaRight" fmla="*/ 119160 w 118800"/>
                <a:gd name="textAreaTop" fmla="*/ 0 h 10800"/>
                <a:gd name="textAreaBottom" fmla="*/ 11160 h 10800"/>
              </a:gdLst>
              <a:ahLst/>
              <a:cxnLst/>
              <a:rect l="textAreaLeft" t="textAreaTop" r="textAreaRight" b="textAreaBottom"/>
              <a:pathLst>
                <a:path w="2199" h="206">
                  <a:moveTo>
                    <a:pt x="0" y="0"/>
                  </a:moveTo>
                  <a:lnTo>
                    <a:pt x="0" y="205"/>
                  </a:lnTo>
                  <a:lnTo>
                    <a:pt x="2199" y="205"/>
                  </a:lnTo>
                  <a:lnTo>
                    <a:pt x="2199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400" bIns="54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4" name="Google Shape;3790;p74"/>
            <p:cNvSpPr/>
            <p:nvPr/>
          </p:nvSpPr>
          <p:spPr>
            <a:xfrm rot="489600">
              <a:off x="6108120" y="2130120"/>
              <a:ext cx="1094400" cy="10800"/>
            </a:xfrm>
            <a:custGeom>
              <a:avLst/>
              <a:gdLst>
                <a:gd name="textAreaLeft" fmla="*/ 0 w 1094400"/>
                <a:gd name="textAreaRight" fmla="*/ 1094760 w 1094400"/>
                <a:gd name="textAreaTop" fmla="*/ 0 h 10800"/>
                <a:gd name="textAreaBottom" fmla="*/ 11160 h 10800"/>
              </a:gdLst>
              <a:ahLst/>
              <a:cxnLst/>
              <a:rect l="textAreaLeft" t="textAreaTop" r="textAreaRight" b="textAreaBottom"/>
              <a:pathLst>
                <a:path w="20205" h="206">
                  <a:moveTo>
                    <a:pt x="1" y="0"/>
                  </a:moveTo>
                  <a:lnTo>
                    <a:pt x="1" y="205"/>
                  </a:lnTo>
                  <a:lnTo>
                    <a:pt x="20205" y="205"/>
                  </a:lnTo>
                  <a:lnTo>
                    <a:pt x="20205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400" bIns="54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5" name="Google Shape;3791;p74"/>
            <p:cNvSpPr/>
            <p:nvPr/>
          </p:nvSpPr>
          <p:spPr>
            <a:xfrm rot="489600">
              <a:off x="5915520" y="2032560"/>
              <a:ext cx="118800" cy="10800"/>
            </a:xfrm>
            <a:custGeom>
              <a:avLst/>
              <a:gdLst>
                <a:gd name="textAreaLeft" fmla="*/ 0 w 118800"/>
                <a:gd name="textAreaRight" fmla="*/ 119160 w 118800"/>
                <a:gd name="textAreaTop" fmla="*/ 0 h 10800"/>
                <a:gd name="textAreaBottom" fmla="*/ 11160 h 10800"/>
              </a:gdLst>
              <a:ahLst/>
              <a:cxnLst/>
              <a:rect l="textAreaLeft" t="textAreaTop" r="textAreaRight" b="textAreaBottom"/>
              <a:pathLst>
                <a:path w="2200" h="206">
                  <a:moveTo>
                    <a:pt x="1" y="0"/>
                  </a:moveTo>
                  <a:lnTo>
                    <a:pt x="1" y="205"/>
                  </a:lnTo>
                  <a:lnTo>
                    <a:pt x="2199" y="205"/>
                  </a:lnTo>
                  <a:lnTo>
                    <a:pt x="2199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400" bIns="54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6" name="Google Shape;3792;p74"/>
            <p:cNvSpPr/>
            <p:nvPr/>
          </p:nvSpPr>
          <p:spPr>
            <a:xfrm rot="489600">
              <a:off x="5670360" y="2328480"/>
              <a:ext cx="10800" cy="1447920"/>
            </a:xfrm>
            <a:custGeom>
              <a:avLst/>
              <a:gdLst>
                <a:gd name="textAreaLeft" fmla="*/ 0 w 10800"/>
                <a:gd name="textAreaRight" fmla="*/ 11160 w 10800"/>
                <a:gd name="textAreaTop" fmla="*/ 0 h 1447920"/>
                <a:gd name="textAreaBottom" fmla="*/ 1448280 h 1447920"/>
              </a:gdLst>
              <a:ahLst/>
              <a:cxnLst/>
              <a:rect l="textAreaLeft" t="textAreaTop" r="textAreaRight" b="textAreaBottom"/>
              <a:pathLst>
                <a:path w="206" h="26726">
                  <a:moveTo>
                    <a:pt x="1" y="0"/>
                  </a:moveTo>
                  <a:lnTo>
                    <a:pt x="1" y="26726"/>
                  </a:lnTo>
                  <a:lnTo>
                    <a:pt x="205" y="26726"/>
                  </a:lnTo>
                  <a:lnTo>
                    <a:pt x="205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7" name="Google Shape;3793;p74"/>
            <p:cNvSpPr/>
            <p:nvPr/>
          </p:nvSpPr>
          <p:spPr>
            <a:xfrm rot="489600">
              <a:off x="7331040" y="2566800"/>
              <a:ext cx="10800" cy="1447920"/>
            </a:xfrm>
            <a:custGeom>
              <a:avLst/>
              <a:gdLst>
                <a:gd name="textAreaLeft" fmla="*/ 0 w 10800"/>
                <a:gd name="textAreaRight" fmla="*/ 11160 w 10800"/>
                <a:gd name="textAreaTop" fmla="*/ 0 h 1447920"/>
                <a:gd name="textAreaBottom" fmla="*/ 1448280 h 1447920"/>
              </a:gdLst>
              <a:ahLst/>
              <a:cxnLst/>
              <a:rect l="textAreaLeft" t="textAreaTop" r="textAreaRight" b="textAreaBottom"/>
              <a:pathLst>
                <a:path w="206" h="26726">
                  <a:moveTo>
                    <a:pt x="1" y="0"/>
                  </a:moveTo>
                  <a:lnTo>
                    <a:pt x="1" y="26726"/>
                  </a:lnTo>
                  <a:lnTo>
                    <a:pt x="205" y="26726"/>
                  </a:lnTo>
                  <a:lnTo>
                    <a:pt x="205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8" name="Google Shape;3794;p74"/>
            <p:cNvSpPr/>
            <p:nvPr/>
          </p:nvSpPr>
          <p:spPr>
            <a:xfrm rot="489600">
              <a:off x="5251320" y="2044800"/>
              <a:ext cx="95040" cy="1573560"/>
            </a:xfrm>
            <a:custGeom>
              <a:avLst/>
              <a:gdLst>
                <a:gd name="textAreaLeft" fmla="*/ 0 w 95040"/>
                <a:gd name="textAreaRight" fmla="*/ 95400 w 95040"/>
                <a:gd name="textAreaTop" fmla="*/ 0 h 1573560"/>
                <a:gd name="textAreaBottom" fmla="*/ 1573920 h 1573560"/>
              </a:gdLst>
              <a:ahLst/>
              <a:cxnLst/>
              <a:rect l="textAreaLeft" t="textAreaTop" r="textAreaRight" b="textAreaBottom"/>
              <a:pathLst>
                <a:path w="1760" h="29047">
                  <a:moveTo>
                    <a:pt x="1706" y="1"/>
                  </a:moveTo>
                  <a:cubicBezTo>
                    <a:pt x="697" y="283"/>
                    <a:pt x="0" y="1200"/>
                    <a:pt x="0" y="2248"/>
                  </a:cubicBezTo>
                  <a:lnTo>
                    <a:pt x="0" y="26795"/>
                  </a:lnTo>
                  <a:cubicBezTo>
                    <a:pt x="0" y="27843"/>
                    <a:pt x="707" y="28764"/>
                    <a:pt x="1721" y="29047"/>
                  </a:cubicBezTo>
                  <a:lnTo>
                    <a:pt x="1755" y="28949"/>
                  </a:lnTo>
                  <a:lnTo>
                    <a:pt x="1760" y="28847"/>
                  </a:lnTo>
                  <a:cubicBezTo>
                    <a:pt x="843" y="28588"/>
                    <a:pt x="205" y="27750"/>
                    <a:pt x="205" y="26795"/>
                  </a:cubicBezTo>
                  <a:lnTo>
                    <a:pt x="205" y="2248"/>
                  </a:lnTo>
                  <a:cubicBezTo>
                    <a:pt x="205" y="1292"/>
                    <a:pt x="843" y="454"/>
                    <a:pt x="1760" y="196"/>
                  </a:cubicBezTo>
                  <a:lnTo>
                    <a:pt x="1706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9" name="Google Shape;3795;p74"/>
            <p:cNvSpPr/>
            <p:nvPr/>
          </p:nvSpPr>
          <p:spPr>
            <a:xfrm rot="489600">
              <a:off x="7713000" y="2397960"/>
              <a:ext cx="96120" cy="1573560"/>
            </a:xfrm>
            <a:custGeom>
              <a:avLst/>
              <a:gdLst>
                <a:gd name="textAreaLeft" fmla="*/ 0 w 96120"/>
                <a:gd name="textAreaRight" fmla="*/ 96480 w 96120"/>
                <a:gd name="textAreaTop" fmla="*/ 0 h 1573560"/>
                <a:gd name="textAreaBottom" fmla="*/ 1573920 h 1573560"/>
              </a:gdLst>
              <a:ahLst/>
              <a:cxnLst/>
              <a:rect l="textAreaLeft" t="textAreaTop" r="textAreaRight" b="textAreaBottom"/>
              <a:pathLst>
                <a:path w="1780" h="29047">
                  <a:moveTo>
                    <a:pt x="73" y="1"/>
                  </a:moveTo>
                  <a:lnTo>
                    <a:pt x="20" y="196"/>
                  </a:lnTo>
                  <a:cubicBezTo>
                    <a:pt x="936" y="454"/>
                    <a:pt x="1574" y="1292"/>
                    <a:pt x="1574" y="2248"/>
                  </a:cubicBezTo>
                  <a:lnTo>
                    <a:pt x="1574" y="26795"/>
                  </a:lnTo>
                  <a:cubicBezTo>
                    <a:pt x="1574" y="27755"/>
                    <a:pt x="926" y="28598"/>
                    <a:pt x="0" y="28852"/>
                  </a:cubicBezTo>
                  <a:lnTo>
                    <a:pt x="54" y="29047"/>
                  </a:lnTo>
                  <a:cubicBezTo>
                    <a:pt x="1068" y="28769"/>
                    <a:pt x="1779" y="27847"/>
                    <a:pt x="1779" y="26795"/>
                  </a:cubicBezTo>
                  <a:lnTo>
                    <a:pt x="1779" y="2248"/>
                  </a:lnTo>
                  <a:cubicBezTo>
                    <a:pt x="1774" y="1200"/>
                    <a:pt x="1082" y="283"/>
                    <a:pt x="7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0" name="Google Shape;3796;p74"/>
            <p:cNvSpPr/>
            <p:nvPr/>
          </p:nvSpPr>
          <p:spPr>
            <a:xfrm rot="489600">
              <a:off x="5955120" y="2444040"/>
              <a:ext cx="1149480" cy="1136520"/>
            </a:xfrm>
            <a:custGeom>
              <a:avLst/>
              <a:gdLst>
                <a:gd name="textAreaLeft" fmla="*/ 0 w 1149480"/>
                <a:gd name="textAreaRight" fmla="*/ 1149840 w 1149480"/>
                <a:gd name="textAreaTop" fmla="*/ 0 h 1136520"/>
                <a:gd name="textAreaBottom" fmla="*/ 1136880 h 1136520"/>
              </a:gdLst>
              <a:ahLst/>
              <a:cxnLst/>
              <a:rect l="textAreaLeft" t="textAreaTop" r="textAreaRight" b="textAreaBottom"/>
              <a:pathLst>
                <a:path w="21219" h="20980">
                  <a:moveTo>
                    <a:pt x="21009" y="205"/>
                  </a:moveTo>
                  <a:lnTo>
                    <a:pt x="21009" y="20775"/>
                  </a:lnTo>
                  <a:lnTo>
                    <a:pt x="201" y="20775"/>
                  </a:lnTo>
                  <a:lnTo>
                    <a:pt x="201" y="205"/>
                  </a:lnTo>
                  <a:close/>
                  <a:moveTo>
                    <a:pt x="1" y="1"/>
                  </a:moveTo>
                  <a:lnTo>
                    <a:pt x="1" y="20980"/>
                  </a:lnTo>
                  <a:lnTo>
                    <a:pt x="21214" y="20980"/>
                  </a:lnTo>
                  <a:lnTo>
                    <a:pt x="21218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1" name="Google Shape;3797;p74"/>
            <p:cNvSpPr/>
            <p:nvPr/>
          </p:nvSpPr>
          <p:spPr>
            <a:xfrm rot="489600">
              <a:off x="6278040" y="2760840"/>
              <a:ext cx="502200" cy="502200"/>
            </a:xfrm>
            <a:custGeom>
              <a:avLst/>
              <a:gdLst>
                <a:gd name="textAreaLeft" fmla="*/ 0 w 502200"/>
                <a:gd name="textAreaRight" fmla="*/ 502560 w 502200"/>
                <a:gd name="textAreaTop" fmla="*/ 0 h 502200"/>
                <a:gd name="textAreaBottom" fmla="*/ 502560 h 502200"/>
              </a:gdLst>
              <a:ahLst/>
              <a:cxnLst/>
              <a:rect l="textAreaLeft" t="textAreaTop" r="textAreaRight" b="textAreaBottom"/>
              <a:pathLst>
                <a:path w="9277" h="9277">
                  <a:moveTo>
                    <a:pt x="6186" y="206"/>
                  </a:moveTo>
                  <a:lnTo>
                    <a:pt x="6186" y="3091"/>
                  </a:lnTo>
                  <a:lnTo>
                    <a:pt x="9072" y="3091"/>
                  </a:lnTo>
                  <a:lnTo>
                    <a:pt x="9072" y="6186"/>
                  </a:lnTo>
                  <a:lnTo>
                    <a:pt x="6186" y="6186"/>
                  </a:lnTo>
                  <a:lnTo>
                    <a:pt x="6186" y="9072"/>
                  </a:lnTo>
                  <a:lnTo>
                    <a:pt x="3091" y="9072"/>
                  </a:lnTo>
                  <a:lnTo>
                    <a:pt x="3091" y="6186"/>
                  </a:lnTo>
                  <a:lnTo>
                    <a:pt x="206" y="6186"/>
                  </a:lnTo>
                  <a:lnTo>
                    <a:pt x="206" y="3091"/>
                  </a:lnTo>
                  <a:lnTo>
                    <a:pt x="3091" y="3091"/>
                  </a:lnTo>
                  <a:lnTo>
                    <a:pt x="3091" y="206"/>
                  </a:lnTo>
                  <a:close/>
                  <a:moveTo>
                    <a:pt x="2886" y="1"/>
                  </a:moveTo>
                  <a:lnTo>
                    <a:pt x="2886" y="2886"/>
                  </a:lnTo>
                  <a:lnTo>
                    <a:pt x="1" y="2886"/>
                  </a:lnTo>
                  <a:lnTo>
                    <a:pt x="1" y="6391"/>
                  </a:lnTo>
                  <a:lnTo>
                    <a:pt x="2886" y="6391"/>
                  </a:lnTo>
                  <a:lnTo>
                    <a:pt x="2886" y="9277"/>
                  </a:lnTo>
                  <a:lnTo>
                    <a:pt x="6391" y="9277"/>
                  </a:lnTo>
                  <a:lnTo>
                    <a:pt x="6391" y="6391"/>
                  </a:lnTo>
                  <a:lnTo>
                    <a:pt x="9277" y="6391"/>
                  </a:lnTo>
                  <a:lnTo>
                    <a:pt x="9277" y="2886"/>
                  </a:lnTo>
                  <a:lnTo>
                    <a:pt x="6391" y="2886"/>
                  </a:lnTo>
                  <a:lnTo>
                    <a:pt x="6391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2" name="Google Shape;3798;p74"/>
            <p:cNvSpPr/>
            <p:nvPr/>
          </p:nvSpPr>
          <p:spPr>
            <a:xfrm rot="489600">
              <a:off x="6329880" y="2812680"/>
              <a:ext cx="399240" cy="399240"/>
            </a:xfrm>
            <a:custGeom>
              <a:avLst/>
              <a:gdLst>
                <a:gd name="textAreaLeft" fmla="*/ 0 w 399240"/>
                <a:gd name="textAreaRight" fmla="*/ 399600 w 399240"/>
                <a:gd name="textAreaTop" fmla="*/ 0 h 399240"/>
                <a:gd name="textAreaBottom" fmla="*/ 399600 h 399240"/>
              </a:gdLst>
              <a:ahLst/>
              <a:cxnLst/>
              <a:rect l="textAreaLeft" t="textAreaTop" r="textAreaRight" b="textAreaBottom"/>
              <a:pathLst>
                <a:path w="7376" h="7376">
                  <a:moveTo>
                    <a:pt x="4285" y="205"/>
                  </a:moveTo>
                  <a:lnTo>
                    <a:pt x="4285" y="3091"/>
                  </a:lnTo>
                  <a:lnTo>
                    <a:pt x="7170" y="3091"/>
                  </a:lnTo>
                  <a:lnTo>
                    <a:pt x="7170" y="4285"/>
                  </a:lnTo>
                  <a:lnTo>
                    <a:pt x="4285" y="4285"/>
                  </a:lnTo>
                  <a:lnTo>
                    <a:pt x="4285" y="7170"/>
                  </a:lnTo>
                  <a:lnTo>
                    <a:pt x="3091" y="7170"/>
                  </a:lnTo>
                  <a:lnTo>
                    <a:pt x="3091" y="4285"/>
                  </a:lnTo>
                  <a:lnTo>
                    <a:pt x="205" y="4285"/>
                  </a:lnTo>
                  <a:lnTo>
                    <a:pt x="205" y="3091"/>
                  </a:lnTo>
                  <a:lnTo>
                    <a:pt x="3091" y="3091"/>
                  </a:lnTo>
                  <a:lnTo>
                    <a:pt x="3091" y="205"/>
                  </a:lnTo>
                  <a:close/>
                  <a:moveTo>
                    <a:pt x="2886" y="0"/>
                  </a:moveTo>
                  <a:lnTo>
                    <a:pt x="2886" y="2886"/>
                  </a:lnTo>
                  <a:lnTo>
                    <a:pt x="0" y="2886"/>
                  </a:lnTo>
                  <a:lnTo>
                    <a:pt x="0" y="4490"/>
                  </a:lnTo>
                  <a:lnTo>
                    <a:pt x="2886" y="4490"/>
                  </a:lnTo>
                  <a:lnTo>
                    <a:pt x="2886" y="7375"/>
                  </a:lnTo>
                  <a:lnTo>
                    <a:pt x="4490" y="7375"/>
                  </a:lnTo>
                  <a:lnTo>
                    <a:pt x="4490" y="4490"/>
                  </a:lnTo>
                  <a:lnTo>
                    <a:pt x="7375" y="4490"/>
                  </a:lnTo>
                  <a:lnTo>
                    <a:pt x="7375" y="2886"/>
                  </a:lnTo>
                  <a:lnTo>
                    <a:pt x="4490" y="2886"/>
                  </a:lnTo>
                  <a:lnTo>
                    <a:pt x="4490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3" name="Google Shape;3799;p74"/>
            <p:cNvSpPr/>
            <p:nvPr/>
          </p:nvSpPr>
          <p:spPr>
            <a:xfrm rot="489600">
              <a:off x="6088680" y="2567520"/>
              <a:ext cx="881640" cy="881640"/>
            </a:xfrm>
            <a:custGeom>
              <a:avLst/>
              <a:gdLst>
                <a:gd name="textAreaLeft" fmla="*/ 0 w 881640"/>
                <a:gd name="textAreaRight" fmla="*/ 882000 w 881640"/>
                <a:gd name="textAreaTop" fmla="*/ 0 h 881640"/>
                <a:gd name="textAreaBottom" fmla="*/ 882000 h 881640"/>
              </a:gdLst>
              <a:ahLst/>
              <a:cxnLst/>
              <a:rect l="textAreaLeft" t="textAreaTop" r="textAreaRight" b="textAreaBottom"/>
              <a:pathLst>
                <a:path w="16276" h="16276">
                  <a:moveTo>
                    <a:pt x="8136" y="205"/>
                  </a:moveTo>
                  <a:cubicBezTo>
                    <a:pt x="12513" y="205"/>
                    <a:pt x="16071" y="3768"/>
                    <a:pt x="16071" y="8140"/>
                  </a:cubicBezTo>
                  <a:cubicBezTo>
                    <a:pt x="16071" y="12512"/>
                    <a:pt x="12508" y="16071"/>
                    <a:pt x="8136" y="16071"/>
                  </a:cubicBezTo>
                  <a:cubicBezTo>
                    <a:pt x="3763" y="16071"/>
                    <a:pt x="205" y="12512"/>
                    <a:pt x="205" y="8140"/>
                  </a:cubicBezTo>
                  <a:cubicBezTo>
                    <a:pt x="205" y="3763"/>
                    <a:pt x="3763" y="205"/>
                    <a:pt x="8136" y="205"/>
                  </a:cubicBezTo>
                  <a:close/>
                  <a:moveTo>
                    <a:pt x="8136" y="0"/>
                  </a:moveTo>
                  <a:cubicBezTo>
                    <a:pt x="3651" y="0"/>
                    <a:pt x="0" y="3656"/>
                    <a:pt x="0" y="8140"/>
                  </a:cubicBezTo>
                  <a:cubicBezTo>
                    <a:pt x="0" y="12624"/>
                    <a:pt x="3651" y="16275"/>
                    <a:pt x="8136" y="16275"/>
                  </a:cubicBezTo>
                  <a:cubicBezTo>
                    <a:pt x="12625" y="16275"/>
                    <a:pt x="16276" y="12624"/>
                    <a:pt x="16276" y="8140"/>
                  </a:cubicBezTo>
                  <a:cubicBezTo>
                    <a:pt x="16276" y="3651"/>
                    <a:pt x="12625" y="0"/>
                    <a:pt x="813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4" name="Google Shape;3800;p74"/>
            <p:cNvSpPr/>
            <p:nvPr/>
          </p:nvSpPr>
          <p:spPr>
            <a:xfrm rot="489600">
              <a:off x="6116400" y="2622960"/>
              <a:ext cx="796320" cy="766440"/>
            </a:xfrm>
            <a:custGeom>
              <a:avLst/>
              <a:gdLst>
                <a:gd name="textAreaLeft" fmla="*/ 0 w 796320"/>
                <a:gd name="textAreaRight" fmla="*/ 796680 w 796320"/>
                <a:gd name="textAreaTop" fmla="*/ 0 h 766440"/>
                <a:gd name="textAreaBottom" fmla="*/ 766800 h 766440"/>
              </a:gdLst>
              <a:ahLst/>
              <a:cxnLst/>
              <a:rect l="textAreaLeft" t="textAreaTop" r="textAreaRight" b="textAreaBottom"/>
              <a:pathLst>
                <a:path w="14706" h="14150">
                  <a:moveTo>
                    <a:pt x="7629" y="204"/>
                  </a:moveTo>
                  <a:cubicBezTo>
                    <a:pt x="11426" y="209"/>
                    <a:pt x="14501" y="3280"/>
                    <a:pt x="14501" y="7077"/>
                  </a:cubicBezTo>
                  <a:cubicBezTo>
                    <a:pt x="14501" y="9855"/>
                    <a:pt x="12829" y="12361"/>
                    <a:pt x="10261" y="13423"/>
                  </a:cubicBezTo>
                  <a:cubicBezTo>
                    <a:pt x="9410" y="13775"/>
                    <a:pt x="8517" y="13947"/>
                    <a:pt x="7631" y="13947"/>
                  </a:cubicBezTo>
                  <a:cubicBezTo>
                    <a:pt x="5844" y="13947"/>
                    <a:pt x="4087" y="13249"/>
                    <a:pt x="2774" y="11932"/>
                  </a:cubicBezTo>
                  <a:cubicBezTo>
                    <a:pt x="809" y="9968"/>
                    <a:pt x="220" y="7014"/>
                    <a:pt x="1282" y="4445"/>
                  </a:cubicBezTo>
                  <a:cubicBezTo>
                    <a:pt x="2345" y="1881"/>
                    <a:pt x="4850" y="204"/>
                    <a:pt x="7629" y="204"/>
                  </a:cubicBezTo>
                  <a:close/>
                  <a:moveTo>
                    <a:pt x="7631" y="1"/>
                  </a:moveTo>
                  <a:cubicBezTo>
                    <a:pt x="5792" y="1"/>
                    <a:pt x="3983" y="719"/>
                    <a:pt x="2628" y="2071"/>
                  </a:cubicBezTo>
                  <a:cubicBezTo>
                    <a:pt x="605" y="4094"/>
                    <a:pt x="0" y="7136"/>
                    <a:pt x="1092" y="9782"/>
                  </a:cubicBezTo>
                  <a:cubicBezTo>
                    <a:pt x="2189" y="12424"/>
                    <a:pt x="4767" y="14150"/>
                    <a:pt x="7629" y="14150"/>
                  </a:cubicBezTo>
                  <a:cubicBezTo>
                    <a:pt x="11538" y="14145"/>
                    <a:pt x="14701" y="10981"/>
                    <a:pt x="14706" y="7077"/>
                  </a:cubicBezTo>
                  <a:cubicBezTo>
                    <a:pt x="14706" y="4216"/>
                    <a:pt x="12985" y="1633"/>
                    <a:pt x="10339" y="541"/>
                  </a:cubicBezTo>
                  <a:cubicBezTo>
                    <a:pt x="9463" y="177"/>
                    <a:pt x="8543" y="1"/>
                    <a:pt x="763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5" name="Google Shape;3801;p74"/>
            <p:cNvSpPr/>
            <p:nvPr/>
          </p:nvSpPr>
          <p:spPr>
            <a:xfrm rot="489600">
              <a:off x="5706000" y="2009880"/>
              <a:ext cx="193320" cy="333360"/>
            </a:xfrm>
            <a:custGeom>
              <a:avLst/>
              <a:gdLst>
                <a:gd name="textAreaLeft" fmla="*/ 0 w 193320"/>
                <a:gd name="textAreaRight" fmla="*/ 193680 w 193320"/>
                <a:gd name="textAreaTop" fmla="*/ 0 h 333360"/>
                <a:gd name="textAreaBottom" fmla="*/ 333720 h 333360"/>
              </a:gdLst>
              <a:ahLst/>
              <a:cxnLst/>
              <a:rect l="textAreaLeft" t="textAreaTop" r="textAreaRight" b="textAreaBottom"/>
              <a:pathLst>
                <a:path w="3574" h="6157">
                  <a:moveTo>
                    <a:pt x="3373" y="200"/>
                  </a:moveTo>
                  <a:lnTo>
                    <a:pt x="3373" y="5952"/>
                  </a:lnTo>
                  <a:lnTo>
                    <a:pt x="205" y="5952"/>
                  </a:lnTo>
                  <a:lnTo>
                    <a:pt x="205" y="200"/>
                  </a:lnTo>
                  <a:close/>
                  <a:moveTo>
                    <a:pt x="0" y="0"/>
                  </a:moveTo>
                  <a:lnTo>
                    <a:pt x="0" y="6156"/>
                  </a:lnTo>
                  <a:lnTo>
                    <a:pt x="3573" y="6156"/>
                  </a:lnTo>
                  <a:lnTo>
                    <a:pt x="3573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6" name="Google Shape;3802;p74"/>
            <p:cNvSpPr/>
            <p:nvPr/>
          </p:nvSpPr>
          <p:spPr>
            <a:xfrm rot="489600">
              <a:off x="7365240" y="2247840"/>
              <a:ext cx="193320" cy="333360"/>
            </a:xfrm>
            <a:custGeom>
              <a:avLst/>
              <a:gdLst>
                <a:gd name="textAreaLeft" fmla="*/ 0 w 193320"/>
                <a:gd name="textAreaRight" fmla="*/ 193680 w 193320"/>
                <a:gd name="textAreaTop" fmla="*/ 0 h 333360"/>
                <a:gd name="textAreaBottom" fmla="*/ 333720 h 333360"/>
              </a:gdLst>
              <a:ahLst/>
              <a:cxnLst/>
              <a:rect l="textAreaLeft" t="textAreaTop" r="textAreaRight" b="textAreaBottom"/>
              <a:pathLst>
                <a:path w="3574" h="6157">
                  <a:moveTo>
                    <a:pt x="3373" y="200"/>
                  </a:moveTo>
                  <a:lnTo>
                    <a:pt x="3373" y="5952"/>
                  </a:lnTo>
                  <a:lnTo>
                    <a:pt x="205" y="5952"/>
                  </a:lnTo>
                  <a:lnTo>
                    <a:pt x="205" y="200"/>
                  </a:lnTo>
                  <a:close/>
                  <a:moveTo>
                    <a:pt x="0" y="0"/>
                  </a:moveTo>
                  <a:lnTo>
                    <a:pt x="0" y="6156"/>
                  </a:lnTo>
                  <a:lnTo>
                    <a:pt x="3573" y="6156"/>
                  </a:lnTo>
                  <a:lnTo>
                    <a:pt x="3573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7" name="Google Shape;3803;p74"/>
            <p:cNvSpPr/>
            <p:nvPr/>
          </p:nvSpPr>
          <p:spPr>
            <a:xfrm rot="489600">
              <a:off x="6045120" y="1805040"/>
              <a:ext cx="1266840" cy="337680"/>
            </a:xfrm>
            <a:custGeom>
              <a:avLst/>
              <a:gdLst>
                <a:gd name="textAreaLeft" fmla="*/ 0 w 1266840"/>
                <a:gd name="textAreaRight" fmla="*/ 1267200 w 1266840"/>
                <a:gd name="textAreaTop" fmla="*/ 0 h 337680"/>
                <a:gd name="textAreaBottom" fmla="*/ 338040 h 337680"/>
              </a:gdLst>
              <a:ahLst/>
              <a:cxnLst/>
              <a:rect l="textAreaLeft" t="textAreaTop" r="textAreaRight" b="textAreaBottom"/>
              <a:pathLst>
                <a:path w="23388" h="6236">
                  <a:moveTo>
                    <a:pt x="21077" y="206"/>
                  </a:moveTo>
                  <a:cubicBezTo>
                    <a:pt x="22237" y="206"/>
                    <a:pt x="23178" y="1146"/>
                    <a:pt x="23178" y="2311"/>
                  </a:cubicBezTo>
                  <a:lnTo>
                    <a:pt x="23178" y="6035"/>
                  </a:lnTo>
                  <a:lnTo>
                    <a:pt x="21896" y="6035"/>
                  </a:lnTo>
                  <a:lnTo>
                    <a:pt x="21896" y="2306"/>
                  </a:lnTo>
                  <a:cubicBezTo>
                    <a:pt x="21896" y="1853"/>
                    <a:pt x="21526" y="1483"/>
                    <a:pt x="21072" y="1483"/>
                  </a:cubicBezTo>
                  <a:lnTo>
                    <a:pt x="2306" y="1483"/>
                  </a:lnTo>
                  <a:cubicBezTo>
                    <a:pt x="1848" y="1483"/>
                    <a:pt x="1483" y="1853"/>
                    <a:pt x="1483" y="2311"/>
                  </a:cubicBezTo>
                  <a:lnTo>
                    <a:pt x="1483" y="6035"/>
                  </a:lnTo>
                  <a:lnTo>
                    <a:pt x="206" y="6035"/>
                  </a:lnTo>
                  <a:lnTo>
                    <a:pt x="206" y="2311"/>
                  </a:lnTo>
                  <a:cubicBezTo>
                    <a:pt x="206" y="1146"/>
                    <a:pt x="1146" y="206"/>
                    <a:pt x="2306" y="206"/>
                  </a:cubicBezTo>
                  <a:close/>
                  <a:moveTo>
                    <a:pt x="2306" y="1"/>
                  </a:moveTo>
                  <a:cubicBezTo>
                    <a:pt x="1034" y="6"/>
                    <a:pt x="6" y="1034"/>
                    <a:pt x="1" y="2306"/>
                  </a:cubicBezTo>
                  <a:lnTo>
                    <a:pt x="1" y="6235"/>
                  </a:lnTo>
                  <a:lnTo>
                    <a:pt x="1687" y="6235"/>
                  </a:lnTo>
                  <a:lnTo>
                    <a:pt x="1687" y="2306"/>
                  </a:lnTo>
                  <a:cubicBezTo>
                    <a:pt x="1687" y="1965"/>
                    <a:pt x="1965" y="1687"/>
                    <a:pt x="2306" y="1687"/>
                  </a:cubicBezTo>
                  <a:lnTo>
                    <a:pt x="21077" y="1687"/>
                  </a:lnTo>
                  <a:cubicBezTo>
                    <a:pt x="21418" y="1687"/>
                    <a:pt x="21696" y="1965"/>
                    <a:pt x="21696" y="2306"/>
                  </a:cubicBezTo>
                  <a:lnTo>
                    <a:pt x="21696" y="6235"/>
                  </a:lnTo>
                  <a:lnTo>
                    <a:pt x="23388" y="6235"/>
                  </a:lnTo>
                  <a:lnTo>
                    <a:pt x="23383" y="2311"/>
                  </a:lnTo>
                  <a:cubicBezTo>
                    <a:pt x="23378" y="1034"/>
                    <a:pt x="22349" y="1"/>
                    <a:pt x="2107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38" name="Google Shape;3804;p74"/>
          <p:cNvGrpSpPr/>
          <p:nvPr/>
        </p:nvGrpSpPr>
        <p:grpSpPr>
          <a:xfrm>
            <a:off x="7143120" y="3043440"/>
            <a:ext cx="1422000" cy="1422000"/>
            <a:chOff x="7143120" y="3043440"/>
            <a:chExt cx="1422000" cy="1422000"/>
          </a:xfrm>
        </p:grpSpPr>
        <p:sp>
          <p:nvSpPr>
            <p:cNvPr id="639" name="Google Shape;3805;p74"/>
            <p:cNvSpPr/>
            <p:nvPr/>
          </p:nvSpPr>
          <p:spPr>
            <a:xfrm rot="2700000">
              <a:off x="7835400" y="3948840"/>
              <a:ext cx="53640" cy="4464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44640"/>
                <a:gd name="textAreaBottom" fmla="*/ 45000 h 44640"/>
              </a:gdLst>
              <a:ahLst/>
              <a:cxnLst/>
              <a:rect l="textAreaLeft" t="textAreaTop" r="textAreaRight" b="textAreaBottom"/>
              <a:pathLst>
                <a:path w="1202" h="998">
                  <a:moveTo>
                    <a:pt x="641" y="0"/>
                  </a:moveTo>
                  <a:cubicBezTo>
                    <a:pt x="606" y="0"/>
                    <a:pt x="571" y="4"/>
                    <a:pt x="536" y="12"/>
                  </a:cubicBezTo>
                  <a:cubicBezTo>
                    <a:pt x="103" y="109"/>
                    <a:pt x="0" y="679"/>
                    <a:pt x="376" y="918"/>
                  </a:cubicBezTo>
                  <a:cubicBezTo>
                    <a:pt x="461" y="973"/>
                    <a:pt x="551" y="998"/>
                    <a:pt x="640" y="998"/>
                  </a:cubicBezTo>
                  <a:cubicBezTo>
                    <a:pt x="935" y="998"/>
                    <a:pt x="1201" y="722"/>
                    <a:pt x="1126" y="392"/>
                  </a:cubicBezTo>
                  <a:cubicBezTo>
                    <a:pt x="1071" y="159"/>
                    <a:pt x="866" y="0"/>
                    <a:pt x="641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2320" bIns="22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0" name="Google Shape;3806;p74"/>
            <p:cNvSpPr/>
            <p:nvPr/>
          </p:nvSpPr>
          <p:spPr>
            <a:xfrm rot="2700000">
              <a:off x="7886160" y="3868920"/>
              <a:ext cx="53640" cy="4464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44640"/>
                <a:gd name="textAreaBottom" fmla="*/ 45000 h 44640"/>
              </a:gdLst>
              <a:ahLst/>
              <a:cxnLst/>
              <a:rect l="textAreaLeft" t="textAreaTop" r="textAreaRight" b="textAreaBottom"/>
              <a:pathLst>
                <a:path w="1198" h="995">
                  <a:moveTo>
                    <a:pt x="640" y="1"/>
                  </a:moveTo>
                  <a:cubicBezTo>
                    <a:pt x="605" y="1"/>
                    <a:pt x="568" y="5"/>
                    <a:pt x="532" y="13"/>
                  </a:cubicBezTo>
                  <a:cubicBezTo>
                    <a:pt x="103" y="110"/>
                    <a:pt x="1" y="680"/>
                    <a:pt x="371" y="914"/>
                  </a:cubicBezTo>
                  <a:cubicBezTo>
                    <a:pt x="458" y="970"/>
                    <a:pt x="550" y="994"/>
                    <a:pt x="640" y="994"/>
                  </a:cubicBezTo>
                  <a:cubicBezTo>
                    <a:pt x="935" y="994"/>
                    <a:pt x="1198" y="722"/>
                    <a:pt x="1127" y="393"/>
                  </a:cubicBezTo>
                  <a:cubicBezTo>
                    <a:pt x="1076" y="157"/>
                    <a:pt x="869" y="1"/>
                    <a:pt x="640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2320" bIns="22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1" name="Google Shape;3807;p74"/>
            <p:cNvSpPr/>
            <p:nvPr/>
          </p:nvSpPr>
          <p:spPr>
            <a:xfrm rot="2700000">
              <a:off x="7937280" y="3789000"/>
              <a:ext cx="53640" cy="4464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44640"/>
                <a:gd name="textAreaBottom" fmla="*/ 45000 h 44640"/>
              </a:gdLst>
              <a:ahLst/>
              <a:cxnLst/>
              <a:rect l="textAreaLeft" t="textAreaTop" r="textAreaRight" b="textAreaBottom"/>
              <a:pathLst>
                <a:path w="1198" h="998">
                  <a:moveTo>
                    <a:pt x="638" y="0"/>
                  </a:moveTo>
                  <a:cubicBezTo>
                    <a:pt x="603" y="0"/>
                    <a:pt x="567" y="4"/>
                    <a:pt x="532" y="12"/>
                  </a:cubicBezTo>
                  <a:cubicBezTo>
                    <a:pt x="98" y="104"/>
                    <a:pt x="1" y="679"/>
                    <a:pt x="371" y="918"/>
                  </a:cubicBezTo>
                  <a:cubicBezTo>
                    <a:pt x="457" y="973"/>
                    <a:pt x="549" y="998"/>
                    <a:pt x="637" y="998"/>
                  </a:cubicBezTo>
                  <a:cubicBezTo>
                    <a:pt x="934" y="998"/>
                    <a:pt x="1198" y="722"/>
                    <a:pt x="1127" y="392"/>
                  </a:cubicBezTo>
                  <a:cubicBezTo>
                    <a:pt x="1072" y="159"/>
                    <a:pt x="866" y="0"/>
                    <a:pt x="638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2320" bIns="22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2" name="Google Shape;3808;p74"/>
            <p:cNvSpPr/>
            <p:nvPr/>
          </p:nvSpPr>
          <p:spPr>
            <a:xfrm rot="2700000">
              <a:off x="7988760" y="3708720"/>
              <a:ext cx="53640" cy="4464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44640"/>
                <a:gd name="textAreaBottom" fmla="*/ 45000 h 44640"/>
              </a:gdLst>
              <a:ahLst/>
              <a:cxnLst/>
              <a:rect l="textAreaLeft" t="textAreaTop" r="textAreaRight" b="textAreaBottom"/>
              <a:pathLst>
                <a:path w="1198" h="996">
                  <a:moveTo>
                    <a:pt x="644" y="1"/>
                  </a:moveTo>
                  <a:cubicBezTo>
                    <a:pt x="607" y="1"/>
                    <a:pt x="569" y="5"/>
                    <a:pt x="532" y="14"/>
                  </a:cubicBezTo>
                  <a:cubicBezTo>
                    <a:pt x="98" y="111"/>
                    <a:pt x="0" y="677"/>
                    <a:pt x="371" y="915"/>
                  </a:cubicBezTo>
                  <a:cubicBezTo>
                    <a:pt x="458" y="971"/>
                    <a:pt x="550" y="996"/>
                    <a:pt x="639" y="996"/>
                  </a:cubicBezTo>
                  <a:cubicBezTo>
                    <a:pt x="935" y="996"/>
                    <a:pt x="1197" y="724"/>
                    <a:pt x="1126" y="394"/>
                  </a:cubicBezTo>
                  <a:cubicBezTo>
                    <a:pt x="1076" y="159"/>
                    <a:pt x="871" y="1"/>
                    <a:pt x="644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2320" bIns="22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3" name="Google Shape;3809;p74"/>
            <p:cNvSpPr/>
            <p:nvPr/>
          </p:nvSpPr>
          <p:spPr>
            <a:xfrm rot="2700000">
              <a:off x="7762680" y="3902760"/>
              <a:ext cx="53640" cy="4428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44280"/>
                <a:gd name="textAreaBottom" fmla="*/ 44640 h 44280"/>
              </a:gdLst>
              <a:ahLst/>
              <a:cxnLst/>
              <a:rect l="textAreaLeft" t="textAreaTop" r="textAreaRight" b="textAreaBottom"/>
              <a:pathLst>
                <a:path w="1202" h="993">
                  <a:moveTo>
                    <a:pt x="643" y="0"/>
                  </a:moveTo>
                  <a:cubicBezTo>
                    <a:pt x="608" y="0"/>
                    <a:pt x="572" y="4"/>
                    <a:pt x="536" y="12"/>
                  </a:cubicBezTo>
                  <a:cubicBezTo>
                    <a:pt x="98" y="104"/>
                    <a:pt x="0" y="675"/>
                    <a:pt x="371" y="914"/>
                  </a:cubicBezTo>
                  <a:cubicBezTo>
                    <a:pt x="457" y="969"/>
                    <a:pt x="548" y="993"/>
                    <a:pt x="637" y="993"/>
                  </a:cubicBezTo>
                  <a:cubicBezTo>
                    <a:pt x="935" y="993"/>
                    <a:pt x="1201" y="718"/>
                    <a:pt x="1126" y="387"/>
                  </a:cubicBezTo>
                  <a:cubicBezTo>
                    <a:pt x="1071" y="155"/>
                    <a:pt x="867" y="0"/>
                    <a:pt x="643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2320" bIns="22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4" name="Google Shape;3810;p74"/>
            <p:cNvSpPr/>
            <p:nvPr/>
          </p:nvSpPr>
          <p:spPr>
            <a:xfrm rot="2700000">
              <a:off x="7813800" y="3822480"/>
              <a:ext cx="53640" cy="4464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44640"/>
                <a:gd name="textAreaBottom" fmla="*/ 45000 h 44640"/>
              </a:gdLst>
              <a:ahLst/>
              <a:cxnLst/>
              <a:rect l="textAreaLeft" t="textAreaTop" r="textAreaRight" b="textAreaBottom"/>
              <a:pathLst>
                <a:path w="1202" h="999">
                  <a:moveTo>
                    <a:pt x="643" y="1"/>
                  </a:moveTo>
                  <a:cubicBezTo>
                    <a:pt x="608" y="1"/>
                    <a:pt x="573" y="4"/>
                    <a:pt x="537" y="12"/>
                  </a:cubicBezTo>
                  <a:cubicBezTo>
                    <a:pt x="103" y="110"/>
                    <a:pt x="1" y="680"/>
                    <a:pt x="376" y="919"/>
                  </a:cubicBezTo>
                  <a:cubicBezTo>
                    <a:pt x="462" y="974"/>
                    <a:pt x="553" y="999"/>
                    <a:pt x="642" y="999"/>
                  </a:cubicBezTo>
                  <a:cubicBezTo>
                    <a:pt x="937" y="999"/>
                    <a:pt x="1202" y="726"/>
                    <a:pt x="1127" y="392"/>
                  </a:cubicBezTo>
                  <a:cubicBezTo>
                    <a:pt x="1076" y="160"/>
                    <a:pt x="871" y="1"/>
                    <a:pt x="643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2320" bIns="22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5" name="Google Shape;3811;p74"/>
            <p:cNvSpPr/>
            <p:nvPr/>
          </p:nvSpPr>
          <p:spPr>
            <a:xfrm rot="2700000">
              <a:off x="7864920" y="3742560"/>
              <a:ext cx="53640" cy="4464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44640"/>
                <a:gd name="textAreaBottom" fmla="*/ 45000 h 44640"/>
              </a:gdLst>
              <a:ahLst/>
              <a:cxnLst/>
              <a:rect l="textAreaLeft" t="textAreaTop" r="textAreaRight" b="textAreaBottom"/>
              <a:pathLst>
                <a:path w="1202" h="999">
                  <a:moveTo>
                    <a:pt x="643" y="1"/>
                  </a:moveTo>
                  <a:cubicBezTo>
                    <a:pt x="608" y="1"/>
                    <a:pt x="572" y="4"/>
                    <a:pt x="537" y="12"/>
                  </a:cubicBezTo>
                  <a:cubicBezTo>
                    <a:pt x="103" y="110"/>
                    <a:pt x="1" y="680"/>
                    <a:pt x="376" y="919"/>
                  </a:cubicBezTo>
                  <a:cubicBezTo>
                    <a:pt x="462" y="974"/>
                    <a:pt x="554" y="998"/>
                    <a:pt x="642" y="998"/>
                  </a:cubicBezTo>
                  <a:cubicBezTo>
                    <a:pt x="938" y="998"/>
                    <a:pt x="1202" y="723"/>
                    <a:pt x="1127" y="392"/>
                  </a:cubicBezTo>
                  <a:cubicBezTo>
                    <a:pt x="1076" y="160"/>
                    <a:pt x="871" y="1"/>
                    <a:pt x="643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2320" bIns="22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6" name="Google Shape;3812;p74"/>
            <p:cNvSpPr/>
            <p:nvPr/>
          </p:nvSpPr>
          <p:spPr>
            <a:xfrm rot="2700000">
              <a:off x="7916040" y="3662640"/>
              <a:ext cx="53640" cy="4464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44640"/>
                <a:gd name="textAreaBottom" fmla="*/ 45000 h 44640"/>
              </a:gdLst>
              <a:ahLst/>
              <a:cxnLst/>
              <a:rect l="textAreaLeft" t="textAreaTop" r="textAreaRight" b="textAreaBottom"/>
              <a:pathLst>
                <a:path w="1202" h="999">
                  <a:moveTo>
                    <a:pt x="642" y="1"/>
                  </a:moveTo>
                  <a:cubicBezTo>
                    <a:pt x="608" y="1"/>
                    <a:pt x="572" y="4"/>
                    <a:pt x="536" y="12"/>
                  </a:cubicBezTo>
                  <a:cubicBezTo>
                    <a:pt x="103" y="110"/>
                    <a:pt x="0" y="680"/>
                    <a:pt x="376" y="919"/>
                  </a:cubicBezTo>
                  <a:cubicBezTo>
                    <a:pt x="461" y="974"/>
                    <a:pt x="553" y="999"/>
                    <a:pt x="642" y="999"/>
                  </a:cubicBezTo>
                  <a:cubicBezTo>
                    <a:pt x="936" y="999"/>
                    <a:pt x="1201" y="726"/>
                    <a:pt x="1126" y="392"/>
                  </a:cubicBezTo>
                  <a:cubicBezTo>
                    <a:pt x="1076" y="160"/>
                    <a:pt x="871" y="1"/>
                    <a:pt x="642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2320" bIns="22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7" name="Google Shape;3813;p74"/>
            <p:cNvSpPr/>
            <p:nvPr/>
          </p:nvSpPr>
          <p:spPr>
            <a:xfrm rot="2700000">
              <a:off x="7967160" y="3582720"/>
              <a:ext cx="53640" cy="4464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44640"/>
                <a:gd name="textAreaBottom" fmla="*/ 45000 h 44640"/>
              </a:gdLst>
              <a:ahLst/>
              <a:cxnLst/>
              <a:rect l="textAreaLeft" t="textAreaTop" r="textAreaRight" b="textAreaBottom"/>
              <a:pathLst>
                <a:path w="1202" h="997">
                  <a:moveTo>
                    <a:pt x="640" y="1"/>
                  </a:moveTo>
                  <a:cubicBezTo>
                    <a:pt x="604" y="1"/>
                    <a:pt x="568" y="4"/>
                    <a:pt x="531" y="12"/>
                  </a:cubicBezTo>
                  <a:cubicBezTo>
                    <a:pt x="102" y="110"/>
                    <a:pt x="0" y="680"/>
                    <a:pt x="375" y="919"/>
                  </a:cubicBezTo>
                  <a:cubicBezTo>
                    <a:pt x="460" y="972"/>
                    <a:pt x="550" y="996"/>
                    <a:pt x="638" y="996"/>
                  </a:cubicBezTo>
                  <a:cubicBezTo>
                    <a:pt x="934" y="996"/>
                    <a:pt x="1201" y="723"/>
                    <a:pt x="1126" y="392"/>
                  </a:cubicBezTo>
                  <a:cubicBezTo>
                    <a:pt x="1075" y="156"/>
                    <a:pt x="868" y="1"/>
                    <a:pt x="640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2320" bIns="22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8" name="Google Shape;3814;p74"/>
            <p:cNvSpPr/>
            <p:nvPr/>
          </p:nvSpPr>
          <p:spPr>
            <a:xfrm rot="2700000">
              <a:off x="7690680" y="3856320"/>
              <a:ext cx="53640" cy="4464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44640"/>
                <a:gd name="textAreaBottom" fmla="*/ 45000 h 44640"/>
              </a:gdLst>
              <a:ahLst/>
              <a:cxnLst/>
              <a:rect l="textAreaLeft" t="textAreaTop" r="textAreaRight" b="textAreaBottom"/>
              <a:pathLst>
                <a:path w="1198" h="1000">
                  <a:moveTo>
                    <a:pt x="642" y="1"/>
                  </a:moveTo>
                  <a:cubicBezTo>
                    <a:pt x="607" y="1"/>
                    <a:pt x="572" y="5"/>
                    <a:pt x="536" y="12"/>
                  </a:cubicBezTo>
                  <a:cubicBezTo>
                    <a:pt x="103" y="110"/>
                    <a:pt x="0" y="680"/>
                    <a:pt x="371" y="919"/>
                  </a:cubicBezTo>
                  <a:cubicBezTo>
                    <a:pt x="457" y="974"/>
                    <a:pt x="549" y="999"/>
                    <a:pt x="639" y="999"/>
                  </a:cubicBezTo>
                  <a:cubicBezTo>
                    <a:pt x="934" y="999"/>
                    <a:pt x="1197" y="726"/>
                    <a:pt x="1126" y="393"/>
                  </a:cubicBezTo>
                  <a:cubicBezTo>
                    <a:pt x="1075" y="160"/>
                    <a:pt x="871" y="1"/>
                    <a:pt x="642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2320" bIns="22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9" name="Google Shape;3815;p74"/>
            <p:cNvSpPr/>
            <p:nvPr/>
          </p:nvSpPr>
          <p:spPr>
            <a:xfrm rot="2700000">
              <a:off x="7741440" y="3776400"/>
              <a:ext cx="53640" cy="4464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44640"/>
                <a:gd name="textAreaBottom" fmla="*/ 45000 h 44640"/>
              </a:gdLst>
              <a:ahLst/>
              <a:cxnLst/>
              <a:rect l="textAreaLeft" t="textAreaTop" r="textAreaRight" b="textAreaBottom"/>
              <a:pathLst>
                <a:path w="1202" h="996">
                  <a:moveTo>
                    <a:pt x="645" y="0"/>
                  </a:moveTo>
                  <a:cubicBezTo>
                    <a:pt x="608" y="0"/>
                    <a:pt x="570" y="4"/>
                    <a:pt x="532" y="13"/>
                  </a:cubicBezTo>
                  <a:cubicBezTo>
                    <a:pt x="103" y="106"/>
                    <a:pt x="1" y="676"/>
                    <a:pt x="376" y="915"/>
                  </a:cubicBezTo>
                  <a:cubicBezTo>
                    <a:pt x="462" y="970"/>
                    <a:pt x="553" y="995"/>
                    <a:pt x="642" y="995"/>
                  </a:cubicBezTo>
                  <a:cubicBezTo>
                    <a:pt x="937" y="995"/>
                    <a:pt x="1202" y="722"/>
                    <a:pt x="1127" y="389"/>
                  </a:cubicBezTo>
                  <a:cubicBezTo>
                    <a:pt x="1077" y="158"/>
                    <a:pt x="872" y="0"/>
                    <a:pt x="645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2320" bIns="22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0" name="Google Shape;3816;p74"/>
            <p:cNvSpPr/>
            <p:nvPr/>
          </p:nvSpPr>
          <p:spPr>
            <a:xfrm rot="2700000">
              <a:off x="7792920" y="3696480"/>
              <a:ext cx="53640" cy="4464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44640"/>
                <a:gd name="textAreaBottom" fmla="*/ 45000 h 44640"/>
              </a:gdLst>
              <a:ahLst/>
              <a:cxnLst/>
              <a:rect l="textAreaLeft" t="textAreaTop" r="textAreaRight" b="textAreaBottom"/>
              <a:pathLst>
                <a:path w="1198" h="999">
                  <a:moveTo>
                    <a:pt x="638" y="0"/>
                  </a:moveTo>
                  <a:cubicBezTo>
                    <a:pt x="603" y="0"/>
                    <a:pt x="567" y="4"/>
                    <a:pt x="532" y="12"/>
                  </a:cubicBezTo>
                  <a:cubicBezTo>
                    <a:pt x="103" y="109"/>
                    <a:pt x="1" y="679"/>
                    <a:pt x="371" y="918"/>
                  </a:cubicBezTo>
                  <a:cubicBezTo>
                    <a:pt x="458" y="973"/>
                    <a:pt x="550" y="998"/>
                    <a:pt x="639" y="998"/>
                  </a:cubicBezTo>
                  <a:cubicBezTo>
                    <a:pt x="935" y="998"/>
                    <a:pt x="1198" y="725"/>
                    <a:pt x="1126" y="392"/>
                  </a:cubicBezTo>
                  <a:cubicBezTo>
                    <a:pt x="1076" y="159"/>
                    <a:pt x="867" y="0"/>
                    <a:pt x="638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2320" bIns="22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1" name="Google Shape;3817;p74"/>
            <p:cNvSpPr/>
            <p:nvPr/>
          </p:nvSpPr>
          <p:spPr>
            <a:xfrm rot="2700000">
              <a:off x="7844040" y="3616560"/>
              <a:ext cx="53640" cy="4464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44640"/>
                <a:gd name="textAreaBottom" fmla="*/ 45000 h 44640"/>
              </a:gdLst>
              <a:ahLst/>
              <a:cxnLst/>
              <a:rect l="textAreaLeft" t="textAreaTop" r="textAreaRight" b="textAreaBottom"/>
              <a:pathLst>
                <a:path w="1198" h="999">
                  <a:moveTo>
                    <a:pt x="638" y="0"/>
                  </a:moveTo>
                  <a:cubicBezTo>
                    <a:pt x="603" y="0"/>
                    <a:pt x="567" y="4"/>
                    <a:pt x="532" y="12"/>
                  </a:cubicBezTo>
                  <a:cubicBezTo>
                    <a:pt x="98" y="109"/>
                    <a:pt x="0" y="679"/>
                    <a:pt x="371" y="918"/>
                  </a:cubicBezTo>
                  <a:cubicBezTo>
                    <a:pt x="457" y="973"/>
                    <a:pt x="550" y="998"/>
                    <a:pt x="639" y="998"/>
                  </a:cubicBezTo>
                  <a:cubicBezTo>
                    <a:pt x="934" y="998"/>
                    <a:pt x="1197" y="725"/>
                    <a:pt x="1126" y="392"/>
                  </a:cubicBezTo>
                  <a:cubicBezTo>
                    <a:pt x="1075" y="159"/>
                    <a:pt x="867" y="0"/>
                    <a:pt x="638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2320" bIns="22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2" name="Google Shape;3818;p74"/>
            <p:cNvSpPr/>
            <p:nvPr/>
          </p:nvSpPr>
          <p:spPr>
            <a:xfrm rot="2700000">
              <a:off x="7894800" y="3536280"/>
              <a:ext cx="54000" cy="44640"/>
            </a:xfrm>
            <a:custGeom>
              <a:avLst/>
              <a:gdLst>
                <a:gd name="textAreaLeft" fmla="*/ 0 w 54000"/>
                <a:gd name="textAreaRight" fmla="*/ 54360 w 54000"/>
                <a:gd name="textAreaTop" fmla="*/ 0 h 44640"/>
                <a:gd name="textAreaBottom" fmla="*/ 45000 h 44640"/>
              </a:gdLst>
              <a:ahLst/>
              <a:cxnLst/>
              <a:rect l="textAreaLeft" t="textAreaTop" r="textAreaRight" b="textAreaBottom"/>
              <a:pathLst>
                <a:path w="1203" h="999">
                  <a:moveTo>
                    <a:pt x="642" y="0"/>
                  </a:moveTo>
                  <a:cubicBezTo>
                    <a:pt x="607" y="0"/>
                    <a:pt x="572" y="4"/>
                    <a:pt x="536" y="12"/>
                  </a:cubicBezTo>
                  <a:cubicBezTo>
                    <a:pt x="102" y="104"/>
                    <a:pt x="0" y="679"/>
                    <a:pt x="375" y="918"/>
                  </a:cubicBezTo>
                  <a:cubicBezTo>
                    <a:pt x="461" y="974"/>
                    <a:pt x="553" y="998"/>
                    <a:pt x="641" y="998"/>
                  </a:cubicBezTo>
                  <a:cubicBezTo>
                    <a:pt x="936" y="998"/>
                    <a:pt x="1202" y="725"/>
                    <a:pt x="1131" y="392"/>
                  </a:cubicBezTo>
                  <a:cubicBezTo>
                    <a:pt x="1076" y="159"/>
                    <a:pt x="871" y="0"/>
                    <a:pt x="642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2320" bIns="22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3" name="Google Shape;3819;p74"/>
            <p:cNvSpPr/>
            <p:nvPr/>
          </p:nvSpPr>
          <p:spPr>
            <a:xfrm rot="2700000">
              <a:off x="7618320" y="3810240"/>
              <a:ext cx="53280" cy="44280"/>
            </a:xfrm>
            <a:custGeom>
              <a:avLst/>
              <a:gdLst>
                <a:gd name="textAreaLeft" fmla="*/ 0 w 53280"/>
                <a:gd name="textAreaRight" fmla="*/ 53640 w 53280"/>
                <a:gd name="textAreaTop" fmla="*/ 0 h 44280"/>
                <a:gd name="textAreaBottom" fmla="*/ 44640 h 44280"/>
              </a:gdLst>
              <a:ahLst/>
              <a:cxnLst/>
              <a:rect l="textAreaLeft" t="textAreaTop" r="textAreaRight" b="textAreaBottom"/>
              <a:pathLst>
                <a:path w="1193" h="992">
                  <a:moveTo>
                    <a:pt x="644" y="1"/>
                  </a:moveTo>
                  <a:cubicBezTo>
                    <a:pt x="607" y="1"/>
                    <a:pt x="569" y="5"/>
                    <a:pt x="531" y="14"/>
                  </a:cubicBezTo>
                  <a:cubicBezTo>
                    <a:pt x="98" y="106"/>
                    <a:pt x="0" y="677"/>
                    <a:pt x="370" y="911"/>
                  </a:cubicBezTo>
                  <a:cubicBezTo>
                    <a:pt x="457" y="966"/>
                    <a:pt x="549" y="991"/>
                    <a:pt x="638" y="991"/>
                  </a:cubicBezTo>
                  <a:cubicBezTo>
                    <a:pt x="931" y="991"/>
                    <a:pt x="1192" y="722"/>
                    <a:pt x="1121" y="389"/>
                  </a:cubicBezTo>
                  <a:cubicBezTo>
                    <a:pt x="1071" y="159"/>
                    <a:pt x="870" y="1"/>
                    <a:pt x="644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2320" bIns="22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4" name="Google Shape;3820;p74"/>
            <p:cNvSpPr/>
            <p:nvPr/>
          </p:nvSpPr>
          <p:spPr>
            <a:xfrm rot="2700000">
              <a:off x="7669080" y="3730320"/>
              <a:ext cx="53640" cy="4428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44280"/>
                <a:gd name="textAreaBottom" fmla="*/ 44640 h 44280"/>
              </a:gdLst>
              <a:ahLst/>
              <a:cxnLst/>
              <a:rect l="textAreaLeft" t="textAreaTop" r="textAreaRight" b="textAreaBottom"/>
              <a:pathLst>
                <a:path w="1202" h="994">
                  <a:moveTo>
                    <a:pt x="645" y="0"/>
                  </a:moveTo>
                  <a:cubicBezTo>
                    <a:pt x="610" y="0"/>
                    <a:pt x="573" y="4"/>
                    <a:pt x="537" y="12"/>
                  </a:cubicBezTo>
                  <a:cubicBezTo>
                    <a:pt x="103" y="104"/>
                    <a:pt x="1" y="675"/>
                    <a:pt x="376" y="914"/>
                  </a:cubicBezTo>
                  <a:cubicBezTo>
                    <a:pt x="463" y="969"/>
                    <a:pt x="555" y="994"/>
                    <a:pt x="644" y="994"/>
                  </a:cubicBezTo>
                  <a:cubicBezTo>
                    <a:pt x="940" y="994"/>
                    <a:pt x="1202" y="721"/>
                    <a:pt x="1127" y="387"/>
                  </a:cubicBezTo>
                  <a:cubicBezTo>
                    <a:pt x="1076" y="155"/>
                    <a:pt x="873" y="0"/>
                    <a:pt x="645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2320" bIns="22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5" name="Google Shape;3821;p74"/>
            <p:cNvSpPr/>
            <p:nvPr/>
          </p:nvSpPr>
          <p:spPr>
            <a:xfrm rot="2700000">
              <a:off x="7720560" y="3650040"/>
              <a:ext cx="53640" cy="4464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44640"/>
                <a:gd name="textAreaBottom" fmla="*/ 45000 h 44640"/>
              </a:gdLst>
              <a:ahLst/>
              <a:cxnLst/>
              <a:rect l="textAreaLeft" t="textAreaTop" r="textAreaRight" b="textAreaBottom"/>
              <a:pathLst>
                <a:path w="1198" h="995">
                  <a:moveTo>
                    <a:pt x="643" y="1"/>
                  </a:moveTo>
                  <a:cubicBezTo>
                    <a:pt x="608" y="1"/>
                    <a:pt x="572" y="4"/>
                    <a:pt x="537" y="12"/>
                  </a:cubicBezTo>
                  <a:cubicBezTo>
                    <a:pt x="103" y="109"/>
                    <a:pt x="1" y="675"/>
                    <a:pt x="376" y="914"/>
                  </a:cubicBezTo>
                  <a:cubicBezTo>
                    <a:pt x="462" y="969"/>
                    <a:pt x="554" y="994"/>
                    <a:pt x="643" y="994"/>
                  </a:cubicBezTo>
                  <a:cubicBezTo>
                    <a:pt x="936" y="994"/>
                    <a:pt x="1198" y="725"/>
                    <a:pt x="1127" y="392"/>
                  </a:cubicBezTo>
                  <a:cubicBezTo>
                    <a:pt x="1076" y="160"/>
                    <a:pt x="871" y="1"/>
                    <a:pt x="643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2320" bIns="22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6" name="Google Shape;3822;p74"/>
            <p:cNvSpPr/>
            <p:nvPr/>
          </p:nvSpPr>
          <p:spPr>
            <a:xfrm rot="2700000">
              <a:off x="7771320" y="3570480"/>
              <a:ext cx="53640" cy="4428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44280"/>
                <a:gd name="textAreaBottom" fmla="*/ 44640 h 44280"/>
              </a:gdLst>
              <a:ahLst/>
              <a:cxnLst/>
              <a:rect l="textAreaLeft" t="textAreaTop" r="textAreaRight" b="textAreaBottom"/>
              <a:pathLst>
                <a:path w="1202" h="994">
                  <a:moveTo>
                    <a:pt x="645" y="0"/>
                  </a:moveTo>
                  <a:cubicBezTo>
                    <a:pt x="609" y="0"/>
                    <a:pt x="573" y="4"/>
                    <a:pt x="536" y="12"/>
                  </a:cubicBezTo>
                  <a:cubicBezTo>
                    <a:pt x="103" y="105"/>
                    <a:pt x="0" y="675"/>
                    <a:pt x="376" y="914"/>
                  </a:cubicBezTo>
                  <a:cubicBezTo>
                    <a:pt x="461" y="969"/>
                    <a:pt x="553" y="994"/>
                    <a:pt x="641" y="994"/>
                  </a:cubicBezTo>
                  <a:cubicBezTo>
                    <a:pt x="936" y="994"/>
                    <a:pt x="1201" y="721"/>
                    <a:pt x="1126" y="387"/>
                  </a:cubicBezTo>
                  <a:cubicBezTo>
                    <a:pt x="1076" y="155"/>
                    <a:pt x="872" y="0"/>
                    <a:pt x="645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2320" bIns="22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7" name="Google Shape;3823;p74"/>
            <p:cNvSpPr/>
            <p:nvPr/>
          </p:nvSpPr>
          <p:spPr>
            <a:xfrm rot="2700000">
              <a:off x="7822800" y="3490200"/>
              <a:ext cx="53640" cy="4464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44640"/>
                <a:gd name="textAreaBottom" fmla="*/ 45000 h 44640"/>
              </a:gdLst>
              <a:ahLst/>
              <a:cxnLst/>
              <a:rect l="textAreaLeft" t="textAreaTop" r="textAreaRight" b="textAreaBottom"/>
              <a:pathLst>
                <a:path w="1202" h="999">
                  <a:moveTo>
                    <a:pt x="643" y="1"/>
                  </a:moveTo>
                  <a:cubicBezTo>
                    <a:pt x="608" y="1"/>
                    <a:pt x="573" y="4"/>
                    <a:pt x="537" y="12"/>
                  </a:cubicBezTo>
                  <a:cubicBezTo>
                    <a:pt x="103" y="110"/>
                    <a:pt x="1" y="680"/>
                    <a:pt x="376" y="919"/>
                  </a:cubicBezTo>
                  <a:cubicBezTo>
                    <a:pt x="462" y="974"/>
                    <a:pt x="553" y="999"/>
                    <a:pt x="642" y="999"/>
                  </a:cubicBezTo>
                  <a:cubicBezTo>
                    <a:pt x="937" y="999"/>
                    <a:pt x="1202" y="726"/>
                    <a:pt x="1127" y="392"/>
                  </a:cubicBezTo>
                  <a:cubicBezTo>
                    <a:pt x="1076" y="160"/>
                    <a:pt x="871" y="1"/>
                    <a:pt x="643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2320" bIns="22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8" name="Google Shape;3824;p74"/>
            <p:cNvSpPr/>
            <p:nvPr/>
          </p:nvSpPr>
          <p:spPr>
            <a:xfrm rot="2700000">
              <a:off x="8039520" y="3628800"/>
              <a:ext cx="53640" cy="4428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44280"/>
                <a:gd name="textAreaBottom" fmla="*/ 44640 h 44280"/>
              </a:gdLst>
              <a:ahLst/>
              <a:cxnLst/>
              <a:rect l="textAreaLeft" t="textAreaTop" r="textAreaRight" b="textAreaBottom"/>
              <a:pathLst>
                <a:path w="1197" h="994">
                  <a:moveTo>
                    <a:pt x="638" y="0"/>
                  </a:moveTo>
                  <a:cubicBezTo>
                    <a:pt x="603" y="0"/>
                    <a:pt x="568" y="4"/>
                    <a:pt x="532" y="12"/>
                  </a:cubicBezTo>
                  <a:cubicBezTo>
                    <a:pt x="103" y="104"/>
                    <a:pt x="1" y="675"/>
                    <a:pt x="371" y="914"/>
                  </a:cubicBezTo>
                  <a:cubicBezTo>
                    <a:pt x="458" y="969"/>
                    <a:pt x="550" y="994"/>
                    <a:pt x="639" y="994"/>
                  </a:cubicBezTo>
                  <a:cubicBezTo>
                    <a:pt x="935" y="994"/>
                    <a:pt x="1197" y="721"/>
                    <a:pt x="1122" y="387"/>
                  </a:cubicBezTo>
                  <a:cubicBezTo>
                    <a:pt x="1071" y="159"/>
                    <a:pt x="867" y="0"/>
                    <a:pt x="638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2320" bIns="22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9" name="Google Shape;3825;p74"/>
            <p:cNvSpPr/>
            <p:nvPr/>
          </p:nvSpPr>
          <p:spPr>
            <a:xfrm rot="2700000">
              <a:off x="7615440" y="3449880"/>
              <a:ext cx="482760" cy="595440"/>
            </a:xfrm>
            <a:custGeom>
              <a:avLst/>
              <a:gdLst>
                <a:gd name="textAreaLeft" fmla="*/ 0 w 482760"/>
                <a:gd name="textAreaRight" fmla="*/ 483120 w 482760"/>
                <a:gd name="textAreaTop" fmla="*/ 0 h 595440"/>
                <a:gd name="textAreaBottom" fmla="*/ 595800 h 595440"/>
              </a:gdLst>
              <a:ahLst/>
              <a:cxnLst/>
              <a:rect l="textAreaLeft" t="textAreaTop" r="textAreaRight" b="textAreaBottom"/>
              <a:pathLst>
                <a:path w="10720" h="13225">
                  <a:moveTo>
                    <a:pt x="7176" y="1309"/>
                  </a:moveTo>
                  <a:cubicBezTo>
                    <a:pt x="7265" y="1309"/>
                    <a:pt x="7357" y="1334"/>
                    <a:pt x="7444" y="1390"/>
                  </a:cubicBezTo>
                  <a:cubicBezTo>
                    <a:pt x="7819" y="1629"/>
                    <a:pt x="7717" y="2199"/>
                    <a:pt x="7283" y="2292"/>
                  </a:cubicBezTo>
                  <a:cubicBezTo>
                    <a:pt x="7247" y="2300"/>
                    <a:pt x="7212" y="2303"/>
                    <a:pt x="7177" y="2303"/>
                  </a:cubicBezTo>
                  <a:cubicBezTo>
                    <a:pt x="6948" y="2303"/>
                    <a:pt x="6744" y="2144"/>
                    <a:pt x="6693" y="1912"/>
                  </a:cubicBezTo>
                  <a:cubicBezTo>
                    <a:pt x="6618" y="1579"/>
                    <a:pt x="6882" y="1309"/>
                    <a:pt x="7176" y="1309"/>
                  </a:cubicBezTo>
                  <a:close/>
                  <a:moveTo>
                    <a:pt x="5318" y="1719"/>
                  </a:moveTo>
                  <a:cubicBezTo>
                    <a:pt x="5407" y="1719"/>
                    <a:pt x="5500" y="1744"/>
                    <a:pt x="5586" y="1799"/>
                  </a:cubicBezTo>
                  <a:cubicBezTo>
                    <a:pt x="5957" y="2038"/>
                    <a:pt x="5855" y="2609"/>
                    <a:pt x="5421" y="2701"/>
                  </a:cubicBezTo>
                  <a:cubicBezTo>
                    <a:pt x="5385" y="2709"/>
                    <a:pt x="5350" y="2713"/>
                    <a:pt x="5315" y="2713"/>
                  </a:cubicBezTo>
                  <a:cubicBezTo>
                    <a:pt x="5086" y="2713"/>
                    <a:pt x="4882" y="2554"/>
                    <a:pt x="4831" y="2321"/>
                  </a:cubicBezTo>
                  <a:cubicBezTo>
                    <a:pt x="4760" y="1991"/>
                    <a:pt x="5022" y="1719"/>
                    <a:pt x="5318" y="1719"/>
                  </a:cubicBezTo>
                  <a:close/>
                  <a:moveTo>
                    <a:pt x="3457" y="2129"/>
                  </a:moveTo>
                  <a:cubicBezTo>
                    <a:pt x="3546" y="2129"/>
                    <a:pt x="3638" y="2154"/>
                    <a:pt x="3725" y="2209"/>
                  </a:cubicBezTo>
                  <a:cubicBezTo>
                    <a:pt x="4095" y="2448"/>
                    <a:pt x="3997" y="3018"/>
                    <a:pt x="3564" y="3111"/>
                  </a:cubicBezTo>
                  <a:cubicBezTo>
                    <a:pt x="3526" y="3120"/>
                    <a:pt x="3488" y="3124"/>
                    <a:pt x="3451" y="3124"/>
                  </a:cubicBezTo>
                  <a:cubicBezTo>
                    <a:pt x="3225" y="3124"/>
                    <a:pt x="3023" y="2966"/>
                    <a:pt x="2969" y="2735"/>
                  </a:cubicBezTo>
                  <a:cubicBezTo>
                    <a:pt x="2898" y="2402"/>
                    <a:pt x="3161" y="2129"/>
                    <a:pt x="3457" y="2129"/>
                  </a:cubicBezTo>
                  <a:close/>
                  <a:moveTo>
                    <a:pt x="1599" y="2538"/>
                  </a:moveTo>
                  <a:cubicBezTo>
                    <a:pt x="1688" y="2538"/>
                    <a:pt x="1781" y="2563"/>
                    <a:pt x="1867" y="2618"/>
                  </a:cubicBezTo>
                  <a:cubicBezTo>
                    <a:pt x="2238" y="2857"/>
                    <a:pt x="2136" y="3427"/>
                    <a:pt x="1702" y="3520"/>
                  </a:cubicBezTo>
                  <a:lnTo>
                    <a:pt x="1702" y="3525"/>
                  </a:lnTo>
                  <a:cubicBezTo>
                    <a:pt x="1667" y="3533"/>
                    <a:pt x="1632" y="3536"/>
                    <a:pt x="1597" y="3536"/>
                  </a:cubicBezTo>
                  <a:cubicBezTo>
                    <a:pt x="1371" y="3536"/>
                    <a:pt x="1163" y="3377"/>
                    <a:pt x="1112" y="3145"/>
                  </a:cubicBezTo>
                  <a:cubicBezTo>
                    <a:pt x="1037" y="2811"/>
                    <a:pt x="1302" y="2538"/>
                    <a:pt x="1599" y="2538"/>
                  </a:cubicBezTo>
                  <a:close/>
                  <a:moveTo>
                    <a:pt x="7631" y="3363"/>
                  </a:moveTo>
                  <a:cubicBezTo>
                    <a:pt x="7719" y="3363"/>
                    <a:pt x="7811" y="3387"/>
                    <a:pt x="7897" y="3442"/>
                  </a:cubicBezTo>
                  <a:cubicBezTo>
                    <a:pt x="8272" y="3681"/>
                    <a:pt x="8170" y="4256"/>
                    <a:pt x="7736" y="4349"/>
                  </a:cubicBezTo>
                  <a:cubicBezTo>
                    <a:pt x="7700" y="4356"/>
                    <a:pt x="7665" y="4360"/>
                    <a:pt x="7630" y="4360"/>
                  </a:cubicBezTo>
                  <a:cubicBezTo>
                    <a:pt x="7402" y="4360"/>
                    <a:pt x="7197" y="4202"/>
                    <a:pt x="7146" y="3973"/>
                  </a:cubicBezTo>
                  <a:cubicBezTo>
                    <a:pt x="7071" y="3639"/>
                    <a:pt x="7335" y="3363"/>
                    <a:pt x="7631" y="3363"/>
                  </a:cubicBezTo>
                  <a:close/>
                  <a:moveTo>
                    <a:pt x="5769" y="3776"/>
                  </a:moveTo>
                  <a:cubicBezTo>
                    <a:pt x="5858" y="3776"/>
                    <a:pt x="5949" y="3801"/>
                    <a:pt x="6035" y="3856"/>
                  </a:cubicBezTo>
                  <a:cubicBezTo>
                    <a:pt x="6410" y="4090"/>
                    <a:pt x="6308" y="4661"/>
                    <a:pt x="5879" y="4758"/>
                  </a:cubicBezTo>
                  <a:cubicBezTo>
                    <a:pt x="5843" y="4766"/>
                    <a:pt x="5806" y="4770"/>
                    <a:pt x="5771" y="4770"/>
                  </a:cubicBezTo>
                  <a:cubicBezTo>
                    <a:pt x="5542" y="4770"/>
                    <a:pt x="5335" y="4615"/>
                    <a:pt x="5284" y="4383"/>
                  </a:cubicBezTo>
                  <a:cubicBezTo>
                    <a:pt x="5209" y="4049"/>
                    <a:pt x="5474" y="3776"/>
                    <a:pt x="5769" y="3776"/>
                  </a:cubicBezTo>
                  <a:close/>
                  <a:moveTo>
                    <a:pt x="3912" y="4186"/>
                  </a:moveTo>
                  <a:cubicBezTo>
                    <a:pt x="4001" y="4186"/>
                    <a:pt x="4092" y="4211"/>
                    <a:pt x="4178" y="4266"/>
                  </a:cubicBezTo>
                  <a:cubicBezTo>
                    <a:pt x="4553" y="4505"/>
                    <a:pt x="4451" y="5075"/>
                    <a:pt x="4017" y="5168"/>
                  </a:cubicBezTo>
                  <a:cubicBezTo>
                    <a:pt x="3981" y="5176"/>
                    <a:pt x="3944" y="5179"/>
                    <a:pt x="3909" y="5179"/>
                  </a:cubicBezTo>
                  <a:cubicBezTo>
                    <a:pt x="3681" y="5179"/>
                    <a:pt x="3478" y="5024"/>
                    <a:pt x="3427" y="4792"/>
                  </a:cubicBezTo>
                  <a:cubicBezTo>
                    <a:pt x="3352" y="4459"/>
                    <a:pt x="3617" y="4186"/>
                    <a:pt x="3912" y="4186"/>
                  </a:cubicBezTo>
                  <a:close/>
                  <a:moveTo>
                    <a:pt x="2053" y="4595"/>
                  </a:moveTo>
                  <a:cubicBezTo>
                    <a:pt x="2142" y="4595"/>
                    <a:pt x="2234" y="4620"/>
                    <a:pt x="2321" y="4675"/>
                  </a:cubicBezTo>
                  <a:cubicBezTo>
                    <a:pt x="2691" y="4914"/>
                    <a:pt x="2589" y="5484"/>
                    <a:pt x="2160" y="5582"/>
                  </a:cubicBezTo>
                  <a:cubicBezTo>
                    <a:pt x="2124" y="5590"/>
                    <a:pt x="2089" y="5593"/>
                    <a:pt x="2054" y="5593"/>
                  </a:cubicBezTo>
                  <a:cubicBezTo>
                    <a:pt x="1824" y="5593"/>
                    <a:pt x="1616" y="5434"/>
                    <a:pt x="1565" y="5202"/>
                  </a:cubicBezTo>
                  <a:cubicBezTo>
                    <a:pt x="1494" y="4868"/>
                    <a:pt x="1757" y="4595"/>
                    <a:pt x="2053" y="4595"/>
                  </a:cubicBezTo>
                  <a:close/>
                  <a:moveTo>
                    <a:pt x="8084" y="5424"/>
                  </a:moveTo>
                  <a:cubicBezTo>
                    <a:pt x="8173" y="5424"/>
                    <a:pt x="8264" y="5449"/>
                    <a:pt x="8350" y="5504"/>
                  </a:cubicBezTo>
                  <a:cubicBezTo>
                    <a:pt x="8726" y="5743"/>
                    <a:pt x="8623" y="6308"/>
                    <a:pt x="8189" y="6406"/>
                  </a:cubicBezTo>
                  <a:cubicBezTo>
                    <a:pt x="8153" y="6414"/>
                    <a:pt x="8117" y="6417"/>
                    <a:pt x="8081" y="6417"/>
                  </a:cubicBezTo>
                  <a:cubicBezTo>
                    <a:pt x="7854" y="6417"/>
                    <a:pt x="7650" y="6262"/>
                    <a:pt x="7600" y="6025"/>
                  </a:cubicBezTo>
                  <a:cubicBezTo>
                    <a:pt x="7525" y="5696"/>
                    <a:pt x="7789" y="5424"/>
                    <a:pt x="8084" y="5424"/>
                  </a:cubicBezTo>
                  <a:close/>
                  <a:moveTo>
                    <a:pt x="6225" y="5833"/>
                  </a:moveTo>
                  <a:cubicBezTo>
                    <a:pt x="6314" y="5833"/>
                    <a:pt x="6406" y="5858"/>
                    <a:pt x="6493" y="5913"/>
                  </a:cubicBezTo>
                  <a:cubicBezTo>
                    <a:pt x="6864" y="6152"/>
                    <a:pt x="6761" y="6722"/>
                    <a:pt x="6332" y="6815"/>
                  </a:cubicBezTo>
                  <a:cubicBezTo>
                    <a:pt x="6297" y="6823"/>
                    <a:pt x="6261" y="6827"/>
                    <a:pt x="6226" y="6827"/>
                  </a:cubicBezTo>
                  <a:cubicBezTo>
                    <a:pt x="5997" y="6827"/>
                    <a:pt x="5788" y="6667"/>
                    <a:pt x="5738" y="6435"/>
                  </a:cubicBezTo>
                  <a:cubicBezTo>
                    <a:pt x="5666" y="6105"/>
                    <a:pt x="5929" y="5833"/>
                    <a:pt x="6225" y="5833"/>
                  </a:cubicBezTo>
                  <a:close/>
                  <a:moveTo>
                    <a:pt x="4363" y="6243"/>
                  </a:moveTo>
                  <a:cubicBezTo>
                    <a:pt x="4452" y="6243"/>
                    <a:pt x="4544" y="6268"/>
                    <a:pt x="4631" y="6323"/>
                  </a:cubicBezTo>
                  <a:cubicBezTo>
                    <a:pt x="5006" y="6562"/>
                    <a:pt x="4904" y="7132"/>
                    <a:pt x="4470" y="7225"/>
                  </a:cubicBezTo>
                  <a:lnTo>
                    <a:pt x="4470" y="7229"/>
                  </a:lnTo>
                  <a:cubicBezTo>
                    <a:pt x="4435" y="7237"/>
                    <a:pt x="4399" y="7241"/>
                    <a:pt x="4364" y="7241"/>
                  </a:cubicBezTo>
                  <a:cubicBezTo>
                    <a:pt x="4136" y="7241"/>
                    <a:pt x="3931" y="7082"/>
                    <a:pt x="3881" y="6849"/>
                  </a:cubicBezTo>
                  <a:cubicBezTo>
                    <a:pt x="3806" y="6516"/>
                    <a:pt x="4068" y="6243"/>
                    <a:pt x="4363" y="6243"/>
                  </a:cubicBezTo>
                  <a:close/>
                  <a:moveTo>
                    <a:pt x="2506" y="6652"/>
                  </a:moveTo>
                  <a:cubicBezTo>
                    <a:pt x="2595" y="6652"/>
                    <a:pt x="2687" y="6677"/>
                    <a:pt x="2774" y="6732"/>
                  </a:cubicBezTo>
                  <a:cubicBezTo>
                    <a:pt x="3144" y="6971"/>
                    <a:pt x="3047" y="7541"/>
                    <a:pt x="2613" y="7639"/>
                  </a:cubicBezTo>
                  <a:cubicBezTo>
                    <a:pt x="2578" y="7647"/>
                    <a:pt x="2542" y="7650"/>
                    <a:pt x="2507" y="7650"/>
                  </a:cubicBezTo>
                  <a:cubicBezTo>
                    <a:pt x="2279" y="7650"/>
                    <a:pt x="2073" y="7491"/>
                    <a:pt x="2019" y="7259"/>
                  </a:cubicBezTo>
                  <a:cubicBezTo>
                    <a:pt x="1947" y="6925"/>
                    <a:pt x="2210" y="6652"/>
                    <a:pt x="2506" y="6652"/>
                  </a:cubicBezTo>
                  <a:close/>
                  <a:moveTo>
                    <a:pt x="8538" y="7481"/>
                  </a:moveTo>
                  <a:cubicBezTo>
                    <a:pt x="8626" y="7481"/>
                    <a:pt x="8718" y="7506"/>
                    <a:pt x="8804" y="7561"/>
                  </a:cubicBezTo>
                  <a:cubicBezTo>
                    <a:pt x="9179" y="7795"/>
                    <a:pt x="9076" y="8370"/>
                    <a:pt x="8643" y="8463"/>
                  </a:cubicBezTo>
                  <a:cubicBezTo>
                    <a:pt x="8607" y="8470"/>
                    <a:pt x="8571" y="8474"/>
                    <a:pt x="8536" y="8474"/>
                  </a:cubicBezTo>
                  <a:cubicBezTo>
                    <a:pt x="8308" y="8474"/>
                    <a:pt x="8104" y="8316"/>
                    <a:pt x="8053" y="8087"/>
                  </a:cubicBezTo>
                  <a:cubicBezTo>
                    <a:pt x="7978" y="7754"/>
                    <a:pt x="8243" y="7481"/>
                    <a:pt x="8538" y="7481"/>
                  </a:cubicBezTo>
                  <a:close/>
                  <a:moveTo>
                    <a:pt x="6676" y="7890"/>
                  </a:moveTo>
                  <a:cubicBezTo>
                    <a:pt x="6765" y="7890"/>
                    <a:pt x="6856" y="7915"/>
                    <a:pt x="6942" y="7970"/>
                  </a:cubicBezTo>
                  <a:cubicBezTo>
                    <a:pt x="7317" y="8209"/>
                    <a:pt x="7215" y="8775"/>
                    <a:pt x="6786" y="8872"/>
                  </a:cubicBezTo>
                  <a:cubicBezTo>
                    <a:pt x="6749" y="8880"/>
                    <a:pt x="6713" y="8884"/>
                    <a:pt x="6677" y="8884"/>
                  </a:cubicBezTo>
                  <a:cubicBezTo>
                    <a:pt x="6449" y="8884"/>
                    <a:pt x="6241" y="8729"/>
                    <a:pt x="6191" y="8497"/>
                  </a:cubicBezTo>
                  <a:cubicBezTo>
                    <a:pt x="6120" y="8163"/>
                    <a:pt x="6383" y="7890"/>
                    <a:pt x="6676" y="7890"/>
                  </a:cubicBezTo>
                  <a:close/>
                  <a:moveTo>
                    <a:pt x="4819" y="8300"/>
                  </a:moveTo>
                  <a:cubicBezTo>
                    <a:pt x="4907" y="8300"/>
                    <a:pt x="4999" y="8324"/>
                    <a:pt x="5084" y="8380"/>
                  </a:cubicBezTo>
                  <a:cubicBezTo>
                    <a:pt x="5455" y="8619"/>
                    <a:pt x="5357" y="9189"/>
                    <a:pt x="4924" y="9281"/>
                  </a:cubicBezTo>
                  <a:cubicBezTo>
                    <a:pt x="4887" y="9289"/>
                    <a:pt x="4851" y="9293"/>
                    <a:pt x="4815" y="9293"/>
                  </a:cubicBezTo>
                  <a:cubicBezTo>
                    <a:pt x="4588" y="9293"/>
                    <a:pt x="4384" y="9138"/>
                    <a:pt x="4334" y="8906"/>
                  </a:cubicBezTo>
                  <a:cubicBezTo>
                    <a:pt x="4259" y="8573"/>
                    <a:pt x="4524" y="8300"/>
                    <a:pt x="4819" y="8300"/>
                  </a:cubicBezTo>
                  <a:close/>
                  <a:moveTo>
                    <a:pt x="2961" y="8711"/>
                  </a:moveTo>
                  <a:cubicBezTo>
                    <a:pt x="3049" y="8711"/>
                    <a:pt x="3141" y="8735"/>
                    <a:pt x="3227" y="8789"/>
                  </a:cubicBezTo>
                  <a:cubicBezTo>
                    <a:pt x="3598" y="9028"/>
                    <a:pt x="3500" y="9598"/>
                    <a:pt x="3067" y="9696"/>
                  </a:cubicBezTo>
                  <a:cubicBezTo>
                    <a:pt x="3031" y="9704"/>
                    <a:pt x="2995" y="9707"/>
                    <a:pt x="2960" y="9707"/>
                  </a:cubicBezTo>
                  <a:cubicBezTo>
                    <a:pt x="2731" y="9707"/>
                    <a:pt x="2523" y="9548"/>
                    <a:pt x="2472" y="9316"/>
                  </a:cubicBezTo>
                  <a:cubicBezTo>
                    <a:pt x="2401" y="8982"/>
                    <a:pt x="2664" y="8711"/>
                    <a:pt x="2961" y="8711"/>
                  </a:cubicBezTo>
                  <a:close/>
                  <a:moveTo>
                    <a:pt x="8991" y="9538"/>
                  </a:moveTo>
                  <a:cubicBezTo>
                    <a:pt x="9080" y="9538"/>
                    <a:pt x="9171" y="9563"/>
                    <a:pt x="9257" y="9618"/>
                  </a:cubicBezTo>
                  <a:cubicBezTo>
                    <a:pt x="9632" y="9857"/>
                    <a:pt x="9530" y="10427"/>
                    <a:pt x="9101" y="10520"/>
                  </a:cubicBezTo>
                  <a:cubicBezTo>
                    <a:pt x="9064" y="10527"/>
                    <a:pt x="9027" y="10531"/>
                    <a:pt x="8991" y="10531"/>
                  </a:cubicBezTo>
                  <a:cubicBezTo>
                    <a:pt x="8760" y="10531"/>
                    <a:pt x="8557" y="10376"/>
                    <a:pt x="8506" y="10144"/>
                  </a:cubicBezTo>
                  <a:cubicBezTo>
                    <a:pt x="8431" y="9811"/>
                    <a:pt x="8696" y="9538"/>
                    <a:pt x="8991" y="9538"/>
                  </a:cubicBezTo>
                  <a:close/>
                  <a:moveTo>
                    <a:pt x="7134" y="9947"/>
                  </a:moveTo>
                  <a:cubicBezTo>
                    <a:pt x="7223" y="9947"/>
                    <a:pt x="7314" y="9972"/>
                    <a:pt x="7400" y="10027"/>
                  </a:cubicBezTo>
                  <a:cubicBezTo>
                    <a:pt x="7775" y="10266"/>
                    <a:pt x="7673" y="10836"/>
                    <a:pt x="7239" y="10929"/>
                  </a:cubicBezTo>
                  <a:lnTo>
                    <a:pt x="7239" y="10934"/>
                  </a:lnTo>
                  <a:cubicBezTo>
                    <a:pt x="7205" y="10941"/>
                    <a:pt x="7171" y="10944"/>
                    <a:pt x="7138" y="10944"/>
                  </a:cubicBezTo>
                  <a:cubicBezTo>
                    <a:pt x="6907" y="10944"/>
                    <a:pt x="6700" y="10788"/>
                    <a:pt x="6644" y="10554"/>
                  </a:cubicBezTo>
                  <a:cubicBezTo>
                    <a:pt x="6573" y="10220"/>
                    <a:pt x="6839" y="9947"/>
                    <a:pt x="7134" y="9947"/>
                  </a:cubicBezTo>
                  <a:close/>
                  <a:moveTo>
                    <a:pt x="5272" y="10357"/>
                  </a:moveTo>
                  <a:cubicBezTo>
                    <a:pt x="5361" y="10357"/>
                    <a:pt x="5452" y="10381"/>
                    <a:pt x="5538" y="10437"/>
                  </a:cubicBezTo>
                  <a:cubicBezTo>
                    <a:pt x="5913" y="10676"/>
                    <a:pt x="5811" y="11246"/>
                    <a:pt x="5382" y="11343"/>
                  </a:cubicBezTo>
                  <a:cubicBezTo>
                    <a:pt x="5346" y="11351"/>
                    <a:pt x="5311" y="11355"/>
                    <a:pt x="5276" y="11355"/>
                  </a:cubicBezTo>
                  <a:cubicBezTo>
                    <a:pt x="5046" y="11355"/>
                    <a:pt x="4838" y="11196"/>
                    <a:pt x="4787" y="10963"/>
                  </a:cubicBezTo>
                  <a:cubicBezTo>
                    <a:pt x="4716" y="10630"/>
                    <a:pt x="4979" y="10357"/>
                    <a:pt x="5272" y="10357"/>
                  </a:cubicBezTo>
                  <a:close/>
                  <a:moveTo>
                    <a:pt x="3413" y="10766"/>
                  </a:moveTo>
                  <a:cubicBezTo>
                    <a:pt x="3502" y="10766"/>
                    <a:pt x="3594" y="10791"/>
                    <a:pt x="3681" y="10846"/>
                  </a:cubicBezTo>
                  <a:cubicBezTo>
                    <a:pt x="4056" y="11085"/>
                    <a:pt x="3954" y="11655"/>
                    <a:pt x="3520" y="11753"/>
                  </a:cubicBezTo>
                  <a:cubicBezTo>
                    <a:pt x="3484" y="11761"/>
                    <a:pt x="3449" y="11764"/>
                    <a:pt x="3414" y="11764"/>
                  </a:cubicBezTo>
                  <a:cubicBezTo>
                    <a:pt x="3185" y="11764"/>
                    <a:pt x="2981" y="11605"/>
                    <a:pt x="2930" y="11373"/>
                  </a:cubicBezTo>
                  <a:cubicBezTo>
                    <a:pt x="2855" y="11039"/>
                    <a:pt x="3117" y="10766"/>
                    <a:pt x="3413" y="10766"/>
                  </a:cubicBezTo>
                  <a:close/>
                  <a:moveTo>
                    <a:pt x="8199" y="1"/>
                  </a:moveTo>
                  <a:lnTo>
                    <a:pt x="1" y="1809"/>
                  </a:lnTo>
                  <a:lnTo>
                    <a:pt x="2521" y="13225"/>
                  </a:lnTo>
                  <a:lnTo>
                    <a:pt x="10719" y="11416"/>
                  </a:lnTo>
                  <a:lnTo>
                    <a:pt x="8199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0" name="Google Shape;3826;p74"/>
            <p:cNvSpPr/>
            <p:nvPr/>
          </p:nvSpPr>
          <p:spPr>
            <a:xfrm rot="2700000">
              <a:off x="7382520" y="3898800"/>
              <a:ext cx="444240" cy="468360"/>
            </a:xfrm>
            <a:custGeom>
              <a:avLst/>
              <a:gdLst>
                <a:gd name="textAreaLeft" fmla="*/ 0 w 444240"/>
                <a:gd name="textAreaRight" fmla="*/ 444600 w 444240"/>
                <a:gd name="textAreaTop" fmla="*/ 0 h 468360"/>
                <a:gd name="textAreaBottom" fmla="*/ 468720 h 468360"/>
              </a:gdLst>
              <a:ahLst/>
              <a:cxnLst/>
              <a:rect l="textAreaLeft" t="textAreaTop" r="textAreaRight" b="textAreaBottom"/>
              <a:pathLst>
                <a:path w="9867" h="10404">
                  <a:moveTo>
                    <a:pt x="8199" y="0"/>
                  </a:moveTo>
                  <a:lnTo>
                    <a:pt x="1" y="1809"/>
                  </a:lnTo>
                  <a:lnTo>
                    <a:pt x="1166" y="7112"/>
                  </a:lnTo>
                  <a:cubicBezTo>
                    <a:pt x="1600" y="9070"/>
                    <a:pt x="3336" y="10403"/>
                    <a:pt x="5264" y="10403"/>
                  </a:cubicBezTo>
                  <a:cubicBezTo>
                    <a:pt x="5563" y="10403"/>
                    <a:pt x="5867" y="10371"/>
                    <a:pt x="6171" y="10305"/>
                  </a:cubicBezTo>
                  <a:cubicBezTo>
                    <a:pt x="8433" y="9807"/>
                    <a:pt x="9866" y="7565"/>
                    <a:pt x="9364" y="5304"/>
                  </a:cubicBezTo>
                  <a:lnTo>
                    <a:pt x="8199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1" name="Google Shape;3827;p74"/>
            <p:cNvSpPr/>
            <p:nvPr/>
          </p:nvSpPr>
          <p:spPr>
            <a:xfrm rot="2700000">
              <a:off x="7883640" y="3139920"/>
              <a:ext cx="442080" cy="455400"/>
            </a:xfrm>
            <a:custGeom>
              <a:avLst/>
              <a:gdLst>
                <a:gd name="textAreaLeft" fmla="*/ 0 w 442080"/>
                <a:gd name="textAreaRight" fmla="*/ 442440 w 442080"/>
                <a:gd name="textAreaTop" fmla="*/ 0 h 455400"/>
                <a:gd name="textAreaBottom" fmla="*/ 455760 h 455400"/>
              </a:gdLst>
              <a:ahLst/>
              <a:cxnLst/>
              <a:rect l="textAreaLeft" t="textAreaTop" r="textAreaRight" b="textAreaBottom"/>
              <a:pathLst>
                <a:path w="9818" h="10113">
                  <a:moveTo>
                    <a:pt x="4618" y="1"/>
                  </a:moveTo>
                  <a:cubicBezTo>
                    <a:pt x="4319" y="1"/>
                    <a:pt x="4014" y="33"/>
                    <a:pt x="3710" y="100"/>
                  </a:cubicBezTo>
                  <a:cubicBezTo>
                    <a:pt x="1433" y="603"/>
                    <a:pt x="0" y="2864"/>
                    <a:pt x="522" y="5136"/>
                  </a:cubicBezTo>
                  <a:lnTo>
                    <a:pt x="1619" y="10112"/>
                  </a:lnTo>
                  <a:lnTo>
                    <a:pt x="9817" y="8304"/>
                  </a:lnTo>
                  <a:lnTo>
                    <a:pt x="8720" y="3327"/>
                  </a:lnTo>
                  <a:cubicBezTo>
                    <a:pt x="8298" y="1351"/>
                    <a:pt x="6556" y="1"/>
                    <a:pt x="4618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2" name="Google Shape;3828;p74"/>
            <p:cNvSpPr/>
            <p:nvPr/>
          </p:nvSpPr>
          <p:spPr>
            <a:xfrm rot="2700000">
              <a:off x="7531560" y="3070800"/>
              <a:ext cx="644400" cy="1366560"/>
            </a:xfrm>
            <a:custGeom>
              <a:avLst/>
              <a:gdLst>
                <a:gd name="textAreaLeft" fmla="*/ 0 w 644400"/>
                <a:gd name="textAreaRight" fmla="*/ 644760 w 644400"/>
                <a:gd name="textAreaTop" fmla="*/ 0 h 1366560"/>
                <a:gd name="textAreaBottom" fmla="*/ 1366920 h 1366560"/>
              </a:gdLst>
              <a:ahLst/>
              <a:cxnLst/>
              <a:rect l="textAreaLeft" t="textAreaTop" r="textAreaRight" b="textAreaBottom"/>
              <a:pathLst>
                <a:path w="14311" h="30334">
                  <a:moveTo>
                    <a:pt x="4743" y="240"/>
                  </a:moveTo>
                  <a:cubicBezTo>
                    <a:pt x="6659" y="249"/>
                    <a:pt x="8311" y="1580"/>
                    <a:pt x="8735" y="3452"/>
                  </a:cubicBezTo>
                  <a:lnTo>
                    <a:pt x="13522" y="25147"/>
                  </a:lnTo>
                  <a:cubicBezTo>
                    <a:pt x="13985" y="27345"/>
                    <a:pt x="12591" y="29510"/>
                    <a:pt x="10397" y="29997"/>
                  </a:cubicBezTo>
                  <a:cubicBezTo>
                    <a:pt x="10100" y="30062"/>
                    <a:pt x="9804" y="30093"/>
                    <a:pt x="9512" y="30093"/>
                  </a:cubicBezTo>
                  <a:cubicBezTo>
                    <a:pt x="7642" y="30093"/>
                    <a:pt x="5957" y="28809"/>
                    <a:pt x="5523" y="26916"/>
                  </a:cubicBezTo>
                  <a:lnTo>
                    <a:pt x="736" y="5216"/>
                  </a:lnTo>
                  <a:cubicBezTo>
                    <a:pt x="176" y="2657"/>
                    <a:pt x="2121" y="240"/>
                    <a:pt x="4743" y="240"/>
                  </a:cubicBezTo>
                  <a:close/>
                  <a:moveTo>
                    <a:pt x="4734" y="1"/>
                  </a:moveTo>
                  <a:cubicBezTo>
                    <a:pt x="4427" y="1"/>
                    <a:pt x="4115" y="34"/>
                    <a:pt x="3802" y="103"/>
                  </a:cubicBezTo>
                  <a:cubicBezTo>
                    <a:pt x="1468" y="615"/>
                    <a:pt x="0" y="2935"/>
                    <a:pt x="537" y="5260"/>
                  </a:cubicBezTo>
                  <a:lnTo>
                    <a:pt x="5323" y="26960"/>
                  </a:lnTo>
                  <a:cubicBezTo>
                    <a:pt x="5762" y="28924"/>
                    <a:pt x="7505" y="30327"/>
                    <a:pt x="9523" y="30333"/>
                  </a:cubicBezTo>
                  <a:lnTo>
                    <a:pt x="9523" y="30333"/>
                  </a:lnTo>
                  <a:cubicBezTo>
                    <a:pt x="12270" y="30327"/>
                    <a:pt x="14311" y="27788"/>
                    <a:pt x="13721" y="25103"/>
                  </a:cubicBezTo>
                  <a:lnTo>
                    <a:pt x="8935" y="3408"/>
                  </a:lnTo>
                  <a:cubicBezTo>
                    <a:pt x="8504" y="1386"/>
                    <a:pt x="6718" y="1"/>
                    <a:pt x="4734" y="1"/>
                  </a:cubicBezTo>
                  <a:close/>
                  <a:moveTo>
                    <a:pt x="9523" y="30333"/>
                  </a:moveTo>
                  <a:cubicBezTo>
                    <a:pt x="9522" y="30333"/>
                    <a:pt x="9521" y="30333"/>
                    <a:pt x="9520" y="30333"/>
                  </a:cubicBezTo>
                  <a:lnTo>
                    <a:pt x="9525" y="30333"/>
                  </a:lnTo>
                  <a:cubicBezTo>
                    <a:pt x="9524" y="30333"/>
                    <a:pt x="9523" y="30333"/>
                    <a:pt x="9523" y="30333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3" name="Google Shape;3829;p74"/>
            <p:cNvSpPr/>
            <p:nvPr/>
          </p:nvSpPr>
          <p:spPr>
            <a:xfrm rot="2700000">
              <a:off x="7813080" y="3480480"/>
              <a:ext cx="371160" cy="90000"/>
            </a:xfrm>
            <a:custGeom>
              <a:avLst/>
              <a:gdLst>
                <a:gd name="textAreaLeft" fmla="*/ 0 w 371160"/>
                <a:gd name="textAreaRight" fmla="*/ 371520 w 371160"/>
                <a:gd name="textAreaTop" fmla="*/ 0 h 90000"/>
                <a:gd name="textAreaBottom" fmla="*/ 90360 h 90000"/>
              </a:gdLst>
              <a:ahLst/>
              <a:cxnLst/>
              <a:rect l="textAreaLeft" t="textAreaTop" r="textAreaRight" b="textAreaBottom"/>
              <a:pathLst>
                <a:path w="8244" h="2004">
                  <a:moveTo>
                    <a:pt x="8199" y="1"/>
                  </a:moveTo>
                  <a:lnTo>
                    <a:pt x="1" y="1804"/>
                  </a:lnTo>
                  <a:lnTo>
                    <a:pt x="45" y="2004"/>
                  </a:lnTo>
                  <a:lnTo>
                    <a:pt x="8243" y="200"/>
                  </a:lnTo>
                  <a:lnTo>
                    <a:pt x="8199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4" name="Google Shape;3830;p74"/>
            <p:cNvSpPr/>
            <p:nvPr/>
          </p:nvSpPr>
          <p:spPr>
            <a:xfrm rot="2700000">
              <a:off x="7529760" y="3924360"/>
              <a:ext cx="371160" cy="90000"/>
            </a:xfrm>
            <a:custGeom>
              <a:avLst/>
              <a:gdLst>
                <a:gd name="textAreaLeft" fmla="*/ 0 w 371160"/>
                <a:gd name="textAreaRight" fmla="*/ 371520 w 371160"/>
                <a:gd name="textAreaTop" fmla="*/ 0 h 90000"/>
                <a:gd name="textAreaBottom" fmla="*/ 90360 h 90000"/>
              </a:gdLst>
              <a:ahLst/>
              <a:cxnLst/>
              <a:rect l="textAreaLeft" t="textAreaTop" r="textAreaRight" b="textAreaBottom"/>
              <a:pathLst>
                <a:path w="8244" h="2009">
                  <a:moveTo>
                    <a:pt x="8199" y="0"/>
                  </a:moveTo>
                  <a:lnTo>
                    <a:pt x="1" y="1809"/>
                  </a:lnTo>
                  <a:lnTo>
                    <a:pt x="45" y="2008"/>
                  </a:lnTo>
                  <a:lnTo>
                    <a:pt x="8243" y="200"/>
                  </a:lnTo>
                  <a:lnTo>
                    <a:pt x="8199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5" name="Google Shape;3831;p74"/>
            <p:cNvSpPr/>
            <p:nvPr/>
          </p:nvSpPr>
          <p:spPr>
            <a:xfrm rot="2700000">
              <a:off x="7821360" y="3487320"/>
              <a:ext cx="59040" cy="53640"/>
            </a:xfrm>
            <a:custGeom>
              <a:avLst/>
              <a:gdLst>
                <a:gd name="textAreaLeft" fmla="*/ 0 w 59040"/>
                <a:gd name="textAreaRight" fmla="*/ 59400 w 59040"/>
                <a:gd name="textAreaTop" fmla="*/ 0 h 53640"/>
                <a:gd name="textAreaBottom" fmla="*/ 54000 h 53640"/>
              </a:gdLst>
              <a:ahLst/>
              <a:cxnLst/>
              <a:rect l="textAreaLeft" t="textAreaTop" r="textAreaRight" b="textAreaBottom"/>
              <a:pathLst>
                <a:path w="1322" h="1201">
                  <a:moveTo>
                    <a:pt x="653" y="206"/>
                  </a:moveTo>
                  <a:cubicBezTo>
                    <a:pt x="839" y="206"/>
                    <a:pt x="1000" y="332"/>
                    <a:pt x="1039" y="518"/>
                  </a:cubicBezTo>
                  <a:cubicBezTo>
                    <a:pt x="1087" y="727"/>
                    <a:pt x="951" y="942"/>
                    <a:pt x="741" y="986"/>
                  </a:cubicBezTo>
                  <a:cubicBezTo>
                    <a:pt x="712" y="992"/>
                    <a:pt x="682" y="995"/>
                    <a:pt x="654" y="995"/>
                  </a:cubicBezTo>
                  <a:cubicBezTo>
                    <a:pt x="472" y="995"/>
                    <a:pt x="310" y="869"/>
                    <a:pt x="268" y="688"/>
                  </a:cubicBezTo>
                  <a:cubicBezTo>
                    <a:pt x="220" y="474"/>
                    <a:pt x="356" y="264"/>
                    <a:pt x="566" y="215"/>
                  </a:cubicBezTo>
                  <a:cubicBezTo>
                    <a:pt x="595" y="206"/>
                    <a:pt x="624" y="206"/>
                    <a:pt x="653" y="206"/>
                  </a:cubicBezTo>
                  <a:close/>
                  <a:moveTo>
                    <a:pt x="658" y="1"/>
                  </a:moveTo>
                  <a:cubicBezTo>
                    <a:pt x="615" y="1"/>
                    <a:pt x="571" y="6"/>
                    <a:pt x="527" y="16"/>
                  </a:cubicBezTo>
                  <a:cubicBezTo>
                    <a:pt x="205" y="89"/>
                    <a:pt x="0" y="406"/>
                    <a:pt x="73" y="732"/>
                  </a:cubicBezTo>
                  <a:cubicBezTo>
                    <a:pt x="132" y="1005"/>
                    <a:pt x="376" y="1200"/>
                    <a:pt x="653" y="1200"/>
                  </a:cubicBezTo>
                  <a:cubicBezTo>
                    <a:pt x="1039" y="1200"/>
                    <a:pt x="1321" y="844"/>
                    <a:pt x="1243" y="474"/>
                  </a:cubicBezTo>
                  <a:cubicBezTo>
                    <a:pt x="1180" y="192"/>
                    <a:pt x="932" y="1"/>
                    <a:pt x="658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6" name="Google Shape;3832;p74"/>
            <p:cNvSpPr/>
            <p:nvPr/>
          </p:nvSpPr>
          <p:spPr>
            <a:xfrm rot="2700000">
              <a:off x="7770240" y="3566880"/>
              <a:ext cx="58680" cy="53640"/>
            </a:xfrm>
            <a:custGeom>
              <a:avLst/>
              <a:gdLst>
                <a:gd name="textAreaLeft" fmla="*/ 0 w 58680"/>
                <a:gd name="textAreaRight" fmla="*/ 59040 w 58680"/>
                <a:gd name="textAreaTop" fmla="*/ 0 h 53640"/>
                <a:gd name="textAreaBottom" fmla="*/ 54000 h 53640"/>
              </a:gdLst>
              <a:ahLst/>
              <a:cxnLst/>
              <a:rect l="textAreaLeft" t="textAreaTop" r="textAreaRight" b="textAreaBottom"/>
              <a:pathLst>
                <a:path w="1312" h="1200">
                  <a:moveTo>
                    <a:pt x="633" y="204"/>
                  </a:moveTo>
                  <a:cubicBezTo>
                    <a:pt x="642" y="204"/>
                    <a:pt x="650" y="204"/>
                    <a:pt x="659" y="206"/>
                  </a:cubicBezTo>
                  <a:lnTo>
                    <a:pt x="654" y="206"/>
                  </a:lnTo>
                  <a:cubicBezTo>
                    <a:pt x="985" y="206"/>
                    <a:pt x="1170" y="591"/>
                    <a:pt x="961" y="849"/>
                  </a:cubicBezTo>
                  <a:cubicBezTo>
                    <a:pt x="880" y="949"/>
                    <a:pt x="768" y="995"/>
                    <a:pt x="657" y="995"/>
                  </a:cubicBezTo>
                  <a:cubicBezTo>
                    <a:pt x="482" y="995"/>
                    <a:pt x="311" y="880"/>
                    <a:pt x="269" y="683"/>
                  </a:cubicBezTo>
                  <a:cubicBezTo>
                    <a:pt x="220" y="469"/>
                    <a:pt x="356" y="259"/>
                    <a:pt x="571" y="210"/>
                  </a:cubicBezTo>
                  <a:cubicBezTo>
                    <a:pt x="592" y="207"/>
                    <a:pt x="612" y="204"/>
                    <a:pt x="633" y="204"/>
                  </a:cubicBezTo>
                  <a:close/>
                  <a:moveTo>
                    <a:pt x="659" y="1"/>
                  </a:moveTo>
                  <a:cubicBezTo>
                    <a:pt x="615" y="1"/>
                    <a:pt x="571" y="5"/>
                    <a:pt x="527" y="15"/>
                  </a:cubicBezTo>
                  <a:cubicBezTo>
                    <a:pt x="205" y="84"/>
                    <a:pt x="1" y="405"/>
                    <a:pt x="74" y="727"/>
                  </a:cubicBezTo>
                  <a:cubicBezTo>
                    <a:pt x="132" y="1000"/>
                    <a:pt x="376" y="1200"/>
                    <a:pt x="659" y="1200"/>
                  </a:cubicBezTo>
                  <a:cubicBezTo>
                    <a:pt x="703" y="1195"/>
                    <a:pt x="746" y="1190"/>
                    <a:pt x="785" y="1185"/>
                  </a:cubicBezTo>
                  <a:cubicBezTo>
                    <a:pt x="1107" y="1112"/>
                    <a:pt x="1312" y="790"/>
                    <a:pt x="1244" y="469"/>
                  </a:cubicBezTo>
                  <a:cubicBezTo>
                    <a:pt x="1180" y="191"/>
                    <a:pt x="932" y="1"/>
                    <a:pt x="65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7" name="Google Shape;3833;p74"/>
            <p:cNvSpPr/>
            <p:nvPr/>
          </p:nvSpPr>
          <p:spPr>
            <a:xfrm rot="2700000">
              <a:off x="7719480" y="3649320"/>
              <a:ext cx="62280" cy="53640"/>
            </a:xfrm>
            <a:custGeom>
              <a:avLst/>
              <a:gdLst>
                <a:gd name="textAreaLeft" fmla="*/ 0 w 62280"/>
                <a:gd name="textAreaRight" fmla="*/ 62640 w 62280"/>
                <a:gd name="textAreaTop" fmla="*/ 0 h 53640"/>
                <a:gd name="textAreaBottom" fmla="*/ 54000 h 53640"/>
              </a:gdLst>
              <a:ahLst/>
              <a:cxnLst/>
              <a:rect l="textAreaLeft" t="textAreaTop" r="textAreaRight" b="textAreaBottom"/>
              <a:pathLst>
                <a:path w="1394" h="1199">
                  <a:moveTo>
                    <a:pt x="629" y="205"/>
                  </a:moveTo>
                  <a:cubicBezTo>
                    <a:pt x="702" y="205"/>
                    <a:pt x="775" y="224"/>
                    <a:pt x="839" y="268"/>
                  </a:cubicBezTo>
                  <a:cubicBezTo>
                    <a:pt x="926" y="322"/>
                    <a:pt x="990" y="414"/>
                    <a:pt x="1009" y="517"/>
                  </a:cubicBezTo>
                  <a:cubicBezTo>
                    <a:pt x="1069" y="779"/>
                    <a:pt x="862" y="995"/>
                    <a:pt x="627" y="995"/>
                  </a:cubicBezTo>
                  <a:cubicBezTo>
                    <a:pt x="557" y="995"/>
                    <a:pt x="483" y="975"/>
                    <a:pt x="414" y="931"/>
                  </a:cubicBezTo>
                  <a:cubicBezTo>
                    <a:pt x="117" y="746"/>
                    <a:pt x="195" y="287"/>
                    <a:pt x="541" y="214"/>
                  </a:cubicBezTo>
                  <a:cubicBezTo>
                    <a:pt x="570" y="209"/>
                    <a:pt x="600" y="205"/>
                    <a:pt x="629" y="205"/>
                  </a:cubicBezTo>
                  <a:close/>
                  <a:moveTo>
                    <a:pt x="630" y="0"/>
                  </a:moveTo>
                  <a:cubicBezTo>
                    <a:pt x="587" y="0"/>
                    <a:pt x="542" y="5"/>
                    <a:pt x="497" y="15"/>
                  </a:cubicBezTo>
                  <a:cubicBezTo>
                    <a:pt x="200" y="83"/>
                    <a:pt x="0" y="361"/>
                    <a:pt x="34" y="663"/>
                  </a:cubicBezTo>
                  <a:cubicBezTo>
                    <a:pt x="68" y="965"/>
                    <a:pt x="322" y="1199"/>
                    <a:pt x="629" y="1199"/>
                  </a:cubicBezTo>
                  <a:cubicBezTo>
                    <a:pt x="668" y="1199"/>
                    <a:pt x="712" y="1194"/>
                    <a:pt x="756" y="1184"/>
                  </a:cubicBezTo>
                  <a:cubicBezTo>
                    <a:pt x="912" y="1150"/>
                    <a:pt x="1048" y="1058"/>
                    <a:pt x="1131" y="921"/>
                  </a:cubicBezTo>
                  <a:cubicBezTo>
                    <a:pt x="1394" y="512"/>
                    <a:pt x="1083" y="0"/>
                    <a:pt x="63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8" name="Google Shape;3834;p74"/>
            <p:cNvSpPr/>
            <p:nvPr/>
          </p:nvSpPr>
          <p:spPr>
            <a:xfrm rot="2700000">
              <a:off x="7668000" y="3727080"/>
              <a:ext cx="58680" cy="53640"/>
            </a:xfrm>
            <a:custGeom>
              <a:avLst/>
              <a:gdLst>
                <a:gd name="textAreaLeft" fmla="*/ 0 w 58680"/>
                <a:gd name="textAreaRight" fmla="*/ 59040 w 58680"/>
                <a:gd name="textAreaTop" fmla="*/ 0 h 53640"/>
                <a:gd name="textAreaBottom" fmla="*/ 54000 h 53640"/>
              </a:gdLst>
              <a:ahLst/>
              <a:cxnLst/>
              <a:rect l="textAreaLeft" t="textAreaTop" r="textAreaRight" b="textAreaBottom"/>
              <a:pathLst>
                <a:path w="1312" h="1198">
                  <a:moveTo>
                    <a:pt x="658" y="204"/>
                  </a:moveTo>
                  <a:cubicBezTo>
                    <a:pt x="868" y="204"/>
                    <a:pt x="1038" y="364"/>
                    <a:pt x="1053" y="574"/>
                  </a:cubicBezTo>
                  <a:cubicBezTo>
                    <a:pt x="1063" y="779"/>
                    <a:pt x="912" y="959"/>
                    <a:pt x="702" y="983"/>
                  </a:cubicBezTo>
                  <a:cubicBezTo>
                    <a:pt x="683" y="986"/>
                    <a:pt x="665" y="987"/>
                    <a:pt x="647" y="987"/>
                  </a:cubicBezTo>
                  <a:cubicBezTo>
                    <a:pt x="206" y="987"/>
                    <a:pt x="107" y="321"/>
                    <a:pt x="575" y="213"/>
                  </a:cubicBezTo>
                  <a:cubicBezTo>
                    <a:pt x="600" y="208"/>
                    <a:pt x="629" y="204"/>
                    <a:pt x="658" y="204"/>
                  </a:cubicBezTo>
                  <a:close/>
                  <a:moveTo>
                    <a:pt x="658" y="0"/>
                  </a:moveTo>
                  <a:cubicBezTo>
                    <a:pt x="616" y="0"/>
                    <a:pt x="574" y="4"/>
                    <a:pt x="532" y="13"/>
                  </a:cubicBezTo>
                  <a:cubicBezTo>
                    <a:pt x="205" y="87"/>
                    <a:pt x="0" y="403"/>
                    <a:pt x="73" y="730"/>
                  </a:cubicBezTo>
                  <a:cubicBezTo>
                    <a:pt x="132" y="1003"/>
                    <a:pt x="376" y="1198"/>
                    <a:pt x="658" y="1198"/>
                  </a:cubicBezTo>
                  <a:cubicBezTo>
                    <a:pt x="702" y="1198"/>
                    <a:pt x="746" y="1193"/>
                    <a:pt x="785" y="1183"/>
                  </a:cubicBezTo>
                  <a:cubicBezTo>
                    <a:pt x="1112" y="1110"/>
                    <a:pt x="1311" y="793"/>
                    <a:pt x="1243" y="472"/>
                  </a:cubicBezTo>
                  <a:cubicBezTo>
                    <a:pt x="1180" y="188"/>
                    <a:pt x="933" y="0"/>
                    <a:pt x="65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9" name="Google Shape;3835;p74"/>
            <p:cNvSpPr/>
            <p:nvPr/>
          </p:nvSpPr>
          <p:spPr>
            <a:xfrm rot="2700000">
              <a:off x="7612200" y="3804840"/>
              <a:ext cx="64440" cy="53640"/>
            </a:xfrm>
            <a:custGeom>
              <a:avLst/>
              <a:gdLst>
                <a:gd name="textAreaLeft" fmla="*/ 0 w 64440"/>
                <a:gd name="textAreaRight" fmla="*/ 64800 w 64440"/>
                <a:gd name="textAreaTop" fmla="*/ 0 h 53640"/>
                <a:gd name="textAreaBottom" fmla="*/ 54000 h 53640"/>
              </a:gdLst>
              <a:ahLst/>
              <a:cxnLst/>
              <a:rect l="textAreaLeft" t="textAreaTop" r="textAreaRight" b="textAreaBottom"/>
              <a:pathLst>
                <a:path w="1439" h="1200">
                  <a:moveTo>
                    <a:pt x="786" y="205"/>
                  </a:moveTo>
                  <a:cubicBezTo>
                    <a:pt x="859" y="205"/>
                    <a:pt x="932" y="225"/>
                    <a:pt x="995" y="264"/>
                  </a:cubicBezTo>
                  <a:cubicBezTo>
                    <a:pt x="1088" y="322"/>
                    <a:pt x="1146" y="410"/>
                    <a:pt x="1171" y="517"/>
                  </a:cubicBezTo>
                  <a:cubicBezTo>
                    <a:pt x="1219" y="727"/>
                    <a:pt x="1083" y="942"/>
                    <a:pt x="868" y="985"/>
                  </a:cubicBezTo>
                  <a:cubicBezTo>
                    <a:pt x="844" y="990"/>
                    <a:pt x="819" y="992"/>
                    <a:pt x="795" y="992"/>
                  </a:cubicBezTo>
                  <a:cubicBezTo>
                    <a:pt x="614" y="992"/>
                    <a:pt x="453" y="868"/>
                    <a:pt x="410" y="683"/>
                  </a:cubicBezTo>
                  <a:cubicBezTo>
                    <a:pt x="366" y="474"/>
                    <a:pt x="493" y="269"/>
                    <a:pt x="698" y="215"/>
                  </a:cubicBezTo>
                  <a:cubicBezTo>
                    <a:pt x="727" y="210"/>
                    <a:pt x="756" y="205"/>
                    <a:pt x="786" y="205"/>
                  </a:cubicBezTo>
                  <a:close/>
                  <a:moveTo>
                    <a:pt x="779" y="0"/>
                  </a:moveTo>
                  <a:cubicBezTo>
                    <a:pt x="610" y="0"/>
                    <a:pt x="439" y="71"/>
                    <a:pt x="318" y="225"/>
                  </a:cubicBezTo>
                  <a:cubicBezTo>
                    <a:pt x="1" y="620"/>
                    <a:pt x="279" y="1200"/>
                    <a:pt x="786" y="1200"/>
                  </a:cubicBezTo>
                  <a:cubicBezTo>
                    <a:pt x="829" y="1200"/>
                    <a:pt x="873" y="1195"/>
                    <a:pt x="912" y="1185"/>
                  </a:cubicBezTo>
                  <a:cubicBezTo>
                    <a:pt x="1234" y="1112"/>
                    <a:pt x="1439" y="795"/>
                    <a:pt x="1370" y="474"/>
                  </a:cubicBezTo>
                  <a:cubicBezTo>
                    <a:pt x="1305" y="173"/>
                    <a:pt x="1044" y="0"/>
                    <a:pt x="77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0" name="Google Shape;3836;p74"/>
            <p:cNvSpPr/>
            <p:nvPr/>
          </p:nvSpPr>
          <p:spPr>
            <a:xfrm rot="2700000">
              <a:off x="7888680" y="3531240"/>
              <a:ext cx="65160" cy="53640"/>
            </a:xfrm>
            <a:custGeom>
              <a:avLst/>
              <a:gdLst>
                <a:gd name="textAreaLeft" fmla="*/ 0 w 65160"/>
                <a:gd name="textAreaRight" fmla="*/ 65520 w 65160"/>
                <a:gd name="textAreaTop" fmla="*/ 0 h 53640"/>
                <a:gd name="textAreaBottom" fmla="*/ 54000 h 53640"/>
              </a:gdLst>
              <a:ahLst/>
              <a:cxnLst/>
              <a:rect l="textAreaLeft" t="textAreaTop" r="textAreaRight" b="textAreaBottom"/>
              <a:pathLst>
                <a:path w="1454" h="1202">
                  <a:moveTo>
                    <a:pt x="785" y="207"/>
                  </a:moveTo>
                  <a:cubicBezTo>
                    <a:pt x="971" y="207"/>
                    <a:pt x="1132" y="334"/>
                    <a:pt x="1171" y="519"/>
                  </a:cubicBezTo>
                  <a:cubicBezTo>
                    <a:pt x="1227" y="781"/>
                    <a:pt x="1018" y="997"/>
                    <a:pt x="784" y="997"/>
                  </a:cubicBezTo>
                  <a:cubicBezTo>
                    <a:pt x="713" y="997"/>
                    <a:pt x="640" y="978"/>
                    <a:pt x="571" y="934"/>
                  </a:cubicBezTo>
                  <a:cubicBezTo>
                    <a:pt x="274" y="743"/>
                    <a:pt x="357" y="290"/>
                    <a:pt x="703" y="217"/>
                  </a:cubicBezTo>
                  <a:cubicBezTo>
                    <a:pt x="727" y="207"/>
                    <a:pt x="756" y="207"/>
                    <a:pt x="785" y="207"/>
                  </a:cubicBezTo>
                  <a:close/>
                  <a:moveTo>
                    <a:pt x="782" y="0"/>
                  </a:moveTo>
                  <a:cubicBezTo>
                    <a:pt x="612" y="0"/>
                    <a:pt x="440" y="72"/>
                    <a:pt x="318" y="227"/>
                  </a:cubicBezTo>
                  <a:cubicBezTo>
                    <a:pt x="1" y="617"/>
                    <a:pt x="283" y="1202"/>
                    <a:pt x="785" y="1202"/>
                  </a:cubicBezTo>
                  <a:cubicBezTo>
                    <a:pt x="1166" y="1197"/>
                    <a:pt x="1453" y="846"/>
                    <a:pt x="1370" y="470"/>
                  </a:cubicBezTo>
                  <a:cubicBezTo>
                    <a:pt x="1305" y="171"/>
                    <a:pt x="1046" y="0"/>
                    <a:pt x="78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1" name="Google Shape;3837;p74"/>
            <p:cNvSpPr/>
            <p:nvPr/>
          </p:nvSpPr>
          <p:spPr>
            <a:xfrm rot="2700000">
              <a:off x="7837560" y="3611160"/>
              <a:ext cx="64800" cy="53640"/>
            </a:xfrm>
            <a:custGeom>
              <a:avLst/>
              <a:gdLst>
                <a:gd name="textAreaLeft" fmla="*/ 0 w 64800"/>
                <a:gd name="textAreaRight" fmla="*/ 65160 w 64800"/>
                <a:gd name="textAreaTop" fmla="*/ 0 h 53640"/>
                <a:gd name="textAreaBottom" fmla="*/ 54000 h 53640"/>
              </a:gdLst>
              <a:ahLst/>
              <a:cxnLst/>
              <a:rect l="textAreaLeft" t="textAreaTop" r="textAreaRight" b="textAreaBottom"/>
              <a:pathLst>
                <a:path w="1449" h="1199">
                  <a:moveTo>
                    <a:pt x="781" y="204"/>
                  </a:moveTo>
                  <a:cubicBezTo>
                    <a:pt x="966" y="204"/>
                    <a:pt x="1127" y="331"/>
                    <a:pt x="1166" y="511"/>
                  </a:cubicBezTo>
                  <a:cubicBezTo>
                    <a:pt x="1222" y="777"/>
                    <a:pt x="1013" y="994"/>
                    <a:pt x="779" y="994"/>
                  </a:cubicBezTo>
                  <a:cubicBezTo>
                    <a:pt x="708" y="994"/>
                    <a:pt x="635" y="975"/>
                    <a:pt x="566" y="930"/>
                  </a:cubicBezTo>
                  <a:cubicBezTo>
                    <a:pt x="274" y="740"/>
                    <a:pt x="352" y="287"/>
                    <a:pt x="693" y="214"/>
                  </a:cubicBezTo>
                  <a:cubicBezTo>
                    <a:pt x="722" y="209"/>
                    <a:pt x="752" y="204"/>
                    <a:pt x="781" y="204"/>
                  </a:cubicBezTo>
                  <a:close/>
                  <a:moveTo>
                    <a:pt x="779" y="1"/>
                  </a:moveTo>
                  <a:cubicBezTo>
                    <a:pt x="611" y="1"/>
                    <a:pt x="440" y="71"/>
                    <a:pt x="318" y="224"/>
                  </a:cubicBezTo>
                  <a:cubicBezTo>
                    <a:pt x="1" y="614"/>
                    <a:pt x="279" y="1194"/>
                    <a:pt x="781" y="1199"/>
                  </a:cubicBezTo>
                  <a:cubicBezTo>
                    <a:pt x="1161" y="1194"/>
                    <a:pt x="1449" y="843"/>
                    <a:pt x="1366" y="467"/>
                  </a:cubicBezTo>
                  <a:cubicBezTo>
                    <a:pt x="1300" y="171"/>
                    <a:pt x="1042" y="1"/>
                    <a:pt x="77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2" name="Google Shape;3838;p74"/>
            <p:cNvSpPr/>
            <p:nvPr/>
          </p:nvSpPr>
          <p:spPr>
            <a:xfrm rot="2700000">
              <a:off x="7792200" y="3693960"/>
              <a:ext cx="57960" cy="53640"/>
            </a:xfrm>
            <a:custGeom>
              <a:avLst/>
              <a:gdLst>
                <a:gd name="textAreaLeft" fmla="*/ 0 w 57960"/>
                <a:gd name="textAreaRight" fmla="*/ 58320 w 57960"/>
                <a:gd name="textAreaTop" fmla="*/ 0 h 53640"/>
                <a:gd name="textAreaBottom" fmla="*/ 54000 h 53640"/>
              </a:gdLst>
              <a:ahLst/>
              <a:cxnLst/>
              <a:rect l="textAreaLeft" t="textAreaTop" r="textAreaRight" b="textAreaBottom"/>
              <a:pathLst>
                <a:path w="1297" h="1199">
                  <a:moveTo>
                    <a:pt x="629" y="204"/>
                  </a:moveTo>
                  <a:cubicBezTo>
                    <a:pt x="814" y="204"/>
                    <a:pt x="975" y="336"/>
                    <a:pt x="1014" y="516"/>
                  </a:cubicBezTo>
                  <a:cubicBezTo>
                    <a:pt x="1074" y="778"/>
                    <a:pt x="864" y="994"/>
                    <a:pt x="628" y="994"/>
                  </a:cubicBezTo>
                  <a:cubicBezTo>
                    <a:pt x="557" y="994"/>
                    <a:pt x="484" y="975"/>
                    <a:pt x="415" y="930"/>
                  </a:cubicBezTo>
                  <a:cubicBezTo>
                    <a:pt x="117" y="740"/>
                    <a:pt x="200" y="287"/>
                    <a:pt x="546" y="214"/>
                  </a:cubicBezTo>
                  <a:cubicBezTo>
                    <a:pt x="571" y="209"/>
                    <a:pt x="600" y="204"/>
                    <a:pt x="629" y="204"/>
                  </a:cubicBezTo>
                  <a:close/>
                  <a:moveTo>
                    <a:pt x="627" y="1"/>
                  </a:moveTo>
                  <a:cubicBezTo>
                    <a:pt x="586" y="1"/>
                    <a:pt x="544" y="5"/>
                    <a:pt x="502" y="14"/>
                  </a:cubicBezTo>
                  <a:cubicBezTo>
                    <a:pt x="205" y="82"/>
                    <a:pt x="0" y="360"/>
                    <a:pt x="34" y="662"/>
                  </a:cubicBezTo>
                  <a:cubicBezTo>
                    <a:pt x="69" y="969"/>
                    <a:pt x="327" y="1199"/>
                    <a:pt x="629" y="1199"/>
                  </a:cubicBezTo>
                  <a:cubicBezTo>
                    <a:pt x="1014" y="1199"/>
                    <a:pt x="1297" y="843"/>
                    <a:pt x="1214" y="472"/>
                  </a:cubicBezTo>
                  <a:cubicBezTo>
                    <a:pt x="1155" y="192"/>
                    <a:pt x="903" y="1"/>
                    <a:pt x="62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3" name="Google Shape;3839;p74"/>
            <p:cNvSpPr/>
            <p:nvPr/>
          </p:nvSpPr>
          <p:spPr>
            <a:xfrm rot="2700000">
              <a:off x="7741440" y="3773880"/>
              <a:ext cx="57600" cy="53640"/>
            </a:xfrm>
            <a:custGeom>
              <a:avLst/>
              <a:gdLst>
                <a:gd name="textAreaLeft" fmla="*/ 0 w 57600"/>
                <a:gd name="textAreaRight" fmla="*/ 57960 w 57600"/>
                <a:gd name="textAreaTop" fmla="*/ 0 h 53640"/>
                <a:gd name="textAreaBottom" fmla="*/ 54000 h 53640"/>
              </a:gdLst>
              <a:ahLst/>
              <a:cxnLst/>
              <a:rect l="textAreaLeft" t="textAreaTop" r="textAreaRight" b="textAreaBottom"/>
              <a:pathLst>
                <a:path w="1283" h="1200">
                  <a:moveTo>
                    <a:pt x="624" y="205"/>
                  </a:moveTo>
                  <a:cubicBezTo>
                    <a:pt x="810" y="205"/>
                    <a:pt x="970" y="332"/>
                    <a:pt x="1009" y="517"/>
                  </a:cubicBezTo>
                  <a:cubicBezTo>
                    <a:pt x="1034" y="615"/>
                    <a:pt x="1014" y="722"/>
                    <a:pt x="961" y="810"/>
                  </a:cubicBezTo>
                  <a:cubicBezTo>
                    <a:pt x="902" y="897"/>
                    <a:pt x="814" y="961"/>
                    <a:pt x="707" y="985"/>
                  </a:cubicBezTo>
                  <a:cubicBezTo>
                    <a:pt x="678" y="992"/>
                    <a:pt x="649" y="995"/>
                    <a:pt x="621" y="995"/>
                  </a:cubicBezTo>
                  <a:cubicBezTo>
                    <a:pt x="548" y="995"/>
                    <a:pt x="478" y="973"/>
                    <a:pt x="415" y="931"/>
                  </a:cubicBezTo>
                  <a:cubicBezTo>
                    <a:pt x="117" y="741"/>
                    <a:pt x="195" y="293"/>
                    <a:pt x="542" y="215"/>
                  </a:cubicBezTo>
                  <a:cubicBezTo>
                    <a:pt x="566" y="210"/>
                    <a:pt x="595" y="205"/>
                    <a:pt x="624" y="205"/>
                  </a:cubicBezTo>
                  <a:close/>
                  <a:moveTo>
                    <a:pt x="629" y="0"/>
                  </a:moveTo>
                  <a:cubicBezTo>
                    <a:pt x="586" y="0"/>
                    <a:pt x="542" y="5"/>
                    <a:pt x="498" y="15"/>
                  </a:cubicBezTo>
                  <a:cubicBezTo>
                    <a:pt x="200" y="83"/>
                    <a:pt x="0" y="361"/>
                    <a:pt x="35" y="663"/>
                  </a:cubicBezTo>
                  <a:cubicBezTo>
                    <a:pt x="64" y="965"/>
                    <a:pt x="322" y="1195"/>
                    <a:pt x="624" y="1199"/>
                  </a:cubicBezTo>
                  <a:cubicBezTo>
                    <a:pt x="668" y="1199"/>
                    <a:pt x="712" y="1195"/>
                    <a:pt x="756" y="1185"/>
                  </a:cubicBezTo>
                  <a:cubicBezTo>
                    <a:pt x="1078" y="1112"/>
                    <a:pt x="1282" y="795"/>
                    <a:pt x="1214" y="468"/>
                  </a:cubicBezTo>
                  <a:cubicBezTo>
                    <a:pt x="1151" y="191"/>
                    <a:pt x="903" y="0"/>
                    <a:pt x="62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4" name="Google Shape;3840;p74"/>
            <p:cNvSpPr/>
            <p:nvPr/>
          </p:nvSpPr>
          <p:spPr>
            <a:xfrm rot="2700000">
              <a:off x="7687440" y="3855240"/>
              <a:ext cx="67320" cy="54000"/>
            </a:xfrm>
            <a:custGeom>
              <a:avLst/>
              <a:gdLst>
                <a:gd name="textAreaLeft" fmla="*/ 0 w 67320"/>
                <a:gd name="textAreaRight" fmla="*/ 67680 w 67320"/>
                <a:gd name="textAreaTop" fmla="*/ 0 h 54000"/>
                <a:gd name="textAreaBottom" fmla="*/ 54360 h 54000"/>
              </a:gdLst>
              <a:ahLst/>
              <a:cxnLst/>
              <a:rect l="textAreaLeft" t="textAreaTop" r="textAreaRight" b="textAreaBottom"/>
              <a:pathLst>
                <a:path w="1500" h="1208">
                  <a:moveTo>
                    <a:pt x="681" y="213"/>
                  </a:moveTo>
                  <a:lnTo>
                    <a:pt x="676" y="218"/>
                  </a:lnTo>
                  <a:cubicBezTo>
                    <a:pt x="861" y="218"/>
                    <a:pt x="1022" y="345"/>
                    <a:pt x="1061" y="525"/>
                  </a:cubicBezTo>
                  <a:cubicBezTo>
                    <a:pt x="1105" y="739"/>
                    <a:pt x="973" y="949"/>
                    <a:pt x="759" y="998"/>
                  </a:cubicBezTo>
                  <a:cubicBezTo>
                    <a:pt x="731" y="1003"/>
                    <a:pt x="705" y="1006"/>
                    <a:pt x="678" y="1006"/>
                  </a:cubicBezTo>
                  <a:cubicBezTo>
                    <a:pt x="494" y="1006"/>
                    <a:pt x="329" y="878"/>
                    <a:pt x="291" y="691"/>
                  </a:cubicBezTo>
                  <a:cubicBezTo>
                    <a:pt x="242" y="476"/>
                    <a:pt x="378" y="267"/>
                    <a:pt x="593" y="223"/>
                  </a:cubicBezTo>
                  <a:cubicBezTo>
                    <a:pt x="622" y="218"/>
                    <a:pt x="651" y="213"/>
                    <a:pt x="681" y="213"/>
                  </a:cubicBezTo>
                  <a:close/>
                  <a:moveTo>
                    <a:pt x="682" y="0"/>
                  </a:moveTo>
                  <a:cubicBezTo>
                    <a:pt x="327" y="0"/>
                    <a:pt x="1" y="325"/>
                    <a:pt x="91" y="735"/>
                  </a:cubicBezTo>
                  <a:cubicBezTo>
                    <a:pt x="154" y="1012"/>
                    <a:pt x="398" y="1207"/>
                    <a:pt x="681" y="1207"/>
                  </a:cubicBezTo>
                  <a:cubicBezTo>
                    <a:pt x="1246" y="1207"/>
                    <a:pt x="1499" y="491"/>
                    <a:pt x="1056" y="135"/>
                  </a:cubicBezTo>
                  <a:cubicBezTo>
                    <a:pt x="939" y="42"/>
                    <a:pt x="809" y="0"/>
                    <a:pt x="68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5" name="Google Shape;3841;p74"/>
            <p:cNvSpPr/>
            <p:nvPr/>
          </p:nvSpPr>
          <p:spPr>
            <a:xfrm rot="2700000">
              <a:off x="7966800" y="3579840"/>
              <a:ext cx="57600" cy="53640"/>
            </a:xfrm>
            <a:custGeom>
              <a:avLst/>
              <a:gdLst>
                <a:gd name="textAreaLeft" fmla="*/ 0 w 57600"/>
                <a:gd name="textAreaRight" fmla="*/ 57960 w 57600"/>
                <a:gd name="textAreaTop" fmla="*/ 0 h 53640"/>
                <a:gd name="textAreaBottom" fmla="*/ 54000 h 53640"/>
              </a:gdLst>
              <a:ahLst/>
              <a:cxnLst/>
              <a:rect l="textAreaLeft" t="textAreaTop" r="textAreaRight" b="textAreaBottom"/>
              <a:pathLst>
                <a:path w="1283" h="1201">
                  <a:moveTo>
                    <a:pt x="625" y="206"/>
                  </a:moveTo>
                  <a:cubicBezTo>
                    <a:pt x="1097" y="206"/>
                    <a:pt x="1170" y="883"/>
                    <a:pt x="712" y="986"/>
                  </a:cubicBezTo>
                  <a:cubicBezTo>
                    <a:pt x="685" y="991"/>
                    <a:pt x="657" y="994"/>
                    <a:pt x="630" y="994"/>
                  </a:cubicBezTo>
                  <a:cubicBezTo>
                    <a:pt x="446" y="994"/>
                    <a:pt x="282" y="870"/>
                    <a:pt x="239" y="684"/>
                  </a:cubicBezTo>
                  <a:cubicBezTo>
                    <a:pt x="191" y="469"/>
                    <a:pt x="327" y="259"/>
                    <a:pt x="542" y="216"/>
                  </a:cubicBezTo>
                  <a:cubicBezTo>
                    <a:pt x="566" y="206"/>
                    <a:pt x="595" y="206"/>
                    <a:pt x="625" y="206"/>
                  </a:cubicBezTo>
                  <a:close/>
                  <a:moveTo>
                    <a:pt x="629" y="1"/>
                  </a:moveTo>
                  <a:cubicBezTo>
                    <a:pt x="586" y="1"/>
                    <a:pt x="542" y="6"/>
                    <a:pt x="498" y="16"/>
                  </a:cubicBezTo>
                  <a:cubicBezTo>
                    <a:pt x="200" y="79"/>
                    <a:pt x="1" y="362"/>
                    <a:pt x="35" y="664"/>
                  </a:cubicBezTo>
                  <a:cubicBezTo>
                    <a:pt x="64" y="966"/>
                    <a:pt x="322" y="1195"/>
                    <a:pt x="625" y="1200"/>
                  </a:cubicBezTo>
                  <a:cubicBezTo>
                    <a:pt x="668" y="1200"/>
                    <a:pt x="712" y="1195"/>
                    <a:pt x="756" y="1186"/>
                  </a:cubicBezTo>
                  <a:cubicBezTo>
                    <a:pt x="1078" y="1112"/>
                    <a:pt x="1283" y="791"/>
                    <a:pt x="1214" y="469"/>
                  </a:cubicBezTo>
                  <a:cubicBezTo>
                    <a:pt x="1151" y="191"/>
                    <a:pt x="903" y="1"/>
                    <a:pt x="62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6" name="Google Shape;3842;p74"/>
            <p:cNvSpPr/>
            <p:nvPr/>
          </p:nvSpPr>
          <p:spPr>
            <a:xfrm rot="2700000">
              <a:off x="7914960" y="3660120"/>
              <a:ext cx="58320" cy="52920"/>
            </a:xfrm>
            <a:custGeom>
              <a:avLst/>
              <a:gdLst>
                <a:gd name="textAreaLeft" fmla="*/ 0 w 58320"/>
                <a:gd name="textAreaRight" fmla="*/ 58680 w 58320"/>
                <a:gd name="textAreaTop" fmla="*/ 0 h 52920"/>
                <a:gd name="textAreaBottom" fmla="*/ 53280 h 52920"/>
              </a:gdLst>
              <a:ahLst/>
              <a:cxnLst/>
              <a:rect l="textAreaLeft" t="textAreaTop" r="textAreaRight" b="textAreaBottom"/>
              <a:pathLst>
                <a:path w="1302" h="1180">
                  <a:moveTo>
                    <a:pt x="649" y="190"/>
                  </a:moveTo>
                  <a:cubicBezTo>
                    <a:pt x="834" y="190"/>
                    <a:pt x="990" y="317"/>
                    <a:pt x="1029" y="497"/>
                  </a:cubicBezTo>
                  <a:cubicBezTo>
                    <a:pt x="1087" y="751"/>
                    <a:pt x="893" y="976"/>
                    <a:pt x="647" y="976"/>
                  </a:cubicBezTo>
                  <a:cubicBezTo>
                    <a:pt x="623" y="976"/>
                    <a:pt x="600" y="974"/>
                    <a:pt x="576" y="970"/>
                  </a:cubicBezTo>
                  <a:cubicBezTo>
                    <a:pt x="303" y="921"/>
                    <a:pt x="161" y="609"/>
                    <a:pt x="312" y="370"/>
                  </a:cubicBezTo>
                  <a:cubicBezTo>
                    <a:pt x="371" y="282"/>
                    <a:pt x="459" y="219"/>
                    <a:pt x="561" y="200"/>
                  </a:cubicBezTo>
                  <a:cubicBezTo>
                    <a:pt x="590" y="190"/>
                    <a:pt x="619" y="190"/>
                    <a:pt x="649" y="190"/>
                  </a:cubicBezTo>
                  <a:close/>
                  <a:moveTo>
                    <a:pt x="649" y="1"/>
                  </a:moveTo>
                  <a:cubicBezTo>
                    <a:pt x="607" y="1"/>
                    <a:pt x="565" y="5"/>
                    <a:pt x="522" y="14"/>
                  </a:cubicBezTo>
                  <a:cubicBezTo>
                    <a:pt x="205" y="83"/>
                    <a:pt x="0" y="395"/>
                    <a:pt x="59" y="711"/>
                  </a:cubicBezTo>
                  <a:cubicBezTo>
                    <a:pt x="122" y="984"/>
                    <a:pt x="366" y="1179"/>
                    <a:pt x="649" y="1179"/>
                  </a:cubicBezTo>
                  <a:cubicBezTo>
                    <a:pt x="693" y="1179"/>
                    <a:pt x="732" y="1174"/>
                    <a:pt x="775" y="1170"/>
                  </a:cubicBezTo>
                  <a:cubicBezTo>
                    <a:pt x="1097" y="1096"/>
                    <a:pt x="1302" y="775"/>
                    <a:pt x="1234" y="453"/>
                  </a:cubicBezTo>
                  <a:cubicBezTo>
                    <a:pt x="1162" y="183"/>
                    <a:pt x="919" y="1"/>
                    <a:pt x="64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6640" bIns="266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7" name="Google Shape;3843;p74"/>
            <p:cNvSpPr/>
            <p:nvPr/>
          </p:nvSpPr>
          <p:spPr>
            <a:xfrm rot="2700000">
              <a:off x="7864920" y="3739680"/>
              <a:ext cx="57600" cy="53640"/>
            </a:xfrm>
            <a:custGeom>
              <a:avLst/>
              <a:gdLst>
                <a:gd name="textAreaLeft" fmla="*/ 0 w 57600"/>
                <a:gd name="textAreaRight" fmla="*/ 57960 w 57600"/>
                <a:gd name="textAreaTop" fmla="*/ 0 h 53640"/>
                <a:gd name="textAreaBottom" fmla="*/ 54000 h 53640"/>
              </a:gdLst>
              <a:ahLst/>
              <a:cxnLst/>
              <a:rect l="textAreaLeft" t="textAreaTop" r="textAreaRight" b="textAreaBottom"/>
              <a:pathLst>
                <a:path w="1288" h="1201">
                  <a:moveTo>
                    <a:pt x="639" y="206"/>
                  </a:moveTo>
                  <a:cubicBezTo>
                    <a:pt x="820" y="206"/>
                    <a:pt x="976" y="336"/>
                    <a:pt x="1014" y="513"/>
                  </a:cubicBezTo>
                  <a:cubicBezTo>
                    <a:pt x="1063" y="727"/>
                    <a:pt x="926" y="942"/>
                    <a:pt x="712" y="986"/>
                  </a:cubicBezTo>
                  <a:cubicBezTo>
                    <a:pt x="683" y="992"/>
                    <a:pt x="654" y="996"/>
                    <a:pt x="625" y="996"/>
                  </a:cubicBezTo>
                  <a:cubicBezTo>
                    <a:pt x="551" y="996"/>
                    <a:pt x="478" y="974"/>
                    <a:pt x="415" y="932"/>
                  </a:cubicBezTo>
                  <a:cubicBezTo>
                    <a:pt x="117" y="742"/>
                    <a:pt x="200" y="289"/>
                    <a:pt x="541" y="215"/>
                  </a:cubicBezTo>
                  <a:cubicBezTo>
                    <a:pt x="571" y="206"/>
                    <a:pt x="595" y="206"/>
                    <a:pt x="624" y="206"/>
                  </a:cubicBezTo>
                  <a:lnTo>
                    <a:pt x="629" y="206"/>
                  </a:lnTo>
                  <a:cubicBezTo>
                    <a:pt x="632" y="206"/>
                    <a:pt x="636" y="206"/>
                    <a:pt x="639" y="206"/>
                  </a:cubicBezTo>
                  <a:close/>
                  <a:moveTo>
                    <a:pt x="629" y="1"/>
                  </a:moveTo>
                  <a:cubicBezTo>
                    <a:pt x="586" y="1"/>
                    <a:pt x="541" y="6"/>
                    <a:pt x="497" y="16"/>
                  </a:cubicBezTo>
                  <a:cubicBezTo>
                    <a:pt x="200" y="79"/>
                    <a:pt x="0" y="362"/>
                    <a:pt x="34" y="664"/>
                  </a:cubicBezTo>
                  <a:cubicBezTo>
                    <a:pt x="64" y="966"/>
                    <a:pt x="322" y="1195"/>
                    <a:pt x="624" y="1200"/>
                  </a:cubicBezTo>
                  <a:cubicBezTo>
                    <a:pt x="668" y="1200"/>
                    <a:pt x="712" y="1195"/>
                    <a:pt x="756" y="1185"/>
                  </a:cubicBezTo>
                  <a:cubicBezTo>
                    <a:pt x="1077" y="1112"/>
                    <a:pt x="1287" y="791"/>
                    <a:pt x="1214" y="469"/>
                  </a:cubicBezTo>
                  <a:cubicBezTo>
                    <a:pt x="1151" y="191"/>
                    <a:pt x="903" y="1"/>
                    <a:pt x="62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8" name="Google Shape;3844;p74"/>
            <p:cNvSpPr/>
            <p:nvPr/>
          </p:nvSpPr>
          <p:spPr>
            <a:xfrm rot="2700000">
              <a:off x="7808760" y="3817800"/>
              <a:ext cx="63720" cy="5364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53640"/>
                <a:gd name="textAreaBottom" fmla="*/ 54000 h 53640"/>
              </a:gdLst>
              <a:ahLst/>
              <a:cxnLst/>
              <a:rect l="textAreaLeft" t="textAreaTop" r="textAreaRight" b="textAreaBottom"/>
              <a:pathLst>
                <a:path w="1419" h="1200">
                  <a:moveTo>
                    <a:pt x="763" y="205"/>
                  </a:moveTo>
                  <a:lnTo>
                    <a:pt x="763" y="205"/>
                  </a:lnTo>
                  <a:cubicBezTo>
                    <a:pt x="947" y="206"/>
                    <a:pt x="1107" y="332"/>
                    <a:pt x="1146" y="512"/>
                  </a:cubicBezTo>
                  <a:cubicBezTo>
                    <a:pt x="1185" y="721"/>
                    <a:pt x="1053" y="926"/>
                    <a:pt x="843" y="975"/>
                  </a:cubicBezTo>
                  <a:cubicBezTo>
                    <a:pt x="815" y="981"/>
                    <a:pt x="788" y="983"/>
                    <a:pt x="760" y="983"/>
                  </a:cubicBezTo>
                  <a:cubicBezTo>
                    <a:pt x="582" y="983"/>
                    <a:pt x="422" y="864"/>
                    <a:pt x="375" y="682"/>
                  </a:cubicBezTo>
                  <a:cubicBezTo>
                    <a:pt x="327" y="468"/>
                    <a:pt x="463" y="258"/>
                    <a:pt x="678" y="214"/>
                  </a:cubicBezTo>
                  <a:cubicBezTo>
                    <a:pt x="706" y="210"/>
                    <a:pt x="735" y="205"/>
                    <a:pt x="763" y="205"/>
                  </a:cubicBezTo>
                  <a:close/>
                  <a:moveTo>
                    <a:pt x="761" y="1"/>
                  </a:moveTo>
                  <a:cubicBezTo>
                    <a:pt x="572" y="1"/>
                    <a:pt x="381" y="87"/>
                    <a:pt x="258" y="273"/>
                  </a:cubicBezTo>
                  <a:cubicBezTo>
                    <a:pt x="0" y="673"/>
                    <a:pt x="288" y="1199"/>
                    <a:pt x="765" y="1199"/>
                  </a:cubicBezTo>
                  <a:cubicBezTo>
                    <a:pt x="809" y="1199"/>
                    <a:pt x="853" y="1194"/>
                    <a:pt x="892" y="1184"/>
                  </a:cubicBezTo>
                  <a:cubicBezTo>
                    <a:pt x="1219" y="1111"/>
                    <a:pt x="1418" y="790"/>
                    <a:pt x="1350" y="468"/>
                  </a:cubicBezTo>
                  <a:cubicBezTo>
                    <a:pt x="1282" y="168"/>
                    <a:pt x="1023" y="1"/>
                    <a:pt x="76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9" name="Google Shape;3845;p74"/>
            <p:cNvSpPr/>
            <p:nvPr/>
          </p:nvSpPr>
          <p:spPr>
            <a:xfrm rot="2700000">
              <a:off x="7762680" y="3899880"/>
              <a:ext cx="57600" cy="53640"/>
            </a:xfrm>
            <a:custGeom>
              <a:avLst/>
              <a:gdLst>
                <a:gd name="textAreaLeft" fmla="*/ 0 w 57600"/>
                <a:gd name="textAreaRight" fmla="*/ 57960 w 57600"/>
                <a:gd name="textAreaTop" fmla="*/ 0 h 53640"/>
                <a:gd name="textAreaBottom" fmla="*/ 54000 h 53640"/>
              </a:gdLst>
              <a:ahLst/>
              <a:cxnLst/>
              <a:rect l="textAreaLeft" t="textAreaTop" r="textAreaRight" b="textAreaBottom"/>
              <a:pathLst>
                <a:path w="1288" h="1200">
                  <a:moveTo>
                    <a:pt x="630" y="206"/>
                  </a:moveTo>
                  <a:cubicBezTo>
                    <a:pt x="815" y="206"/>
                    <a:pt x="976" y="332"/>
                    <a:pt x="1015" y="513"/>
                  </a:cubicBezTo>
                  <a:cubicBezTo>
                    <a:pt x="1071" y="779"/>
                    <a:pt x="862" y="996"/>
                    <a:pt x="628" y="996"/>
                  </a:cubicBezTo>
                  <a:cubicBezTo>
                    <a:pt x="557" y="996"/>
                    <a:pt x="484" y="976"/>
                    <a:pt x="415" y="932"/>
                  </a:cubicBezTo>
                  <a:cubicBezTo>
                    <a:pt x="123" y="742"/>
                    <a:pt x="201" y="293"/>
                    <a:pt x="542" y="215"/>
                  </a:cubicBezTo>
                  <a:cubicBezTo>
                    <a:pt x="571" y="206"/>
                    <a:pt x="600" y="206"/>
                    <a:pt x="630" y="206"/>
                  </a:cubicBezTo>
                  <a:close/>
                  <a:moveTo>
                    <a:pt x="631" y="1"/>
                  </a:moveTo>
                  <a:cubicBezTo>
                    <a:pt x="587" y="1"/>
                    <a:pt x="543" y="6"/>
                    <a:pt x="498" y="16"/>
                  </a:cubicBezTo>
                  <a:cubicBezTo>
                    <a:pt x="201" y="84"/>
                    <a:pt x="1" y="362"/>
                    <a:pt x="35" y="664"/>
                  </a:cubicBezTo>
                  <a:cubicBezTo>
                    <a:pt x="69" y="966"/>
                    <a:pt x="323" y="1200"/>
                    <a:pt x="630" y="1200"/>
                  </a:cubicBezTo>
                  <a:cubicBezTo>
                    <a:pt x="674" y="1200"/>
                    <a:pt x="717" y="1195"/>
                    <a:pt x="756" y="1185"/>
                  </a:cubicBezTo>
                  <a:cubicBezTo>
                    <a:pt x="1083" y="1112"/>
                    <a:pt x="1288" y="795"/>
                    <a:pt x="1215" y="469"/>
                  </a:cubicBezTo>
                  <a:cubicBezTo>
                    <a:pt x="1151" y="191"/>
                    <a:pt x="907" y="1"/>
                    <a:pt x="63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0" name="Google Shape;3846;p74"/>
            <p:cNvSpPr/>
            <p:nvPr/>
          </p:nvSpPr>
          <p:spPr>
            <a:xfrm rot="2700000">
              <a:off x="8038440" y="3627000"/>
              <a:ext cx="57960" cy="52560"/>
            </a:xfrm>
            <a:custGeom>
              <a:avLst/>
              <a:gdLst>
                <a:gd name="textAreaLeft" fmla="*/ 0 w 57960"/>
                <a:gd name="textAreaRight" fmla="*/ 58320 w 57960"/>
                <a:gd name="textAreaTop" fmla="*/ 0 h 52560"/>
                <a:gd name="textAreaBottom" fmla="*/ 52920 h 52560"/>
              </a:gdLst>
              <a:ahLst/>
              <a:cxnLst/>
              <a:rect l="textAreaLeft" t="textAreaTop" r="textAreaRight" b="textAreaBottom"/>
              <a:pathLst>
                <a:path w="1293" h="1175">
                  <a:moveTo>
                    <a:pt x="640" y="176"/>
                  </a:moveTo>
                  <a:lnTo>
                    <a:pt x="640" y="180"/>
                  </a:lnTo>
                  <a:cubicBezTo>
                    <a:pt x="1112" y="180"/>
                    <a:pt x="1185" y="858"/>
                    <a:pt x="722" y="960"/>
                  </a:cubicBezTo>
                  <a:cubicBezTo>
                    <a:pt x="693" y="967"/>
                    <a:pt x="664" y="970"/>
                    <a:pt x="635" y="970"/>
                  </a:cubicBezTo>
                  <a:cubicBezTo>
                    <a:pt x="454" y="970"/>
                    <a:pt x="292" y="843"/>
                    <a:pt x="254" y="658"/>
                  </a:cubicBezTo>
                  <a:cubicBezTo>
                    <a:pt x="206" y="444"/>
                    <a:pt x="342" y="234"/>
                    <a:pt x="552" y="185"/>
                  </a:cubicBezTo>
                  <a:cubicBezTo>
                    <a:pt x="581" y="180"/>
                    <a:pt x="610" y="176"/>
                    <a:pt x="640" y="176"/>
                  </a:cubicBezTo>
                  <a:close/>
                  <a:moveTo>
                    <a:pt x="646" y="1"/>
                  </a:moveTo>
                  <a:cubicBezTo>
                    <a:pt x="603" y="1"/>
                    <a:pt x="560" y="5"/>
                    <a:pt x="518" y="15"/>
                  </a:cubicBezTo>
                  <a:cubicBezTo>
                    <a:pt x="206" y="83"/>
                    <a:pt x="1" y="385"/>
                    <a:pt x="55" y="702"/>
                  </a:cubicBezTo>
                  <a:cubicBezTo>
                    <a:pt x="89" y="858"/>
                    <a:pt x="181" y="990"/>
                    <a:pt x="318" y="1077"/>
                  </a:cubicBezTo>
                  <a:cubicBezTo>
                    <a:pt x="410" y="1141"/>
                    <a:pt x="523" y="1170"/>
                    <a:pt x="640" y="1175"/>
                  </a:cubicBezTo>
                  <a:cubicBezTo>
                    <a:pt x="683" y="1170"/>
                    <a:pt x="722" y="1165"/>
                    <a:pt x="766" y="1155"/>
                  </a:cubicBezTo>
                  <a:cubicBezTo>
                    <a:pt x="1088" y="1082"/>
                    <a:pt x="1293" y="765"/>
                    <a:pt x="1224" y="444"/>
                  </a:cubicBezTo>
                  <a:cubicBezTo>
                    <a:pt x="1149" y="175"/>
                    <a:pt x="907" y="1"/>
                    <a:pt x="64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6280" bIns="262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1" name="Google Shape;3847;p74"/>
            <p:cNvSpPr/>
            <p:nvPr/>
          </p:nvSpPr>
          <p:spPr>
            <a:xfrm rot="2700000">
              <a:off x="7982640" y="3702960"/>
              <a:ext cx="62640" cy="53640"/>
            </a:xfrm>
            <a:custGeom>
              <a:avLst/>
              <a:gdLst>
                <a:gd name="textAreaLeft" fmla="*/ 0 w 62640"/>
                <a:gd name="textAreaRight" fmla="*/ 63000 w 62640"/>
                <a:gd name="textAreaTop" fmla="*/ 0 h 53640"/>
                <a:gd name="textAreaBottom" fmla="*/ 54000 h 53640"/>
              </a:gdLst>
              <a:ahLst/>
              <a:cxnLst/>
              <a:rect l="textAreaLeft" t="textAreaTop" r="textAreaRight" b="textAreaBottom"/>
              <a:pathLst>
                <a:path w="1400" h="1198">
                  <a:moveTo>
                    <a:pt x="781" y="203"/>
                  </a:moveTo>
                  <a:cubicBezTo>
                    <a:pt x="966" y="203"/>
                    <a:pt x="1127" y="335"/>
                    <a:pt x="1166" y="515"/>
                  </a:cubicBezTo>
                  <a:cubicBezTo>
                    <a:pt x="1190" y="618"/>
                    <a:pt x="1171" y="725"/>
                    <a:pt x="1112" y="813"/>
                  </a:cubicBezTo>
                  <a:cubicBezTo>
                    <a:pt x="1035" y="935"/>
                    <a:pt x="908" y="996"/>
                    <a:pt x="781" y="996"/>
                  </a:cubicBezTo>
                  <a:cubicBezTo>
                    <a:pt x="659" y="996"/>
                    <a:pt x="535" y="940"/>
                    <a:pt x="454" y="827"/>
                  </a:cubicBezTo>
                  <a:cubicBezTo>
                    <a:pt x="293" y="598"/>
                    <a:pt x="420" y="277"/>
                    <a:pt x="693" y="213"/>
                  </a:cubicBezTo>
                  <a:cubicBezTo>
                    <a:pt x="722" y="208"/>
                    <a:pt x="752" y="203"/>
                    <a:pt x="781" y="203"/>
                  </a:cubicBezTo>
                  <a:close/>
                  <a:moveTo>
                    <a:pt x="777" y="0"/>
                  </a:moveTo>
                  <a:cubicBezTo>
                    <a:pt x="608" y="0"/>
                    <a:pt x="437" y="71"/>
                    <a:pt x="313" y="223"/>
                  </a:cubicBezTo>
                  <a:cubicBezTo>
                    <a:pt x="1" y="618"/>
                    <a:pt x="279" y="1198"/>
                    <a:pt x="781" y="1198"/>
                  </a:cubicBezTo>
                  <a:cubicBezTo>
                    <a:pt x="825" y="1198"/>
                    <a:pt x="869" y="1193"/>
                    <a:pt x="908" y="1183"/>
                  </a:cubicBezTo>
                  <a:cubicBezTo>
                    <a:pt x="1064" y="1149"/>
                    <a:pt x="1200" y="1056"/>
                    <a:pt x="1288" y="920"/>
                  </a:cubicBezTo>
                  <a:cubicBezTo>
                    <a:pt x="1371" y="788"/>
                    <a:pt x="1400" y="628"/>
                    <a:pt x="1366" y="472"/>
                  </a:cubicBezTo>
                  <a:cubicBezTo>
                    <a:pt x="1300" y="172"/>
                    <a:pt x="1041" y="0"/>
                    <a:pt x="77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2" name="Google Shape;3848;p74"/>
            <p:cNvSpPr/>
            <p:nvPr/>
          </p:nvSpPr>
          <p:spPr>
            <a:xfrm rot="2700000">
              <a:off x="7931160" y="3783600"/>
              <a:ext cx="64800" cy="53640"/>
            </a:xfrm>
            <a:custGeom>
              <a:avLst/>
              <a:gdLst>
                <a:gd name="textAreaLeft" fmla="*/ 0 w 64800"/>
                <a:gd name="textAreaRight" fmla="*/ 65160 w 64800"/>
                <a:gd name="textAreaTop" fmla="*/ 0 h 53640"/>
                <a:gd name="textAreaBottom" fmla="*/ 54000 h 53640"/>
              </a:gdLst>
              <a:ahLst/>
              <a:cxnLst/>
              <a:rect l="textAreaLeft" t="textAreaTop" r="textAreaRight" b="textAreaBottom"/>
              <a:pathLst>
                <a:path w="1448" h="1200">
                  <a:moveTo>
                    <a:pt x="757" y="203"/>
                  </a:moveTo>
                  <a:cubicBezTo>
                    <a:pt x="764" y="203"/>
                    <a:pt x="772" y="204"/>
                    <a:pt x="780" y="205"/>
                  </a:cubicBezTo>
                  <a:cubicBezTo>
                    <a:pt x="783" y="205"/>
                    <a:pt x="786" y="205"/>
                    <a:pt x="789" y="205"/>
                  </a:cubicBezTo>
                  <a:cubicBezTo>
                    <a:pt x="995" y="205"/>
                    <a:pt x="1161" y="369"/>
                    <a:pt x="1175" y="571"/>
                  </a:cubicBezTo>
                  <a:cubicBezTo>
                    <a:pt x="1185" y="780"/>
                    <a:pt x="1034" y="961"/>
                    <a:pt x="824" y="985"/>
                  </a:cubicBezTo>
                  <a:cubicBezTo>
                    <a:pt x="806" y="987"/>
                    <a:pt x="789" y="988"/>
                    <a:pt x="773" y="988"/>
                  </a:cubicBezTo>
                  <a:cubicBezTo>
                    <a:pt x="328" y="988"/>
                    <a:pt x="227" y="318"/>
                    <a:pt x="692" y="215"/>
                  </a:cubicBezTo>
                  <a:cubicBezTo>
                    <a:pt x="714" y="208"/>
                    <a:pt x="735" y="203"/>
                    <a:pt x="757" y="203"/>
                  </a:cubicBezTo>
                  <a:close/>
                  <a:moveTo>
                    <a:pt x="779" y="0"/>
                  </a:moveTo>
                  <a:cubicBezTo>
                    <a:pt x="609" y="0"/>
                    <a:pt x="437" y="71"/>
                    <a:pt x="312" y="225"/>
                  </a:cubicBezTo>
                  <a:cubicBezTo>
                    <a:pt x="0" y="615"/>
                    <a:pt x="278" y="1195"/>
                    <a:pt x="780" y="1200"/>
                  </a:cubicBezTo>
                  <a:cubicBezTo>
                    <a:pt x="1165" y="1200"/>
                    <a:pt x="1448" y="844"/>
                    <a:pt x="1365" y="469"/>
                  </a:cubicBezTo>
                  <a:cubicBezTo>
                    <a:pt x="1297" y="170"/>
                    <a:pt x="1041" y="0"/>
                    <a:pt x="77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3" name="Google Shape;3849;p74"/>
            <p:cNvSpPr/>
            <p:nvPr/>
          </p:nvSpPr>
          <p:spPr>
            <a:xfrm rot="2700000">
              <a:off x="7880040" y="3863520"/>
              <a:ext cx="64800" cy="53640"/>
            </a:xfrm>
            <a:custGeom>
              <a:avLst/>
              <a:gdLst>
                <a:gd name="textAreaLeft" fmla="*/ 0 w 64800"/>
                <a:gd name="textAreaRight" fmla="*/ 65160 w 64800"/>
                <a:gd name="textAreaTop" fmla="*/ 0 h 53640"/>
                <a:gd name="textAreaBottom" fmla="*/ 54000 h 53640"/>
              </a:gdLst>
              <a:ahLst/>
              <a:cxnLst/>
              <a:rect l="textAreaLeft" t="textAreaTop" r="textAreaRight" b="textAreaBottom"/>
              <a:pathLst>
                <a:path w="1449" h="1198">
                  <a:moveTo>
                    <a:pt x="780" y="203"/>
                  </a:moveTo>
                  <a:lnTo>
                    <a:pt x="780" y="208"/>
                  </a:lnTo>
                  <a:cubicBezTo>
                    <a:pt x="858" y="208"/>
                    <a:pt x="932" y="228"/>
                    <a:pt x="995" y="267"/>
                  </a:cubicBezTo>
                  <a:cubicBezTo>
                    <a:pt x="1083" y="325"/>
                    <a:pt x="1146" y="413"/>
                    <a:pt x="1165" y="515"/>
                  </a:cubicBezTo>
                  <a:cubicBezTo>
                    <a:pt x="1214" y="730"/>
                    <a:pt x="1078" y="939"/>
                    <a:pt x="863" y="988"/>
                  </a:cubicBezTo>
                  <a:cubicBezTo>
                    <a:pt x="839" y="993"/>
                    <a:pt x="815" y="995"/>
                    <a:pt x="791" y="995"/>
                  </a:cubicBezTo>
                  <a:cubicBezTo>
                    <a:pt x="609" y="995"/>
                    <a:pt x="444" y="867"/>
                    <a:pt x="405" y="681"/>
                  </a:cubicBezTo>
                  <a:cubicBezTo>
                    <a:pt x="356" y="476"/>
                    <a:pt x="488" y="267"/>
                    <a:pt x="693" y="213"/>
                  </a:cubicBezTo>
                  <a:cubicBezTo>
                    <a:pt x="722" y="208"/>
                    <a:pt x="751" y="203"/>
                    <a:pt x="780" y="203"/>
                  </a:cubicBezTo>
                  <a:close/>
                  <a:moveTo>
                    <a:pt x="778" y="0"/>
                  </a:moveTo>
                  <a:cubicBezTo>
                    <a:pt x="609" y="0"/>
                    <a:pt x="439" y="71"/>
                    <a:pt x="317" y="223"/>
                  </a:cubicBezTo>
                  <a:cubicBezTo>
                    <a:pt x="1" y="618"/>
                    <a:pt x="278" y="1198"/>
                    <a:pt x="780" y="1198"/>
                  </a:cubicBezTo>
                  <a:cubicBezTo>
                    <a:pt x="1165" y="1198"/>
                    <a:pt x="1448" y="847"/>
                    <a:pt x="1365" y="471"/>
                  </a:cubicBezTo>
                  <a:cubicBezTo>
                    <a:pt x="1300" y="171"/>
                    <a:pt x="1041" y="0"/>
                    <a:pt x="77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4" name="Google Shape;3850;p74"/>
            <p:cNvSpPr/>
            <p:nvPr/>
          </p:nvSpPr>
          <p:spPr>
            <a:xfrm rot="2700000">
              <a:off x="7828920" y="3943440"/>
              <a:ext cx="64800" cy="53640"/>
            </a:xfrm>
            <a:custGeom>
              <a:avLst/>
              <a:gdLst>
                <a:gd name="textAreaLeft" fmla="*/ 0 w 64800"/>
                <a:gd name="textAreaRight" fmla="*/ 65160 w 64800"/>
                <a:gd name="textAreaTop" fmla="*/ 0 h 53640"/>
                <a:gd name="textAreaBottom" fmla="*/ 54000 h 53640"/>
              </a:gdLst>
              <a:ahLst/>
              <a:cxnLst/>
              <a:rect l="textAreaLeft" t="textAreaTop" r="textAreaRight" b="textAreaBottom"/>
              <a:pathLst>
                <a:path w="1449" h="1202">
                  <a:moveTo>
                    <a:pt x="781" y="207"/>
                  </a:moveTo>
                  <a:cubicBezTo>
                    <a:pt x="859" y="207"/>
                    <a:pt x="932" y="227"/>
                    <a:pt x="990" y="266"/>
                  </a:cubicBezTo>
                  <a:cubicBezTo>
                    <a:pt x="1293" y="456"/>
                    <a:pt x="1210" y="909"/>
                    <a:pt x="868" y="987"/>
                  </a:cubicBezTo>
                  <a:cubicBezTo>
                    <a:pt x="837" y="994"/>
                    <a:pt x="807" y="997"/>
                    <a:pt x="777" y="997"/>
                  </a:cubicBezTo>
                  <a:cubicBezTo>
                    <a:pt x="479" y="997"/>
                    <a:pt x="276" y="658"/>
                    <a:pt x="444" y="388"/>
                  </a:cubicBezTo>
                  <a:cubicBezTo>
                    <a:pt x="503" y="300"/>
                    <a:pt x="596" y="236"/>
                    <a:pt x="698" y="217"/>
                  </a:cubicBezTo>
                  <a:cubicBezTo>
                    <a:pt x="722" y="207"/>
                    <a:pt x="751" y="207"/>
                    <a:pt x="781" y="207"/>
                  </a:cubicBezTo>
                  <a:close/>
                  <a:moveTo>
                    <a:pt x="780" y="0"/>
                  </a:moveTo>
                  <a:cubicBezTo>
                    <a:pt x="610" y="0"/>
                    <a:pt x="437" y="72"/>
                    <a:pt x="313" y="227"/>
                  </a:cubicBezTo>
                  <a:cubicBezTo>
                    <a:pt x="1" y="617"/>
                    <a:pt x="279" y="1202"/>
                    <a:pt x="781" y="1202"/>
                  </a:cubicBezTo>
                  <a:cubicBezTo>
                    <a:pt x="1166" y="1202"/>
                    <a:pt x="1449" y="846"/>
                    <a:pt x="1366" y="470"/>
                  </a:cubicBezTo>
                  <a:cubicBezTo>
                    <a:pt x="1301" y="171"/>
                    <a:pt x="1043" y="0"/>
                    <a:pt x="78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5" name="Google Shape;3851;p74"/>
            <p:cNvSpPr/>
            <p:nvPr/>
          </p:nvSpPr>
          <p:spPr>
            <a:xfrm rot="2700000">
              <a:off x="7436520" y="3915360"/>
              <a:ext cx="160560" cy="32796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327960"/>
                <a:gd name="textAreaBottom" fmla="*/ 328320 h 327960"/>
              </a:gdLst>
              <a:ahLst/>
              <a:cxnLst/>
              <a:rect l="textAreaLeft" t="textAreaTop" r="textAreaRight" b="textAreaBottom"/>
              <a:pathLst>
                <a:path w="3574" h="7283">
                  <a:moveTo>
                    <a:pt x="201" y="0"/>
                  </a:moveTo>
                  <a:lnTo>
                    <a:pt x="1" y="30"/>
                  </a:lnTo>
                  <a:cubicBezTo>
                    <a:pt x="127" y="834"/>
                    <a:pt x="283" y="1643"/>
                    <a:pt x="469" y="2442"/>
                  </a:cubicBezTo>
                  <a:lnTo>
                    <a:pt x="668" y="2394"/>
                  </a:lnTo>
                  <a:cubicBezTo>
                    <a:pt x="488" y="1604"/>
                    <a:pt x="332" y="795"/>
                    <a:pt x="201" y="0"/>
                  </a:cubicBezTo>
                  <a:close/>
                  <a:moveTo>
                    <a:pt x="854" y="3188"/>
                  </a:moveTo>
                  <a:lnTo>
                    <a:pt x="659" y="3237"/>
                  </a:lnTo>
                  <a:cubicBezTo>
                    <a:pt x="707" y="3437"/>
                    <a:pt x="756" y="3632"/>
                    <a:pt x="810" y="3832"/>
                  </a:cubicBezTo>
                  <a:lnTo>
                    <a:pt x="1005" y="3778"/>
                  </a:lnTo>
                  <a:cubicBezTo>
                    <a:pt x="956" y="3583"/>
                    <a:pt x="902" y="3383"/>
                    <a:pt x="854" y="3188"/>
                  </a:cubicBezTo>
                  <a:close/>
                  <a:moveTo>
                    <a:pt x="1907" y="5996"/>
                  </a:moveTo>
                  <a:lnTo>
                    <a:pt x="1746" y="6118"/>
                  </a:lnTo>
                  <a:cubicBezTo>
                    <a:pt x="1916" y="6337"/>
                    <a:pt x="2116" y="6537"/>
                    <a:pt x="2335" y="6712"/>
                  </a:cubicBezTo>
                  <a:lnTo>
                    <a:pt x="2462" y="6552"/>
                  </a:lnTo>
                  <a:cubicBezTo>
                    <a:pt x="2253" y="6391"/>
                    <a:pt x="2067" y="6201"/>
                    <a:pt x="1907" y="5996"/>
                  </a:cubicBezTo>
                  <a:close/>
                  <a:moveTo>
                    <a:pt x="2964" y="6859"/>
                  </a:moveTo>
                  <a:lnTo>
                    <a:pt x="2872" y="7044"/>
                  </a:lnTo>
                  <a:cubicBezTo>
                    <a:pt x="3081" y="7146"/>
                    <a:pt x="3296" y="7224"/>
                    <a:pt x="3520" y="7283"/>
                  </a:cubicBezTo>
                  <a:lnTo>
                    <a:pt x="3574" y="7088"/>
                  </a:lnTo>
                  <a:cubicBezTo>
                    <a:pt x="3364" y="7029"/>
                    <a:pt x="3159" y="6956"/>
                    <a:pt x="2964" y="6859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86" name="Google Shape;3852;p74"/>
          <p:cNvGrpSpPr/>
          <p:nvPr/>
        </p:nvGrpSpPr>
        <p:grpSpPr>
          <a:xfrm>
            <a:off x="4799160" y="2948760"/>
            <a:ext cx="1429200" cy="1638360"/>
            <a:chOff x="4799160" y="2948760"/>
            <a:chExt cx="1429200" cy="1638360"/>
          </a:xfrm>
        </p:grpSpPr>
        <p:sp>
          <p:nvSpPr>
            <p:cNvPr id="687" name="Google Shape;3853;p74"/>
            <p:cNvSpPr/>
            <p:nvPr/>
          </p:nvSpPr>
          <p:spPr>
            <a:xfrm rot="20445000">
              <a:off x="5184720" y="3106440"/>
              <a:ext cx="143280" cy="124200"/>
            </a:xfrm>
            <a:custGeom>
              <a:avLst/>
              <a:gdLst>
                <a:gd name="textAreaLeft" fmla="*/ 0 w 143280"/>
                <a:gd name="textAreaRight" fmla="*/ 143640 w 143280"/>
                <a:gd name="textAreaTop" fmla="*/ 0 h 124200"/>
                <a:gd name="textAreaBottom" fmla="*/ 124560 h 124200"/>
              </a:gdLst>
              <a:ahLst/>
              <a:cxnLst/>
              <a:rect l="textAreaLeft" t="textAreaTop" r="textAreaRight" b="textAreaBottom"/>
              <a:pathLst>
                <a:path w="2555" h="2214">
                  <a:moveTo>
                    <a:pt x="0" y="0"/>
                  </a:moveTo>
                  <a:lnTo>
                    <a:pt x="0" y="1380"/>
                  </a:lnTo>
                  <a:cubicBezTo>
                    <a:pt x="804" y="1687"/>
                    <a:pt x="1618" y="1965"/>
                    <a:pt x="2442" y="2213"/>
                  </a:cubicBezTo>
                  <a:lnTo>
                    <a:pt x="2554" y="2062"/>
                  </a:lnTo>
                  <a:cubicBezTo>
                    <a:pt x="1667" y="1414"/>
                    <a:pt x="819" y="727"/>
                    <a:pt x="0" y="0"/>
                  </a:cubicBezTo>
                  <a:close/>
                </a:path>
              </a:pathLst>
            </a:custGeom>
            <a:solidFill>
              <a:srgbClr val="4BAE9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62280" bIns="622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8" name="Google Shape;3854;p74"/>
            <p:cNvSpPr/>
            <p:nvPr/>
          </p:nvSpPr>
          <p:spPr>
            <a:xfrm rot="20445000">
              <a:off x="4841280" y="3232080"/>
              <a:ext cx="163080" cy="218160"/>
            </a:xfrm>
            <a:custGeom>
              <a:avLst/>
              <a:gdLst>
                <a:gd name="textAreaLeft" fmla="*/ 0 w 163080"/>
                <a:gd name="textAreaRight" fmla="*/ 163440 w 163080"/>
                <a:gd name="textAreaTop" fmla="*/ 0 h 218160"/>
                <a:gd name="textAreaBottom" fmla="*/ 218520 h 218160"/>
              </a:gdLst>
              <a:ahLst/>
              <a:cxnLst/>
              <a:rect l="textAreaLeft" t="textAreaTop" r="textAreaRight" b="textAreaBottom"/>
              <a:pathLst>
                <a:path w="2906" h="3886">
                  <a:moveTo>
                    <a:pt x="1136" y="1"/>
                  </a:moveTo>
                  <a:cubicBezTo>
                    <a:pt x="512" y="1"/>
                    <a:pt x="0" y="507"/>
                    <a:pt x="5" y="1136"/>
                  </a:cubicBezTo>
                  <a:lnTo>
                    <a:pt x="5" y="2750"/>
                  </a:lnTo>
                  <a:cubicBezTo>
                    <a:pt x="0" y="3378"/>
                    <a:pt x="512" y="3885"/>
                    <a:pt x="1136" y="3885"/>
                  </a:cubicBezTo>
                  <a:lnTo>
                    <a:pt x="2905" y="3885"/>
                  </a:lnTo>
                  <a:lnTo>
                    <a:pt x="2905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9" name="Google Shape;3855;p74"/>
            <p:cNvSpPr/>
            <p:nvPr/>
          </p:nvSpPr>
          <p:spPr>
            <a:xfrm rot="20445000">
              <a:off x="4996800" y="3184920"/>
              <a:ext cx="121680" cy="218160"/>
            </a:xfrm>
            <a:custGeom>
              <a:avLst/>
              <a:gdLst>
                <a:gd name="textAreaLeft" fmla="*/ 0 w 121680"/>
                <a:gd name="textAreaRight" fmla="*/ 122040 w 121680"/>
                <a:gd name="textAreaTop" fmla="*/ 0 h 218160"/>
                <a:gd name="textAreaBottom" fmla="*/ 218520 h 218160"/>
              </a:gdLst>
              <a:ahLst/>
              <a:cxnLst/>
              <a:rect l="textAreaLeft" t="textAreaTop" r="textAreaRight" b="textAreaBottom"/>
              <a:pathLst>
                <a:path w="2170" h="3886">
                  <a:moveTo>
                    <a:pt x="0" y="1"/>
                  </a:moveTo>
                  <a:lnTo>
                    <a:pt x="0" y="3885"/>
                  </a:lnTo>
                  <a:lnTo>
                    <a:pt x="2169" y="3885"/>
                  </a:lnTo>
                  <a:lnTo>
                    <a:pt x="2169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0" name="Google Shape;3856;p74"/>
            <p:cNvSpPr/>
            <p:nvPr/>
          </p:nvSpPr>
          <p:spPr>
            <a:xfrm rot="20445000">
              <a:off x="5572800" y="2976480"/>
              <a:ext cx="162720" cy="218160"/>
            </a:xfrm>
            <a:custGeom>
              <a:avLst/>
              <a:gdLst>
                <a:gd name="textAreaLeft" fmla="*/ 0 w 162720"/>
                <a:gd name="textAreaRight" fmla="*/ 163080 w 162720"/>
                <a:gd name="textAreaTop" fmla="*/ 0 h 218160"/>
                <a:gd name="textAreaBottom" fmla="*/ 218520 h 218160"/>
              </a:gdLst>
              <a:ahLst/>
              <a:cxnLst/>
              <a:rect l="textAreaLeft" t="textAreaTop" r="textAreaRight" b="textAreaBottom"/>
              <a:pathLst>
                <a:path w="2901" h="3886">
                  <a:moveTo>
                    <a:pt x="0" y="1"/>
                  </a:moveTo>
                  <a:lnTo>
                    <a:pt x="0" y="3885"/>
                  </a:lnTo>
                  <a:lnTo>
                    <a:pt x="1765" y="3885"/>
                  </a:lnTo>
                  <a:cubicBezTo>
                    <a:pt x="2393" y="3885"/>
                    <a:pt x="2900" y="3374"/>
                    <a:pt x="2900" y="2750"/>
                  </a:cubicBezTo>
                  <a:lnTo>
                    <a:pt x="2900" y="1136"/>
                  </a:lnTo>
                  <a:cubicBezTo>
                    <a:pt x="2900" y="507"/>
                    <a:pt x="2393" y="1"/>
                    <a:pt x="176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1" name="Google Shape;3857;p74"/>
            <p:cNvSpPr/>
            <p:nvPr/>
          </p:nvSpPr>
          <p:spPr>
            <a:xfrm rot="20445000">
              <a:off x="5458320" y="3023640"/>
              <a:ext cx="122040" cy="218160"/>
            </a:xfrm>
            <a:custGeom>
              <a:avLst/>
              <a:gdLst>
                <a:gd name="textAreaLeft" fmla="*/ 0 w 122040"/>
                <a:gd name="textAreaRight" fmla="*/ 122400 w 122040"/>
                <a:gd name="textAreaTop" fmla="*/ 0 h 218160"/>
                <a:gd name="textAreaBottom" fmla="*/ 218520 h 218160"/>
              </a:gdLst>
              <a:ahLst/>
              <a:cxnLst/>
              <a:rect l="textAreaLeft" t="textAreaTop" r="textAreaRight" b="textAreaBottom"/>
              <a:pathLst>
                <a:path w="2175" h="3886">
                  <a:moveTo>
                    <a:pt x="0" y="1"/>
                  </a:moveTo>
                  <a:lnTo>
                    <a:pt x="0" y="3885"/>
                  </a:lnTo>
                  <a:lnTo>
                    <a:pt x="2174" y="3885"/>
                  </a:lnTo>
                  <a:lnTo>
                    <a:pt x="2174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2" name="Google Shape;3858;p74"/>
            <p:cNvSpPr/>
            <p:nvPr/>
          </p:nvSpPr>
          <p:spPr>
            <a:xfrm rot="20445000">
              <a:off x="5342760" y="3063960"/>
              <a:ext cx="122040" cy="218160"/>
            </a:xfrm>
            <a:custGeom>
              <a:avLst/>
              <a:gdLst>
                <a:gd name="textAreaLeft" fmla="*/ 0 w 122040"/>
                <a:gd name="textAreaRight" fmla="*/ 122400 w 122040"/>
                <a:gd name="textAreaTop" fmla="*/ 0 h 218160"/>
                <a:gd name="textAreaBottom" fmla="*/ 218520 h 218160"/>
              </a:gdLst>
              <a:ahLst/>
              <a:cxnLst/>
              <a:rect l="textAreaLeft" t="textAreaTop" r="textAreaRight" b="textAreaBottom"/>
              <a:pathLst>
                <a:path w="2175" h="3886">
                  <a:moveTo>
                    <a:pt x="0" y="1"/>
                  </a:moveTo>
                  <a:lnTo>
                    <a:pt x="0" y="3885"/>
                  </a:lnTo>
                  <a:lnTo>
                    <a:pt x="2174" y="3885"/>
                  </a:lnTo>
                  <a:lnTo>
                    <a:pt x="2174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3" name="Google Shape;3859;p74"/>
            <p:cNvSpPr/>
            <p:nvPr/>
          </p:nvSpPr>
          <p:spPr>
            <a:xfrm rot="20445000">
              <a:off x="5227560" y="3104280"/>
              <a:ext cx="122040" cy="218160"/>
            </a:xfrm>
            <a:custGeom>
              <a:avLst/>
              <a:gdLst>
                <a:gd name="textAreaLeft" fmla="*/ 0 w 122040"/>
                <a:gd name="textAreaRight" fmla="*/ 122400 w 122040"/>
                <a:gd name="textAreaTop" fmla="*/ 0 h 218160"/>
                <a:gd name="textAreaBottom" fmla="*/ 218520 h 218160"/>
              </a:gdLst>
              <a:ahLst/>
              <a:cxnLst/>
              <a:rect l="textAreaLeft" t="textAreaTop" r="textAreaRight" b="textAreaBottom"/>
              <a:pathLst>
                <a:path w="2175" h="3886">
                  <a:moveTo>
                    <a:pt x="0" y="1"/>
                  </a:moveTo>
                  <a:lnTo>
                    <a:pt x="0" y="3885"/>
                  </a:lnTo>
                  <a:lnTo>
                    <a:pt x="2174" y="3885"/>
                  </a:lnTo>
                  <a:lnTo>
                    <a:pt x="2174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4" name="Google Shape;3860;p74"/>
            <p:cNvSpPr/>
            <p:nvPr/>
          </p:nvSpPr>
          <p:spPr>
            <a:xfrm rot="20445000">
              <a:off x="5112000" y="3144600"/>
              <a:ext cx="122040" cy="218160"/>
            </a:xfrm>
            <a:custGeom>
              <a:avLst/>
              <a:gdLst>
                <a:gd name="textAreaLeft" fmla="*/ 0 w 122040"/>
                <a:gd name="textAreaRight" fmla="*/ 122400 w 122040"/>
                <a:gd name="textAreaTop" fmla="*/ 0 h 218160"/>
                <a:gd name="textAreaBottom" fmla="*/ 218520 h 218160"/>
              </a:gdLst>
              <a:ahLst/>
              <a:cxnLst/>
              <a:rect l="textAreaLeft" t="textAreaTop" r="textAreaRight" b="textAreaBottom"/>
              <a:pathLst>
                <a:path w="2175" h="3886">
                  <a:moveTo>
                    <a:pt x="0" y="1"/>
                  </a:moveTo>
                  <a:lnTo>
                    <a:pt x="0" y="3885"/>
                  </a:lnTo>
                  <a:lnTo>
                    <a:pt x="2174" y="3885"/>
                  </a:lnTo>
                  <a:lnTo>
                    <a:pt x="2174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5" name="Google Shape;3861;p74"/>
            <p:cNvSpPr/>
            <p:nvPr/>
          </p:nvSpPr>
          <p:spPr>
            <a:xfrm rot="20445000">
              <a:off x="5362200" y="367056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4807" h="4807">
                  <a:moveTo>
                    <a:pt x="1935" y="1"/>
                  </a:moveTo>
                  <a:lnTo>
                    <a:pt x="1935" y="1936"/>
                  </a:lnTo>
                  <a:lnTo>
                    <a:pt x="0" y="1936"/>
                  </a:lnTo>
                  <a:lnTo>
                    <a:pt x="0" y="2871"/>
                  </a:lnTo>
                  <a:lnTo>
                    <a:pt x="1935" y="2871"/>
                  </a:lnTo>
                  <a:lnTo>
                    <a:pt x="1935" y="4807"/>
                  </a:lnTo>
                  <a:lnTo>
                    <a:pt x="2871" y="4807"/>
                  </a:lnTo>
                  <a:lnTo>
                    <a:pt x="2871" y="2871"/>
                  </a:lnTo>
                  <a:lnTo>
                    <a:pt x="4806" y="2871"/>
                  </a:lnTo>
                  <a:lnTo>
                    <a:pt x="4806" y="1936"/>
                  </a:lnTo>
                  <a:lnTo>
                    <a:pt x="2871" y="1936"/>
                  </a:lnTo>
                  <a:lnTo>
                    <a:pt x="287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6" name="Google Shape;3862;p74"/>
            <p:cNvSpPr/>
            <p:nvPr/>
          </p:nvSpPr>
          <p:spPr>
            <a:xfrm rot="20445000">
              <a:off x="5326200" y="3634920"/>
              <a:ext cx="341640" cy="341640"/>
            </a:xfrm>
            <a:custGeom>
              <a:avLst/>
              <a:gdLst>
                <a:gd name="textAreaLeft" fmla="*/ 0 w 341640"/>
                <a:gd name="textAreaRight" fmla="*/ 342000 w 341640"/>
                <a:gd name="textAreaTop" fmla="*/ 0 h 341640"/>
                <a:gd name="textAreaBottom" fmla="*/ 342000 h 341640"/>
              </a:gdLst>
              <a:ahLst/>
              <a:cxnLst/>
              <a:rect l="textAreaLeft" t="textAreaTop" r="textAreaRight" b="textAreaBottom"/>
              <a:pathLst>
                <a:path w="6079" h="6080">
                  <a:moveTo>
                    <a:pt x="3510" y="635"/>
                  </a:moveTo>
                  <a:lnTo>
                    <a:pt x="3510" y="2570"/>
                  </a:lnTo>
                  <a:lnTo>
                    <a:pt x="5440" y="2570"/>
                  </a:lnTo>
                  <a:lnTo>
                    <a:pt x="5440" y="3505"/>
                  </a:lnTo>
                  <a:lnTo>
                    <a:pt x="3510" y="3510"/>
                  </a:lnTo>
                  <a:lnTo>
                    <a:pt x="3510" y="5441"/>
                  </a:lnTo>
                  <a:lnTo>
                    <a:pt x="2569" y="5441"/>
                  </a:lnTo>
                  <a:lnTo>
                    <a:pt x="2569" y="3510"/>
                  </a:lnTo>
                  <a:lnTo>
                    <a:pt x="634" y="3510"/>
                  </a:lnTo>
                  <a:lnTo>
                    <a:pt x="634" y="2570"/>
                  </a:lnTo>
                  <a:lnTo>
                    <a:pt x="2574" y="2570"/>
                  </a:lnTo>
                  <a:lnTo>
                    <a:pt x="2574" y="635"/>
                  </a:lnTo>
                  <a:close/>
                  <a:moveTo>
                    <a:pt x="1931" y="1"/>
                  </a:moveTo>
                  <a:lnTo>
                    <a:pt x="1931" y="1931"/>
                  </a:lnTo>
                  <a:lnTo>
                    <a:pt x="1" y="1931"/>
                  </a:lnTo>
                  <a:lnTo>
                    <a:pt x="1" y="4144"/>
                  </a:lnTo>
                  <a:lnTo>
                    <a:pt x="1931" y="4144"/>
                  </a:lnTo>
                  <a:lnTo>
                    <a:pt x="1931" y="6079"/>
                  </a:lnTo>
                  <a:lnTo>
                    <a:pt x="4144" y="6079"/>
                  </a:lnTo>
                  <a:lnTo>
                    <a:pt x="4144" y="4144"/>
                  </a:lnTo>
                  <a:lnTo>
                    <a:pt x="6079" y="4144"/>
                  </a:lnTo>
                  <a:lnTo>
                    <a:pt x="6079" y="1931"/>
                  </a:lnTo>
                  <a:lnTo>
                    <a:pt x="4144" y="1931"/>
                  </a:lnTo>
                  <a:lnTo>
                    <a:pt x="4144" y="1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7" name="Google Shape;3863;p74"/>
            <p:cNvSpPr/>
            <p:nvPr/>
          </p:nvSpPr>
          <p:spPr>
            <a:xfrm rot="20445000">
              <a:off x="5208840" y="4028760"/>
              <a:ext cx="758520" cy="85680"/>
            </a:xfrm>
            <a:custGeom>
              <a:avLst/>
              <a:gdLst>
                <a:gd name="textAreaLeft" fmla="*/ 0 w 758520"/>
                <a:gd name="textAreaRight" fmla="*/ 758880 w 758520"/>
                <a:gd name="textAreaTop" fmla="*/ 0 h 85680"/>
                <a:gd name="textAreaBottom" fmla="*/ 86040 h 85680"/>
              </a:gdLst>
              <a:ahLst/>
              <a:cxnLst/>
              <a:rect l="textAreaLeft" t="textAreaTop" r="textAreaRight" b="textAreaBottom"/>
              <a:pathLst>
                <a:path w="13488" h="1532">
                  <a:moveTo>
                    <a:pt x="0" y="1"/>
                  </a:moveTo>
                  <a:lnTo>
                    <a:pt x="0" y="1531"/>
                  </a:lnTo>
                  <a:lnTo>
                    <a:pt x="13487" y="1531"/>
                  </a:lnTo>
                  <a:lnTo>
                    <a:pt x="13487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2840" bIns="428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8" name="Google Shape;3864;p74"/>
            <p:cNvSpPr/>
            <p:nvPr/>
          </p:nvSpPr>
          <p:spPr>
            <a:xfrm rot="20445000">
              <a:off x="5065200" y="3544920"/>
              <a:ext cx="910080" cy="653040"/>
            </a:xfrm>
            <a:custGeom>
              <a:avLst/>
              <a:gdLst>
                <a:gd name="textAreaLeft" fmla="*/ 0 w 910080"/>
                <a:gd name="textAreaRight" fmla="*/ 910440 w 910080"/>
                <a:gd name="textAreaTop" fmla="*/ 0 h 653040"/>
                <a:gd name="textAreaBottom" fmla="*/ 653400 h 653040"/>
              </a:gdLst>
              <a:ahLst/>
              <a:cxnLst/>
              <a:rect l="textAreaLeft" t="textAreaTop" r="textAreaRight" b="textAreaBottom"/>
              <a:pathLst>
                <a:path w="16183" h="11611">
                  <a:moveTo>
                    <a:pt x="9198" y="1531"/>
                  </a:moveTo>
                  <a:lnTo>
                    <a:pt x="9198" y="3461"/>
                  </a:lnTo>
                  <a:lnTo>
                    <a:pt x="11128" y="3461"/>
                  </a:lnTo>
                  <a:lnTo>
                    <a:pt x="11128" y="5674"/>
                  </a:lnTo>
                  <a:lnTo>
                    <a:pt x="9198" y="5674"/>
                  </a:lnTo>
                  <a:lnTo>
                    <a:pt x="9198" y="7609"/>
                  </a:lnTo>
                  <a:lnTo>
                    <a:pt x="6985" y="7609"/>
                  </a:lnTo>
                  <a:lnTo>
                    <a:pt x="6985" y="5674"/>
                  </a:lnTo>
                  <a:lnTo>
                    <a:pt x="5055" y="5674"/>
                  </a:lnTo>
                  <a:lnTo>
                    <a:pt x="5055" y="3461"/>
                  </a:lnTo>
                  <a:lnTo>
                    <a:pt x="6985" y="3461"/>
                  </a:lnTo>
                  <a:lnTo>
                    <a:pt x="6985" y="1531"/>
                  </a:lnTo>
                  <a:close/>
                  <a:moveTo>
                    <a:pt x="14798" y="8794"/>
                  </a:moveTo>
                  <a:lnTo>
                    <a:pt x="14798" y="10324"/>
                  </a:lnTo>
                  <a:lnTo>
                    <a:pt x="1316" y="10324"/>
                  </a:lnTo>
                  <a:lnTo>
                    <a:pt x="1316" y="8794"/>
                  </a:lnTo>
                  <a:close/>
                  <a:moveTo>
                    <a:pt x="0" y="0"/>
                  </a:moveTo>
                  <a:lnTo>
                    <a:pt x="0" y="11611"/>
                  </a:lnTo>
                  <a:lnTo>
                    <a:pt x="16183" y="11611"/>
                  </a:lnTo>
                  <a:lnTo>
                    <a:pt x="16183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9" name="Google Shape;3865;p74"/>
            <p:cNvSpPr/>
            <p:nvPr/>
          </p:nvSpPr>
          <p:spPr>
            <a:xfrm rot="20445000">
              <a:off x="4964400" y="3285000"/>
              <a:ext cx="1098000" cy="1145880"/>
            </a:xfrm>
            <a:custGeom>
              <a:avLst/>
              <a:gdLst>
                <a:gd name="textAreaLeft" fmla="*/ 0 w 1098000"/>
                <a:gd name="textAreaRight" fmla="*/ 1098360 w 1098000"/>
                <a:gd name="textAreaTop" fmla="*/ 0 h 1145880"/>
                <a:gd name="textAreaBottom" fmla="*/ 1146240 h 1145880"/>
              </a:gdLst>
              <a:ahLst/>
              <a:cxnLst/>
              <a:rect l="textAreaLeft" t="textAreaTop" r="textAreaRight" b="textAreaBottom"/>
              <a:pathLst>
                <a:path w="19523" h="20375">
                  <a:moveTo>
                    <a:pt x="17885" y="4650"/>
                  </a:moveTo>
                  <a:lnTo>
                    <a:pt x="17885" y="16261"/>
                  </a:lnTo>
                  <a:lnTo>
                    <a:pt x="1702" y="16261"/>
                  </a:lnTo>
                  <a:lnTo>
                    <a:pt x="1702" y="4650"/>
                  </a:lnTo>
                  <a:close/>
                  <a:moveTo>
                    <a:pt x="2423" y="0"/>
                  </a:moveTo>
                  <a:cubicBezTo>
                    <a:pt x="1083" y="0"/>
                    <a:pt x="1" y="1087"/>
                    <a:pt x="1" y="2423"/>
                  </a:cubicBezTo>
                  <a:lnTo>
                    <a:pt x="1" y="17947"/>
                  </a:lnTo>
                  <a:cubicBezTo>
                    <a:pt x="1" y="19288"/>
                    <a:pt x="1083" y="20370"/>
                    <a:pt x="2423" y="20375"/>
                  </a:cubicBezTo>
                  <a:lnTo>
                    <a:pt x="17100" y="20375"/>
                  </a:lnTo>
                  <a:cubicBezTo>
                    <a:pt x="18440" y="20370"/>
                    <a:pt x="19522" y="19288"/>
                    <a:pt x="19522" y="17952"/>
                  </a:cubicBezTo>
                  <a:lnTo>
                    <a:pt x="19522" y="2423"/>
                  </a:lnTo>
                  <a:cubicBezTo>
                    <a:pt x="19522" y="1087"/>
                    <a:pt x="18440" y="0"/>
                    <a:pt x="17100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0" name="Google Shape;3866;p74"/>
            <p:cNvSpPr/>
            <p:nvPr/>
          </p:nvSpPr>
          <p:spPr>
            <a:xfrm rot="20445000">
              <a:off x="4958640" y="3279240"/>
              <a:ext cx="1109520" cy="1157400"/>
            </a:xfrm>
            <a:custGeom>
              <a:avLst/>
              <a:gdLst>
                <a:gd name="textAreaLeft" fmla="*/ 0 w 1109520"/>
                <a:gd name="textAreaRight" fmla="*/ 1109880 w 1109520"/>
                <a:gd name="textAreaTop" fmla="*/ 0 h 1157400"/>
                <a:gd name="textAreaBottom" fmla="*/ 1157760 h 1157400"/>
              </a:gdLst>
              <a:ahLst/>
              <a:cxnLst/>
              <a:rect l="textAreaLeft" t="textAreaTop" r="textAreaRight" b="textAreaBottom"/>
              <a:pathLst>
                <a:path w="19727" h="20576">
                  <a:moveTo>
                    <a:pt x="2525" y="1"/>
                  </a:moveTo>
                  <a:cubicBezTo>
                    <a:pt x="1131" y="1"/>
                    <a:pt x="1" y="1127"/>
                    <a:pt x="1" y="2521"/>
                  </a:cubicBezTo>
                  <a:lnTo>
                    <a:pt x="1" y="18050"/>
                  </a:lnTo>
                  <a:cubicBezTo>
                    <a:pt x="1" y="19444"/>
                    <a:pt x="1131" y="20575"/>
                    <a:pt x="2525" y="20575"/>
                  </a:cubicBezTo>
                  <a:lnTo>
                    <a:pt x="17202" y="20575"/>
                  </a:lnTo>
                  <a:cubicBezTo>
                    <a:pt x="18596" y="20570"/>
                    <a:pt x="19722" y="19444"/>
                    <a:pt x="19727" y="18050"/>
                  </a:cubicBezTo>
                  <a:lnTo>
                    <a:pt x="19727" y="2526"/>
                  </a:lnTo>
                  <a:cubicBezTo>
                    <a:pt x="19727" y="1132"/>
                    <a:pt x="18596" y="1"/>
                    <a:pt x="17202" y="1"/>
                  </a:cubicBezTo>
                  <a:lnTo>
                    <a:pt x="17061" y="1"/>
                  </a:lnTo>
                  <a:lnTo>
                    <a:pt x="17061" y="201"/>
                  </a:lnTo>
                  <a:lnTo>
                    <a:pt x="17202" y="201"/>
                  </a:lnTo>
                  <a:cubicBezTo>
                    <a:pt x="18484" y="201"/>
                    <a:pt x="19522" y="1239"/>
                    <a:pt x="19522" y="2521"/>
                  </a:cubicBezTo>
                  <a:lnTo>
                    <a:pt x="19522" y="18050"/>
                  </a:lnTo>
                  <a:cubicBezTo>
                    <a:pt x="19522" y="19332"/>
                    <a:pt x="18484" y="20370"/>
                    <a:pt x="17202" y="20370"/>
                  </a:cubicBezTo>
                  <a:lnTo>
                    <a:pt x="2525" y="20370"/>
                  </a:lnTo>
                  <a:cubicBezTo>
                    <a:pt x="1244" y="20370"/>
                    <a:pt x="205" y="19332"/>
                    <a:pt x="205" y="18050"/>
                  </a:cubicBezTo>
                  <a:lnTo>
                    <a:pt x="205" y="2526"/>
                  </a:lnTo>
                  <a:cubicBezTo>
                    <a:pt x="205" y="1244"/>
                    <a:pt x="1244" y="206"/>
                    <a:pt x="2525" y="201"/>
                  </a:cubicBezTo>
                  <a:lnTo>
                    <a:pt x="2662" y="201"/>
                  </a:lnTo>
                  <a:lnTo>
                    <a:pt x="2662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1" name="Google Shape;3867;p74"/>
            <p:cNvSpPr/>
            <p:nvPr/>
          </p:nvSpPr>
          <p:spPr>
            <a:xfrm rot="20445000">
              <a:off x="5059440" y="3539160"/>
              <a:ext cx="921600" cy="664560"/>
            </a:xfrm>
            <a:custGeom>
              <a:avLst/>
              <a:gdLst>
                <a:gd name="textAreaLeft" fmla="*/ 0 w 921600"/>
                <a:gd name="textAreaRight" fmla="*/ 921960 w 921600"/>
                <a:gd name="textAreaTop" fmla="*/ 0 h 664560"/>
                <a:gd name="textAreaBottom" fmla="*/ 664920 h 664560"/>
              </a:gdLst>
              <a:ahLst/>
              <a:cxnLst/>
              <a:rect l="textAreaLeft" t="textAreaTop" r="textAreaRight" b="textAreaBottom"/>
              <a:pathLst>
                <a:path w="16384" h="11816">
                  <a:moveTo>
                    <a:pt x="16178" y="205"/>
                  </a:moveTo>
                  <a:lnTo>
                    <a:pt x="16178" y="11611"/>
                  </a:lnTo>
                  <a:lnTo>
                    <a:pt x="200" y="11611"/>
                  </a:lnTo>
                  <a:lnTo>
                    <a:pt x="200" y="205"/>
                  </a:lnTo>
                  <a:close/>
                  <a:moveTo>
                    <a:pt x="1" y="0"/>
                  </a:moveTo>
                  <a:lnTo>
                    <a:pt x="1" y="11815"/>
                  </a:lnTo>
                  <a:lnTo>
                    <a:pt x="16383" y="11815"/>
                  </a:lnTo>
                  <a:lnTo>
                    <a:pt x="16383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2" name="Google Shape;3868;p74"/>
            <p:cNvSpPr/>
            <p:nvPr/>
          </p:nvSpPr>
          <p:spPr>
            <a:xfrm rot="20445000">
              <a:off x="5320800" y="3628800"/>
              <a:ext cx="353160" cy="35316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353160"/>
                <a:gd name="textAreaBottom" fmla="*/ 353520 h 353160"/>
              </a:gdLst>
              <a:ahLst/>
              <a:cxnLst/>
              <a:rect l="textAreaLeft" t="textAreaTop" r="textAreaRight" b="textAreaBottom"/>
              <a:pathLst>
                <a:path w="6284" h="6284">
                  <a:moveTo>
                    <a:pt x="4143" y="200"/>
                  </a:moveTo>
                  <a:lnTo>
                    <a:pt x="4143" y="2135"/>
                  </a:lnTo>
                  <a:lnTo>
                    <a:pt x="6079" y="2135"/>
                  </a:lnTo>
                  <a:lnTo>
                    <a:pt x="6079" y="4144"/>
                  </a:lnTo>
                  <a:lnTo>
                    <a:pt x="4143" y="4144"/>
                  </a:lnTo>
                  <a:lnTo>
                    <a:pt x="4143" y="6079"/>
                  </a:lnTo>
                  <a:lnTo>
                    <a:pt x="2135" y="6079"/>
                  </a:lnTo>
                  <a:lnTo>
                    <a:pt x="2135" y="4144"/>
                  </a:lnTo>
                  <a:lnTo>
                    <a:pt x="200" y="4144"/>
                  </a:lnTo>
                  <a:lnTo>
                    <a:pt x="200" y="2135"/>
                  </a:lnTo>
                  <a:lnTo>
                    <a:pt x="2135" y="2135"/>
                  </a:lnTo>
                  <a:lnTo>
                    <a:pt x="2135" y="200"/>
                  </a:lnTo>
                  <a:close/>
                  <a:moveTo>
                    <a:pt x="1931" y="1"/>
                  </a:moveTo>
                  <a:lnTo>
                    <a:pt x="1931" y="1931"/>
                  </a:lnTo>
                  <a:lnTo>
                    <a:pt x="0" y="1931"/>
                  </a:lnTo>
                  <a:lnTo>
                    <a:pt x="0" y="4348"/>
                  </a:lnTo>
                  <a:lnTo>
                    <a:pt x="1931" y="4348"/>
                  </a:lnTo>
                  <a:lnTo>
                    <a:pt x="1931" y="6283"/>
                  </a:lnTo>
                  <a:lnTo>
                    <a:pt x="4348" y="6283"/>
                  </a:lnTo>
                  <a:lnTo>
                    <a:pt x="4348" y="4348"/>
                  </a:lnTo>
                  <a:lnTo>
                    <a:pt x="6283" y="4348"/>
                  </a:lnTo>
                  <a:lnTo>
                    <a:pt x="6283" y="1931"/>
                  </a:lnTo>
                  <a:lnTo>
                    <a:pt x="4348" y="1931"/>
                  </a:lnTo>
                  <a:lnTo>
                    <a:pt x="4348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3" name="Google Shape;3869;p74"/>
            <p:cNvSpPr/>
            <p:nvPr/>
          </p:nvSpPr>
          <p:spPr>
            <a:xfrm rot="20445000">
              <a:off x="5356440" y="3664800"/>
              <a:ext cx="281520" cy="281520"/>
            </a:xfrm>
            <a:custGeom>
              <a:avLst/>
              <a:gdLst>
                <a:gd name="textAreaLeft" fmla="*/ 0 w 281520"/>
                <a:gd name="textAreaRight" fmla="*/ 281880 w 281520"/>
                <a:gd name="textAreaTop" fmla="*/ 0 h 281520"/>
                <a:gd name="textAreaBottom" fmla="*/ 281880 h 281520"/>
              </a:gdLst>
              <a:ahLst/>
              <a:cxnLst/>
              <a:rect l="textAreaLeft" t="textAreaTop" r="textAreaRight" b="textAreaBottom"/>
              <a:pathLst>
                <a:path w="5011" h="5011">
                  <a:moveTo>
                    <a:pt x="2876" y="210"/>
                  </a:moveTo>
                  <a:lnTo>
                    <a:pt x="2876" y="2145"/>
                  </a:lnTo>
                  <a:lnTo>
                    <a:pt x="4806" y="2145"/>
                  </a:lnTo>
                  <a:lnTo>
                    <a:pt x="4806" y="2876"/>
                  </a:lnTo>
                  <a:lnTo>
                    <a:pt x="2871" y="2876"/>
                  </a:lnTo>
                  <a:lnTo>
                    <a:pt x="2871" y="4806"/>
                  </a:lnTo>
                  <a:lnTo>
                    <a:pt x="2140" y="4806"/>
                  </a:lnTo>
                  <a:lnTo>
                    <a:pt x="2140" y="2876"/>
                  </a:lnTo>
                  <a:lnTo>
                    <a:pt x="205" y="2876"/>
                  </a:lnTo>
                  <a:lnTo>
                    <a:pt x="205" y="2145"/>
                  </a:lnTo>
                  <a:lnTo>
                    <a:pt x="2145" y="2145"/>
                  </a:lnTo>
                  <a:lnTo>
                    <a:pt x="2145" y="210"/>
                  </a:lnTo>
                  <a:close/>
                  <a:moveTo>
                    <a:pt x="1935" y="0"/>
                  </a:moveTo>
                  <a:lnTo>
                    <a:pt x="1935" y="1935"/>
                  </a:lnTo>
                  <a:lnTo>
                    <a:pt x="0" y="1935"/>
                  </a:lnTo>
                  <a:lnTo>
                    <a:pt x="0" y="3076"/>
                  </a:lnTo>
                  <a:lnTo>
                    <a:pt x="1935" y="3076"/>
                  </a:lnTo>
                  <a:lnTo>
                    <a:pt x="1935" y="5011"/>
                  </a:lnTo>
                  <a:lnTo>
                    <a:pt x="3076" y="5011"/>
                  </a:lnTo>
                  <a:lnTo>
                    <a:pt x="3076" y="3076"/>
                  </a:lnTo>
                  <a:lnTo>
                    <a:pt x="5011" y="3076"/>
                  </a:lnTo>
                  <a:lnTo>
                    <a:pt x="5011" y="1935"/>
                  </a:lnTo>
                  <a:lnTo>
                    <a:pt x="3076" y="1935"/>
                  </a:lnTo>
                  <a:lnTo>
                    <a:pt x="3076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4" name="Google Shape;3870;p74"/>
            <p:cNvSpPr/>
            <p:nvPr/>
          </p:nvSpPr>
          <p:spPr>
            <a:xfrm rot="20445000">
              <a:off x="4994640" y="3205080"/>
              <a:ext cx="11160" cy="222120"/>
            </a:xfrm>
            <a:custGeom>
              <a:avLst/>
              <a:gdLst>
                <a:gd name="textAreaLeft" fmla="*/ 0 w 11160"/>
                <a:gd name="textAreaRight" fmla="*/ 11520 w 11160"/>
                <a:gd name="textAreaTop" fmla="*/ 0 h 222120"/>
                <a:gd name="textAreaBottom" fmla="*/ 222480 h 222120"/>
              </a:gdLst>
              <a:ahLst/>
              <a:cxnLst/>
              <a:rect l="textAreaLeft" t="textAreaTop" r="textAreaRight" b="textAreaBottom"/>
              <a:pathLst>
                <a:path w="206" h="3954">
                  <a:moveTo>
                    <a:pt x="1" y="1"/>
                  </a:moveTo>
                  <a:lnTo>
                    <a:pt x="1" y="3954"/>
                  </a:lnTo>
                  <a:lnTo>
                    <a:pt x="206" y="3954"/>
                  </a:lnTo>
                  <a:lnTo>
                    <a:pt x="206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5" name="Google Shape;3871;p74"/>
            <p:cNvSpPr/>
            <p:nvPr/>
          </p:nvSpPr>
          <p:spPr>
            <a:xfrm rot="20445000">
              <a:off x="5110200" y="3164760"/>
              <a:ext cx="11160" cy="222120"/>
            </a:xfrm>
            <a:custGeom>
              <a:avLst/>
              <a:gdLst>
                <a:gd name="textAreaLeft" fmla="*/ 0 w 11160"/>
                <a:gd name="textAreaRight" fmla="*/ 11520 w 11160"/>
                <a:gd name="textAreaTop" fmla="*/ 0 h 222120"/>
                <a:gd name="textAreaBottom" fmla="*/ 222480 h 222120"/>
              </a:gdLst>
              <a:ahLst/>
              <a:cxnLst/>
              <a:rect l="textAreaLeft" t="textAreaTop" r="textAreaRight" b="textAreaBottom"/>
              <a:pathLst>
                <a:path w="205" h="3954">
                  <a:moveTo>
                    <a:pt x="0" y="1"/>
                  </a:moveTo>
                  <a:lnTo>
                    <a:pt x="0" y="3954"/>
                  </a:lnTo>
                  <a:lnTo>
                    <a:pt x="205" y="3954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6" name="Google Shape;3872;p74"/>
            <p:cNvSpPr/>
            <p:nvPr/>
          </p:nvSpPr>
          <p:spPr>
            <a:xfrm rot="20445000">
              <a:off x="5225760" y="3124440"/>
              <a:ext cx="10800" cy="222120"/>
            </a:xfrm>
            <a:custGeom>
              <a:avLst/>
              <a:gdLst>
                <a:gd name="textAreaLeft" fmla="*/ 0 w 10800"/>
                <a:gd name="textAreaRight" fmla="*/ 11160 w 10800"/>
                <a:gd name="textAreaTop" fmla="*/ 0 h 222120"/>
                <a:gd name="textAreaBottom" fmla="*/ 222480 h 222120"/>
              </a:gdLst>
              <a:ahLst/>
              <a:cxnLst/>
              <a:rect l="textAreaLeft" t="textAreaTop" r="textAreaRight" b="textAreaBottom"/>
              <a:pathLst>
                <a:path w="201" h="3954">
                  <a:moveTo>
                    <a:pt x="1" y="1"/>
                  </a:moveTo>
                  <a:lnTo>
                    <a:pt x="1" y="3954"/>
                  </a:lnTo>
                  <a:lnTo>
                    <a:pt x="201" y="3954"/>
                  </a:lnTo>
                  <a:lnTo>
                    <a:pt x="201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7" name="Google Shape;3873;p74"/>
            <p:cNvSpPr/>
            <p:nvPr/>
          </p:nvSpPr>
          <p:spPr>
            <a:xfrm rot="20445000">
              <a:off x="5340960" y="3084120"/>
              <a:ext cx="11160" cy="222120"/>
            </a:xfrm>
            <a:custGeom>
              <a:avLst/>
              <a:gdLst>
                <a:gd name="textAreaLeft" fmla="*/ 0 w 11160"/>
                <a:gd name="textAreaRight" fmla="*/ 11520 w 11160"/>
                <a:gd name="textAreaTop" fmla="*/ 0 h 222120"/>
                <a:gd name="textAreaBottom" fmla="*/ 222480 h 222120"/>
              </a:gdLst>
              <a:ahLst/>
              <a:cxnLst/>
              <a:rect l="textAreaLeft" t="textAreaTop" r="textAreaRight" b="textAreaBottom"/>
              <a:pathLst>
                <a:path w="206" h="3954">
                  <a:moveTo>
                    <a:pt x="1" y="1"/>
                  </a:moveTo>
                  <a:lnTo>
                    <a:pt x="1" y="3954"/>
                  </a:lnTo>
                  <a:lnTo>
                    <a:pt x="206" y="3954"/>
                  </a:lnTo>
                  <a:lnTo>
                    <a:pt x="206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8" name="Google Shape;3874;p74"/>
            <p:cNvSpPr/>
            <p:nvPr/>
          </p:nvSpPr>
          <p:spPr>
            <a:xfrm rot="20445000">
              <a:off x="5456520" y="3043800"/>
              <a:ext cx="11160" cy="222120"/>
            </a:xfrm>
            <a:custGeom>
              <a:avLst/>
              <a:gdLst>
                <a:gd name="textAreaLeft" fmla="*/ 0 w 11160"/>
                <a:gd name="textAreaRight" fmla="*/ 11520 w 11160"/>
                <a:gd name="textAreaTop" fmla="*/ 0 h 222120"/>
                <a:gd name="textAreaBottom" fmla="*/ 222480 h 222120"/>
              </a:gdLst>
              <a:ahLst/>
              <a:cxnLst/>
              <a:rect l="textAreaLeft" t="textAreaTop" r="textAreaRight" b="textAreaBottom"/>
              <a:pathLst>
                <a:path w="206" h="3954">
                  <a:moveTo>
                    <a:pt x="1" y="1"/>
                  </a:moveTo>
                  <a:lnTo>
                    <a:pt x="1" y="3954"/>
                  </a:lnTo>
                  <a:lnTo>
                    <a:pt x="206" y="3954"/>
                  </a:lnTo>
                  <a:lnTo>
                    <a:pt x="206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9" name="Google Shape;3875;p74"/>
            <p:cNvSpPr/>
            <p:nvPr/>
          </p:nvSpPr>
          <p:spPr>
            <a:xfrm rot="20445000">
              <a:off x="5572080" y="3003480"/>
              <a:ext cx="11160" cy="222120"/>
            </a:xfrm>
            <a:custGeom>
              <a:avLst/>
              <a:gdLst>
                <a:gd name="textAreaLeft" fmla="*/ 0 w 11160"/>
                <a:gd name="textAreaRight" fmla="*/ 11520 w 11160"/>
                <a:gd name="textAreaTop" fmla="*/ 0 h 222120"/>
                <a:gd name="textAreaBottom" fmla="*/ 222480 h 222120"/>
              </a:gdLst>
              <a:ahLst/>
              <a:cxnLst/>
              <a:rect l="textAreaLeft" t="textAreaTop" r="textAreaRight" b="textAreaBottom"/>
              <a:pathLst>
                <a:path w="206" h="3954">
                  <a:moveTo>
                    <a:pt x="1" y="1"/>
                  </a:moveTo>
                  <a:lnTo>
                    <a:pt x="1" y="3954"/>
                  </a:lnTo>
                  <a:lnTo>
                    <a:pt x="205" y="3954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0" name="Google Shape;3876;p74"/>
            <p:cNvSpPr/>
            <p:nvPr/>
          </p:nvSpPr>
          <p:spPr>
            <a:xfrm rot="20445000">
              <a:off x="4813920" y="3098520"/>
              <a:ext cx="949320" cy="229680"/>
            </a:xfrm>
            <a:custGeom>
              <a:avLst/>
              <a:gdLst>
                <a:gd name="textAreaLeft" fmla="*/ 0 w 949320"/>
                <a:gd name="textAreaRight" fmla="*/ 949680 w 949320"/>
                <a:gd name="textAreaTop" fmla="*/ 0 h 229680"/>
                <a:gd name="textAreaBottom" fmla="*/ 230040 h 229680"/>
              </a:gdLst>
              <a:ahLst/>
              <a:cxnLst/>
              <a:rect l="textAreaLeft" t="textAreaTop" r="textAreaRight" b="textAreaBottom"/>
              <a:pathLst>
                <a:path w="16876" h="4090">
                  <a:moveTo>
                    <a:pt x="15638" y="205"/>
                  </a:moveTo>
                  <a:cubicBezTo>
                    <a:pt x="16208" y="205"/>
                    <a:pt x="16671" y="668"/>
                    <a:pt x="16671" y="1233"/>
                  </a:cubicBezTo>
                  <a:lnTo>
                    <a:pt x="16671" y="2852"/>
                  </a:lnTo>
                  <a:cubicBezTo>
                    <a:pt x="16671" y="3422"/>
                    <a:pt x="16208" y="3885"/>
                    <a:pt x="15638" y="3890"/>
                  </a:cubicBezTo>
                  <a:lnTo>
                    <a:pt x="1239" y="3890"/>
                  </a:lnTo>
                  <a:cubicBezTo>
                    <a:pt x="669" y="3885"/>
                    <a:pt x="206" y="3422"/>
                    <a:pt x="206" y="2852"/>
                  </a:cubicBezTo>
                  <a:lnTo>
                    <a:pt x="206" y="1233"/>
                  </a:lnTo>
                  <a:cubicBezTo>
                    <a:pt x="210" y="668"/>
                    <a:pt x="669" y="205"/>
                    <a:pt x="1239" y="205"/>
                  </a:cubicBezTo>
                  <a:close/>
                  <a:moveTo>
                    <a:pt x="1239" y="0"/>
                  </a:moveTo>
                  <a:cubicBezTo>
                    <a:pt x="557" y="0"/>
                    <a:pt x="6" y="551"/>
                    <a:pt x="6" y="1233"/>
                  </a:cubicBezTo>
                  <a:lnTo>
                    <a:pt x="6" y="2852"/>
                  </a:lnTo>
                  <a:cubicBezTo>
                    <a:pt x="1" y="3534"/>
                    <a:pt x="557" y="4090"/>
                    <a:pt x="1239" y="4090"/>
                  </a:cubicBezTo>
                  <a:lnTo>
                    <a:pt x="15638" y="4090"/>
                  </a:lnTo>
                  <a:cubicBezTo>
                    <a:pt x="16320" y="4090"/>
                    <a:pt x="16876" y="3534"/>
                    <a:pt x="16876" y="2852"/>
                  </a:cubicBezTo>
                  <a:lnTo>
                    <a:pt x="16876" y="1233"/>
                  </a:lnTo>
                  <a:cubicBezTo>
                    <a:pt x="16876" y="551"/>
                    <a:pt x="16320" y="0"/>
                    <a:pt x="156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1" name="Google Shape;3877;p74"/>
            <p:cNvSpPr/>
            <p:nvPr/>
          </p:nvSpPr>
          <p:spPr>
            <a:xfrm rot="20445000">
              <a:off x="5203080" y="4023000"/>
              <a:ext cx="769680" cy="97200"/>
            </a:xfrm>
            <a:custGeom>
              <a:avLst/>
              <a:gdLst>
                <a:gd name="textAreaLeft" fmla="*/ 0 w 769680"/>
                <a:gd name="textAreaRight" fmla="*/ 770040 w 769680"/>
                <a:gd name="textAreaTop" fmla="*/ 0 h 97200"/>
                <a:gd name="textAreaBottom" fmla="*/ 97560 h 97200"/>
              </a:gdLst>
              <a:ahLst/>
              <a:cxnLst/>
              <a:rect l="textAreaLeft" t="textAreaTop" r="textAreaRight" b="textAreaBottom"/>
              <a:pathLst>
                <a:path w="13688" h="1736">
                  <a:moveTo>
                    <a:pt x="13483" y="210"/>
                  </a:moveTo>
                  <a:lnTo>
                    <a:pt x="13483" y="1531"/>
                  </a:lnTo>
                  <a:lnTo>
                    <a:pt x="201" y="1531"/>
                  </a:lnTo>
                  <a:lnTo>
                    <a:pt x="201" y="210"/>
                  </a:lnTo>
                  <a:close/>
                  <a:moveTo>
                    <a:pt x="1" y="0"/>
                  </a:moveTo>
                  <a:lnTo>
                    <a:pt x="1" y="1735"/>
                  </a:lnTo>
                  <a:lnTo>
                    <a:pt x="13688" y="1735"/>
                  </a:lnTo>
                  <a:lnTo>
                    <a:pt x="13688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8600" bIns="48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12" name="Google Shape;3878;p74"/>
          <p:cNvGrpSpPr/>
          <p:nvPr/>
        </p:nvGrpSpPr>
        <p:grpSpPr>
          <a:xfrm>
            <a:off x="7608600" y="1623240"/>
            <a:ext cx="491760" cy="392760"/>
            <a:chOff x="7608600" y="1623240"/>
            <a:chExt cx="491760" cy="392760"/>
          </a:xfrm>
        </p:grpSpPr>
        <p:sp>
          <p:nvSpPr>
            <p:cNvPr id="713" name="Google Shape;3879;p74"/>
            <p:cNvSpPr/>
            <p:nvPr/>
          </p:nvSpPr>
          <p:spPr>
            <a:xfrm rot="15339600" flipV="1">
              <a:off x="7676280" y="1762920"/>
              <a:ext cx="194400" cy="235080"/>
            </a:xfrm>
            <a:custGeom>
              <a:avLst/>
              <a:gdLst>
                <a:gd name="textAreaLeft" fmla="*/ 0 w 194400"/>
                <a:gd name="textAreaRight" fmla="*/ 194760 w 194400"/>
                <a:gd name="textAreaTop" fmla="*/ -360 h 235080"/>
                <a:gd name="textAreaBottom" fmla="*/ 235080 h 235080"/>
              </a:gdLst>
              <a:ahLst/>
              <a:cxnLst/>
              <a:rect l="textAreaLeft" t="textAreaTop" r="textAreaRight" b="textAreaBottom"/>
              <a:pathLst>
                <a:path w="3929" h="4756">
                  <a:moveTo>
                    <a:pt x="1662" y="0"/>
                  </a:moveTo>
                  <a:lnTo>
                    <a:pt x="288" y="2983"/>
                  </a:lnTo>
                  <a:cubicBezTo>
                    <a:pt x="0" y="3612"/>
                    <a:pt x="273" y="4353"/>
                    <a:pt x="902" y="4641"/>
                  </a:cubicBezTo>
                  <a:cubicBezTo>
                    <a:pt x="1070" y="4718"/>
                    <a:pt x="1247" y="4755"/>
                    <a:pt x="1422" y="4755"/>
                  </a:cubicBezTo>
                  <a:cubicBezTo>
                    <a:pt x="1893" y="4755"/>
                    <a:pt x="2346" y="4487"/>
                    <a:pt x="2559" y="4031"/>
                  </a:cubicBezTo>
                  <a:lnTo>
                    <a:pt x="3929" y="1048"/>
                  </a:lnTo>
                  <a:lnTo>
                    <a:pt x="166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4" name="Google Shape;3880;p74"/>
            <p:cNvSpPr/>
            <p:nvPr/>
          </p:nvSpPr>
          <p:spPr>
            <a:xfrm rot="15339600" flipV="1">
              <a:off x="7839720" y="1638000"/>
              <a:ext cx="187920" cy="240120"/>
            </a:xfrm>
            <a:custGeom>
              <a:avLst/>
              <a:gdLst>
                <a:gd name="textAreaLeft" fmla="*/ 0 w 187920"/>
                <a:gd name="textAreaRight" fmla="*/ 188280 w 187920"/>
                <a:gd name="textAreaTop" fmla="*/ -360 h 240120"/>
                <a:gd name="textAreaBottom" fmla="*/ 240120 h 240120"/>
              </a:gdLst>
              <a:ahLst/>
              <a:cxnLst/>
              <a:rect l="textAreaLeft" t="textAreaTop" r="textAreaRight" b="textAreaBottom"/>
              <a:pathLst>
                <a:path w="3793" h="4837">
                  <a:moveTo>
                    <a:pt x="2541" y="1"/>
                  </a:moveTo>
                  <a:cubicBezTo>
                    <a:pt x="2062" y="1"/>
                    <a:pt x="1618" y="276"/>
                    <a:pt x="1409" y="727"/>
                  </a:cubicBezTo>
                  <a:lnTo>
                    <a:pt x="0" y="3788"/>
                  </a:lnTo>
                  <a:lnTo>
                    <a:pt x="2267" y="4836"/>
                  </a:lnTo>
                  <a:lnTo>
                    <a:pt x="3680" y="1770"/>
                  </a:lnTo>
                  <a:cubicBezTo>
                    <a:pt x="3753" y="1610"/>
                    <a:pt x="3792" y="1429"/>
                    <a:pt x="3792" y="1249"/>
                  </a:cubicBezTo>
                  <a:cubicBezTo>
                    <a:pt x="3792" y="664"/>
                    <a:pt x="3388" y="152"/>
                    <a:pt x="2813" y="30"/>
                  </a:cubicBezTo>
                  <a:cubicBezTo>
                    <a:pt x="2722" y="10"/>
                    <a:pt x="2631" y="1"/>
                    <a:pt x="254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5" name="Google Shape;3881;p74"/>
            <p:cNvSpPr/>
            <p:nvPr/>
          </p:nvSpPr>
          <p:spPr>
            <a:xfrm rot="15339600" flipV="1">
              <a:off x="7706880" y="1603080"/>
              <a:ext cx="294840" cy="432360"/>
            </a:xfrm>
            <a:custGeom>
              <a:avLst/>
              <a:gdLst>
                <a:gd name="textAreaLeft" fmla="*/ 0 w 294840"/>
                <a:gd name="textAreaRight" fmla="*/ 295200 w 294840"/>
                <a:gd name="textAreaTop" fmla="*/ -360 h 432360"/>
                <a:gd name="textAreaBottom" fmla="*/ 432360 h 432360"/>
              </a:gdLst>
              <a:ahLst/>
              <a:cxnLst/>
              <a:rect l="textAreaLeft" t="textAreaTop" r="textAreaRight" b="textAreaBottom"/>
              <a:pathLst>
                <a:path w="5953" h="8728">
                  <a:moveTo>
                    <a:pt x="4426" y="183"/>
                  </a:moveTo>
                  <a:cubicBezTo>
                    <a:pt x="5265" y="183"/>
                    <a:pt x="5821" y="1051"/>
                    <a:pt x="5470" y="1811"/>
                  </a:cubicBezTo>
                  <a:lnTo>
                    <a:pt x="2682" y="7855"/>
                  </a:lnTo>
                  <a:cubicBezTo>
                    <a:pt x="2555" y="8133"/>
                    <a:pt x="2326" y="8348"/>
                    <a:pt x="2038" y="8450"/>
                  </a:cubicBezTo>
                  <a:cubicBezTo>
                    <a:pt x="1901" y="8501"/>
                    <a:pt x="1764" y="8525"/>
                    <a:pt x="1632" y="8525"/>
                  </a:cubicBezTo>
                  <a:cubicBezTo>
                    <a:pt x="848" y="8525"/>
                    <a:pt x="233" y="7692"/>
                    <a:pt x="600" y="6895"/>
                  </a:cubicBezTo>
                  <a:lnTo>
                    <a:pt x="3388" y="851"/>
                  </a:lnTo>
                  <a:cubicBezTo>
                    <a:pt x="3510" y="573"/>
                    <a:pt x="3744" y="359"/>
                    <a:pt x="4032" y="252"/>
                  </a:cubicBezTo>
                  <a:cubicBezTo>
                    <a:pt x="4158" y="208"/>
                    <a:pt x="4290" y="183"/>
                    <a:pt x="4426" y="183"/>
                  </a:cubicBezTo>
                  <a:close/>
                  <a:moveTo>
                    <a:pt x="4421" y="1"/>
                  </a:moveTo>
                  <a:cubicBezTo>
                    <a:pt x="3917" y="1"/>
                    <a:pt x="3437" y="282"/>
                    <a:pt x="3203" y="763"/>
                  </a:cubicBezTo>
                  <a:lnTo>
                    <a:pt x="415" y="6812"/>
                  </a:lnTo>
                  <a:cubicBezTo>
                    <a:pt x="1" y="7704"/>
                    <a:pt x="654" y="8723"/>
                    <a:pt x="1638" y="8728"/>
                  </a:cubicBezTo>
                  <a:cubicBezTo>
                    <a:pt x="1799" y="8723"/>
                    <a:pt x="1955" y="8699"/>
                    <a:pt x="2106" y="8640"/>
                  </a:cubicBezTo>
                  <a:cubicBezTo>
                    <a:pt x="2443" y="8518"/>
                    <a:pt x="2721" y="8265"/>
                    <a:pt x="2872" y="7938"/>
                  </a:cubicBezTo>
                  <a:lnTo>
                    <a:pt x="5655" y="1894"/>
                  </a:lnTo>
                  <a:cubicBezTo>
                    <a:pt x="5952" y="1217"/>
                    <a:pt x="5655" y="432"/>
                    <a:pt x="4987" y="125"/>
                  </a:cubicBezTo>
                  <a:cubicBezTo>
                    <a:pt x="4803" y="41"/>
                    <a:pt x="4610" y="1"/>
                    <a:pt x="442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6" name="Google Shape;3882;p74"/>
            <p:cNvSpPr/>
            <p:nvPr/>
          </p:nvSpPr>
          <p:spPr>
            <a:xfrm rot="15339600" flipV="1">
              <a:off x="7794360" y="1788120"/>
              <a:ext cx="116640" cy="60480"/>
            </a:xfrm>
            <a:custGeom>
              <a:avLst/>
              <a:gdLst>
                <a:gd name="textAreaLeft" fmla="*/ 0 w 116640"/>
                <a:gd name="textAreaRight" fmla="*/ 117000 w 116640"/>
                <a:gd name="textAreaTop" fmla="*/ 360 h 60480"/>
                <a:gd name="textAreaBottom" fmla="*/ 61200 h 60480"/>
              </a:gdLst>
              <a:ahLst/>
              <a:cxnLst/>
              <a:rect l="textAreaLeft" t="textAreaTop" r="textAreaRight" b="textAreaBottom"/>
              <a:pathLst>
                <a:path w="2355" h="1230">
                  <a:moveTo>
                    <a:pt x="83" y="1"/>
                  </a:moveTo>
                  <a:lnTo>
                    <a:pt x="0" y="186"/>
                  </a:lnTo>
                  <a:lnTo>
                    <a:pt x="2267" y="1229"/>
                  </a:lnTo>
                  <a:lnTo>
                    <a:pt x="2355" y="1044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0240" bIns="30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17" name="Google Shape;3883;p74"/>
          <p:cNvGrpSpPr/>
          <p:nvPr/>
        </p:nvGrpSpPr>
        <p:grpSpPr>
          <a:xfrm>
            <a:off x="6638760" y="4175280"/>
            <a:ext cx="503640" cy="360720"/>
            <a:chOff x="6638760" y="4175280"/>
            <a:chExt cx="503640" cy="360720"/>
          </a:xfrm>
        </p:grpSpPr>
        <p:sp>
          <p:nvSpPr>
            <p:cNvPr id="718" name="Google Shape;3884;p74"/>
            <p:cNvSpPr/>
            <p:nvPr/>
          </p:nvSpPr>
          <p:spPr>
            <a:xfrm rot="20739600" flipH="1">
              <a:off x="6876360" y="4271760"/>
              <a:ext cx="246240" cy="180720"/>
            </a:xfrm>
            <a:custGeom>
              <a:avLst/>
              <a:gdLst>
                <a:gd name="textAreaLeft" fmla="*/ 360 w 246240"/>
                <a:gd name="textAreaRight" fmla="*/ 246960 w 246240"/>
                <a:gd name="textAreaTop" fmla="*/ 0 h 180720"/>
                <a:gd name="textAreaBottom" fmla="*/ 181080 h 180720"/>
              </a:gdLst>
              <a:ahLst/>
              <a:cxnLst/>
              <a:rect l="textAreaLeft" t="textAreaTop" r="textAreaRight" b="textAreaBottom"/>
              <a:pathLst>
                <a:path w="4973" h="3642">
                  <a:moveTo>
                    <a:pt x="4051" y="1"/>
                  </a:moveTo>
                  <a:lnTo>
                    <a:pt x="1000" y="1219"/>
                  </a:lnTo>
                  <a:cubicBezTo>
                    <a:pt x="332" y="1458"/>
                    <a:pt x="1" y="2199"/>
                    <a:pt x="259" y="2857"/>
                  </a:cubicBezTo>
                  <a:cubicBezTo>
                    <a:pt x="456" y="3344"/>
                    <a:pt x="926" y="3642"/>
                    <a:pt x="1420" y="3642"/>
                  </a:cubicBezTo>
                  <a:cubicBezTo>
                    <a:pt x="1588" y="3642"/>
                    <a:pt x="1758" y="3607"/>
                    <a:pt x="1921" y="3535"/>
                  </a:cubicBezTo>
                  <a:lnTo>
                    <a:pt x="4973" y="2316"/>
                  </a:lnTo>
                  <a:lnTo>
                    <a:pt x="4051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0360" bIns="903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9" name="Google Shape;3885;p74"/>
            <p:cNvSpPr/>
            <p:nvPr/>
          </p:nvSpPr>
          <p:spPr>
            <a:xfrm rot="20739600" flipH="1">
              <a:off x="6672240" y="4256280"/>
              <a:ext cx="240120" cy="181080"/>
            </a:xfrm>
            <a:custGeom>
              <a:avLst/>
              <a:gdLst>
                <a:gd name="textAreaLeft" fmla="*/ -360 w 240120"/>
                <a:gd name="textAreaRight" fmla="*/ 240120 w 240120"/>
                <a:gd name="textAreaTop" fmla="*/ 0 h 181080"/>
                <a:gd name="textAreaBottom" fmla="*/ 181440 h 181080"/>
              </a:gdLst>
              <a:ahLst/>
              <a:cxnLst/>
              <a:rect l="textAreaLeft" t="textAreaTop" r="textAreaRight" b="textAreaBottom"/>
              <a:pathLst>
                <a:path w="4846" h="3654">
                  <a:moveTo>
                    <a:pt x="3597" y="0"/>
                  </a:moveTo>
                  <a:cubicBezTo>
                    <a:pt x="3441" y="0"/>
                    <a:pt x="3283" y="29"/>
                    <a:pt x="3130" y="91"/>
                  </a:cubicBezTo>
                  <a:lnTo>
                    <a:pt x="0" y="1339"/>
                  </a:lnTo>
                  <a:lnTo>
                    <a:pt x="922" y="3654"/>
                  </a:lnTo>
                  <a:lnTo>
                    <a:pt x="4056" y="2406"/>
                  </a:lnTo>
                  <a:cubicBezTo>
                    <a:pt x="4533" y="2216"/>
                    <a:pt x="4845" y="1758"/>
                    <a:pt x="4845" y="1246"/>
                  </a:cubicBezTo>
                  <a:cubicBezTo>
                    <a:pt x="4845" y="1085"/>
                    <a:pt x="4811" y="929"/>
                    <a:pt x="4753" y="783"/>
                  </a:cubicBezTo>
                  <a:cubicBezTo>
                    <a:pt x="4560" y="297"/>
                    <a:pt x="4093" y="0"/>
                    <a:pt x="3597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0720" bIns="907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0" name="Google Shape;3886;p74"/>
            <p:cNvSpPr/>
            <p:nvPr/>
          </p:nvSpPr>
          <p:spPr>
            <a:xfrm rot="20739600" flipH="1">
              <a:off x="6662880" y="4227480"/>
              <a:ext cx="454320" cy="255960"/>
            </a:xfrm>
            <a:custGeom>
              <a:avLst/>
              <a:gdLst>
                <a:gd name="textAreaLeft" fmla="*/ 360 w 454320"/>
                <a:gd name="textAreaRight" fmla="*/ 455040 w 454320"/>
                <a:gd name="textAreaTop" fmla="*/ 0 h 255960"/>
                <a:gd name="textAreaBottom" fmla="*/ 256320 h 255960"/>
              </a:gdLst>
              <a:ahLst/>
              <a:cxnLst/>
              <a:rect l="textAreaLeft" t="textAreaTop" r="textAreaRight" b="textAreaBottom"/>
              <a:pathLst>
                <a:path w="9165" h="5173">
                  <a:moveTo>
                    <a:pt x="7639" y="206"/>
                  </a:moveTo>
                  <a:lnTo>
                    <a:pt x="7639" y="210"/>
                  </a:lnTo>
                  <a:cubicBezTo>
                    <a:pt x="8106" y="210"/>
                    <a:pt x="8526" y="493"/>
                    <a:pt x="8701" y="932"/>
                  </a:cubicBezTo>
                  <a:cubicBezTo>
                    <a:pt x="8755" y="1063"/>
                    <a:pt x="8784" y="1210"/>
                    <a:pt x="8784" y="1351"/>
                  </a:cubicBezTo>
                  <a:cubicBezTo>
                    <a:pt x="8784" y="1824"/>
                    <a:pt x="8496" y="2248"/>
                    <a:pt x="8058" y="2419"/>
                  </a:cubicBezTo>
                  <a:lnTo>
                    <a:pt x="1877" y="4885"/>
                  </a:lnTo>
                  <a:cubicBezTo>
                    <a:pt x="1739" y="4940"/>
                    <a:pt x="1593" y="4968"/>
                    <a:pt x="1448" y="4968"/>
                  </a:cubicBezTo>
                  <a:cubicBezTo>
                    <a:pt x="1297" y="4968"/>
                    <a:pt x="1146" y="4937"/>
                    <a:pt x="1005" y="4875"/>
                  </a:cubicBezTo>
                  <a:cubicBezTo>
                    <a:pt x="59" y="4475"/>
                    <a:pt x="79" y="3135"/>
                    <a:pt x="1029" y="2755"/>
                  </a:cubicBezTo>
                  <a:lnTo>
                    <a:pt x="7210" y="288"/>
                  </a:lnTo>
                  <a:cubicBezTo>
                    <a:pt x="7346" y="235"/>
                    <a:pt x="7492" y="206"/>
                    <a:pt x="7639" y="206"/>
                  </a:cubicBezTo>
                  <a:close/>
                  <a:moveTo>
                    <a:pt x="7639" y="1"/>
                  </a:moveTo>
                  <a:cubicBezTo>
                    <a:pt x="7471" y="1"/>
                    <a:pt x="7301" y="32"/>
                    <a:pt x="7136" y="98"/>
                  </a:cubicBezTo>
                  <a:lnTo>
                    <a:pt x="951" y="2565"/>
                  </a:lnTo>
                  <a:cubicBezTo>
                    <a:pt x="352" y="2804"/>
                    <a:pt x="1" y="3437"/>
                    <a:pt x="122" y="4076"/>
                  </a:cubicBezTo>
                  <a:cubicBezTo>
                    <a:pt x="244" y="4709"/>
                    <a:pt x="805" y="5172"/>
                    <a:pt x="1448" y="5172"/>
                  </a:cubicBezTo>
                  <a:cubicBezTo>
                    <a:pt x="1624" y="5172"/>
                    <a:pt x="1794" y="5138"/>
                    <a:pt x="1950" y="5075"/>
                  </a:cubicBezTo>
                  <a:lnTo>
                    <a:pt x="8136" y="2604"/>
                  </a:lnTo>
                  <a:cubicBezTo>
                    <a:pt x="8828" y="2331"/>
                    <a:pt x="9164" y="1541"/>
                    <a:pt x="8886" y="849"/>
                  </a:cubicBezTo>
                  <a:cubicBezTo>
                    <a:pt x="8678" y="322"/>
                    <a:pt x="8173" y="1"/>
                    <a:pt x="763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1" name="Google Shape;3887;p74"/>
            <p:cNvSpPr/>
            <p:nvPr/>
          </p:nvSpPr>
          <p:spPr>
            <a:xfrm rot="20739600" flipH="1">
              <a:off x="6867000" y="4295160"/>
              <a:ext cx="55080" cy="118440"/>
            </a:xfrm>
            <a:custGeom>
              <a:avLst/>
              <a:gdLst>
                <a:gd name="textAreaLeft" fmla="*/ -360 w 55080"/>
                <a:gd name="textAreaRight" fmla="*/ 55080 w 55080"/>
                <a:gd name="textAreaTop" fmla="*/ 0 h 118440"/>
                <a:gd name="textAreaBottom" fmla="*/ 118800 h 118440"/>
              </a:gdLst>
              <a:ahLst/>
              <a:cxnLst/>
              <a:rect l="textAreaLeft" t="textAreaTop" r="textAreaRight" b="textAreaBottom"/>
              <a:pathLst>
                <a:path w="1118" h="2395">
                  <a:moveTo>
                    <a:pt x="191" y="1"/>
                  </a:moveTo>
                  <a:lnTo>
                    <a:pt x="1" y="79"/>
                  </a:lnTo>
                  <a:lnTo>
                    <a:pt x="927" y="2394"/>
                  </a:lnTo>
                  <a:lnTo>
                    <a:pt x="1117" y="2321"/>
                  </a:lnTo>
                  <a:lnTo>
                    <a:pt x="191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9400" bIns="594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722" name="Google Shape;3888;p74"/>
          <p:cNvSpPr/>
          <p:nvPr/>
        </p:nvSpPr>
        <p:spPr>
          <a:xfrm flipH="1">
            <a:off x="5601960" y="1623600"/>
            <a:ext cx="221040" cy="221040"/>
          </a:xfrm>
          <a:custGeom>
            <a:avLst/>
            <a:gdLst>
              <a:gd name="textAreaLeft" fmla="*/ 360 w 221040"/>
              <a:gd name="textAreaRight" fmla="*/ 221760 w 221040"/>
              <a:gd name="textAreaTop" fmla="*/ 0 h 221040"/>
              <a:gd name="textAreaBottom" fmla="*/ 221400 h 221040"/>
            </a:gdLst>
            <a:ahLst/>
            <a:cxnLst/>
            <a:rect l="textAreaLeft" t="textAreaTop" r="textAreaRight" b="textAreaBottom"/>
            <a:pathLst>
              <a:path w="4900" h="4900">
                <a:moveTo>
                  <a:pt x="2808" y="205"/>
                </a:moveTo>
                <a:lnTo>
                  <a:pt x="2808" y="2091"/>
                </a:lnTo>
                <a:lnTo>
                  <a:pt x="4695" y="2091"/>
                </a:lnTo>
                <a:lnTo>
                  <a:pt x="4695" y="2808"/>
                </a:lnTo>
                <a:lnTo>
                  <a:pt x="2808" y="2808"/>
                </a:lnTo>
                <a:lnTo>
                  <a:pt x="2808" y="4694"/>
                </a:lnTo>
                <a:lnTo>
                  <a:pt x="2097" y="4694"/>
                </a:lnTo>
                <a:lnTo>
                  <a:pt x="2097" y="2803"/>
                </a:lnTo>
                <a:lnTo>
                  <a:pt x="206" y="2803"/>
                </a:lnTo>
                <a:lnTo>
                  <a:pt x="206" y="2091"/>
                </a:lnTo>
                <a:lnTo>
                  <a:pt x="2097" y="2091"/>
                </a:lnTo>
                <a:lnTo>
                  <a:pt x="2097" y="205"/>
                </a:lnTo>
                <a:close/>
                <a:moveTo>
                  <a:pt x="1887" y="0"/>
                </a:moveTo>
                <a:lnTo>
                  <a:pt x="1887" y="1887"/>
                </a:lnTo>
                <a:lnTo>
                  <a:pt x="1" y="1887"/>
                </a:lnTo>
                <a:lnTo>
                  <a:pt x="1" y="3013"/>
                </a:lnTo>
                <a:lnTo>
                  <a:pt x="1887" y="3013"/>
                </a:lnTo>
                <a:lnTo>
                  <a:pt x="1887" y="4899"/>
                </a:lnTo>
                <a:lnTo>
                  <a:pt x="3008" y="4899"/>
                </a:lnTo>
                <a:lnTo>
                  <a:pt x="3008" y="3008"/>
                </a:lnTo>
                <a:lnTo>
                  <a:pt x="4899" y="3008"/>
                </a:lnTo>
                <a:lnTo>
                  <a:pt x="4899" y="1887"/>
                </a:lnTo>
                <a:lnTo>
                  <a:pt x="3008" y="1887"/>
                </a:lnTo>
                <a:lnTo>
                  <a:pt x="3008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23" name="Google Shape;3889;p74"/>
          <p:cNvSpPr/>
          <p:nvPr/>
        </p:nvSpPr>
        <p:spPr>
          <a:xfrm flipH="1">
            <a:off x="2464920" y="1285560"/>
            <a:ext cx="221040" cy="221040"/>
          </a:xfrm>
          <a:custGeom>
            <a:avLst/>
            <a:gdLst>
              <a:gd name="textAreaLeft" fmla="*/ 360 w 221040"/>
              <a:gd name="textAreaRight" fmla="*/ 221760 w 221040"/>
              <a:gd name="textAreaTop" fmla="*/ 0 h 221040"/>
              <a:gd name="textAreaBottom" fmla="*/ 221400 h 221040"/>
            </a:gdLst>
            <a:ahLst/>
            <a:cxnLst/>
            <a:rect l="textAreaLeft" t="textAreaTop" r="textAreaRight" b="textAreaBottom"/>
            <a:pathLst>
              <a:path w="4900" h="4900">
                <a:moveTo>
                  <a:pt x="2808" y="205"/>
                </a:moveTo>
                <a:lnTo>
                  <a:pt x="2808" y="2091"/>
                </a:lnTo>
                <a:lnTo>
                  <a:pt x="4695" y="2091"/>
                </a:lnTo>
                <a:lnTo>
                  <a:pt x="4695" y="2808"/>
                </a:lnTo>
                <a:lnTo>
                  <a:pt x="2808" y="2808"/>
                </a:lnTo>
                <a:lnTo>
                  <a:pt x="2808" y="4694"/>
                </a:lnTo>
                <a:lnTo>
                  <a:pt x="2097" y="4694"/>
                </a:lnTo>
                <a:lnTo>
                  <a:pt x="2097" y="2803"/>
                </a:lnTo>
                <a:lnTo>
                  <a:pt x="206" y="2803"/>
                </a:lnTo>
                <a:lnTo>
                  <a:pt x="206" y="2091"/>
                </a:lnTo>
                <a:lnTo>
                  <a:pt x="2097" y="2091"/>
                </a:lnTo>
                <a:lnTo>
                  <a:pt x="2097" y="205"/>
                </a:lnTo>
                <a:close/>
                <a:moveTo>
                  <a:pt x="1887" y="0"/>
                </a:moveTo>
                <a:lnTo>
                  <a:pt x="1887" y="1887"/>
                </a:lnTo>
                <a:lnTo>
                  <a:pt x="1" y="1887"/>
                </a:lnTo>
                <a:lnTo>
                  <a:pt x="1" y="3013"/>
                </a:lnTo>
                <a:lnTo>
                  <a:pt x="1887" y="3013"/>
                </a:lnTo>
                <a:lnTo>
                  <a:pt x="1887" y="4899"/>
                </a:lnTo>
                <a:lnTo>
                  <a:pt x="3008" y="4899"/>
                </a:lnTo>
                <a:lnTo>
                  <a:pt x="3008" y="3008"/>
                </a:lnTo>
                <a:lnTo>
                  <a:pt x="4899" y="3008"/>
                </a:lnTo>
                <a:lnTo>
                  <a:pt x="4899" y="1887"/>
                </a:lnTo>
                <a:lnTo>
                  <a:pt x="3008" y="1887"/>
                </a:lnTo>
                <a:lnTo>
                  <a:pt x="3008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24" name="Rectangle 723"/>
          <p:cNvSpPr/>
          <p:nvPr/>
        </p:nvSpPr>
        <p:spPr>
          <a:xfrm>
            <a:off x="714240" y="371520"/>
            <a:ext cx="7705440" cy="447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 fontScale="775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00" b="1" u="none" strike="noStrike">
                <a:solidFill>
                  <a:srgbClr val="0B352D"/>
                </a:solidFill>
                <a:effectLst/>
                <a:uFillTx/>
                <a:latin typeface="Candal"/>
              </a:rPr>
              <a:t>Pilot to Prove Value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25" name="Rectangle 724"/>
          <p:cNvSpPr/>
          <p:nvPr/>
        </p:nvSpPr>
        <p:spPr>
          <a:xfrm>
            <a:off x="790560" y="1514520"/>
            <a:ext cx="3933360" cy="1866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rmAutofit lnSpcReduction="9999"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62708"/>
                </a:solidFill>
                <a:effectLst/>
                <a:uFillTx/>
                <a:latin typeface="Armata"/>
              </a:rPr>
              <a:t>- Run a 6-week pilot in one clinic; integrate FollowUp AI with appointment data.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62708"/>
                </a:solidFill>
                <a:effectLst/>
                <a:uFillTx/>
                <a:latin typeface="Armata"/>
              </a:rPr>
              <a:t>- Triage the top 200 predicted high-risk patients for targeted outreach.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62708"/>
                </a:solidFill>
                <a:effectLst/>
                <a:uFillTx/>
                <a:latin typeface="Armata"/>
              </a:rPr>
              <a:t>- Measure missed-visit reductions and operational time saved to quantify ROI.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PlaceHolder 1"/>
          <p:cNvSpPr>
            <a:spLocks noGrp="1"/>
          </p:cNvSpPr>
          <p:nvPr>
            <p:ph type="title"/>
          </p:nvPr>
        </p:nvSpPr>
        <p:spPr>
          <a:xfrm>
            <a:off x="4362480" y="-421560"/>
            <a:ext cx="3971520" cy="201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spAutoFit/>
          </a:bodyPr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6000" b="1" u="none" strike="noStrike">
                <a:solidFill>
                  <a:schemeClr val="dk1"/>
                </a:solidFill>
                <a:effectLst/>
                <a:uFillTx/>
                <a:latin typeface="Candal"/>
                <a:ea typeface="Candal"/>
              </a:rPr>
              <a:t>THANKS</a:t>
            </a:r>
            <a:r>
              <a:rPr lang="en-GB" sz="6000" b="1" u="none" strike="noStrike">
                <a:solidFill>
                  <a:schemeClr val="dk2"/>
                </a:solidFill>
                <a:effectLst/>
                <a:uFillTx/>
                <a:latin typeface="Candal"/>
                <a:ea typeface="Candal"/>
              </a:rPr>
              <a:t>!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27" name="PlaceHolder 2"/>
          <p:cNvSpPr>
            <a:spLocks noGrp="1"/>
          </p:cNvSpPr>
          <p:nvPr>
            <p:ph type="subTitle"/>
          </p:nvPr>
        </p:nvSpPr>
        <p:spPr>
          <a:xfrm>
            <a:off x="4362480" y="1638360"/>
            <a:ext cx="397152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600" b="1" u="none" strike="noStrike">
                <a:solidFill>
                  <a:schemeClr val="dk2"/>
                </a:solidFill>
                <a:effectLst/>
                <a:uFillTx/>
                <a:latin typeface="Armata"/>
                <a:ea typeface="Armata"/>
              </a:rPr>
              <a:t>Do you have any questions?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r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GB" sz="1600" b="0" u="none" strike="noStrike">
                <a:solidFill>
                  <a:schemeClr val="accent1"/>
                </a:solidFill>
                <a:effectLst/>
                <a:uFillTx/>
                <a:latin typeface="Armata"/>
                <a:ea typeface="Armata"/>
              </a:rPr>
              <a:t>youremail@freepik.com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600" b="0" u="none" strike="noStrike">
                <a:solidFill>
                  <a:schemeClr val="accent1"/>
                </a:solidFill>
                <a:effectLst/>
                <a:uFillTx/>
                <a:latin typeface="Armata"/>
                <a:ea typeface="Armata"/>
              </a:rPr>
              <a:t>+91  620 421 838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600" b="0" u="none" strike="noStrike">
                <a:solidFill>
                  <a:schemeClr val="accent1"/>
                </a:solidFill>
                <a:effectLst/>
                <a:uFillTx/>
                <a:latin typeface="Armata"/>
                <a:ea typeface="Armata"/>
              </a:rPr>
              <a:t>yourwebsite.com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28" name="Google Shape;3896;p75"/>
          <p:cNvSpPr/>
          <p:nvPr/>
        </p:nvSpPr>
        <p:spPr>
          <a:xfrm>
            <a:off x="4362480" y="3952800"/>
            <a:ext cx="3981240" cy="437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870823080" tIns="-3036960" rIns="870823080" bIns="-3036960" anchor="t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GB" sz="1200" b="0" u="none" strike="noStrike">
                <a:solidFill>
                  <a:schemeClr val="accent1"/>
                </a:solidFill>
                <a:effectLst/>
                <a:uFillTx/>
                <a:latin typeface="Arial" panose="020B0604020202020204"/>
              </a:rPr>
              <a:t>Please keep this slide for attribution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729" name="Google Shape;3897;p75"/>
          <p:cNvGrpSpPr/>
          <p:nvPr/>
        </p:nvGrpSpPr>
        <p:grpSpPr>
          <a:xfrm>
            <a:off x="887400" y="539640"/>
            <a:ext cx="392760" cy="492120"/>
            <a:chOff x="887400" y="539640"/>
            <a:chExt cx="392760" cy="492120"/>
          </a:xfrm>
        </p:grpSpPr>
        <p:sp>
          <p:nvSpPr>
            <p:cNvPr id="730" name="Google Shape;3898;p75"/>
            <p:cNvSpPr/>
            <p:nvPr/>
          </p:nvSpPr>
          <p:spPr>
            <a:xfrm rot="860400">
              <a:off x="925200" y="748440"/>
              <a:ext cx="194400" cy="235440"/>
            </a:xfrm>
            <a:custGeom>
              <a:avLst/>
              <a:gdLst>
                <a:gd name="textAreaLeft" fmla="*/ 0 w 194400"/>
                <a:gd name="textAreaRight" fmla="*/ 194760 w 194400"/>
                <a:gd name="textAreaTop" fmla="*/ 0 h 235440"/>
                <a:gd name="textAreaBottom" fmla="*/ 235800 h 235440"/>
              </a:gdLst>
              <a:ahLst/>
              <a:cxnLst/>
              <a:rect l="textAreaLeft" t="textAreaTop" r="textAreaRight" b="textAreaBottom"/>
              <a:pathLst>
                <a:path w="3929" h="4751">
                  <a:moveTo>
                    <a:pt x="1662" y="1"/>
                  </a:moveTo>
                  <a:lnTo>
                    <a:pt x="288" y="2979"/>
                  </a:lnTo>
                  <a:cubicBezTo>
                    <a:pt x="0" y="3608"/>
                    <a:pt x="273" y="4349"/>
                    <a:pt x="897" y="4636"/>
                  </a:cubicBezTo>
                  <a:cubicBezTo>
                    <a:pt x="1067" y="4714"/>
                    <a:pt x="1245" y="4751"/>
                    <a:pt x="1420" y="4751"/>
                  </a:cubicBezTo>
                  <a:cubicBezTo>
                    <a:pt x="1893" y="4751"/>
                    <a:pt x="2345" y="4482"/>
                    <a:pt x="2554" y="4027"/>
                  </a:cubicBezTo>
                  <a:lnTo>
                    <a:pt x="3929" y="1044"/>
                  </a:lnTo>
                  <a:lnTo>
                    <a:pt x="166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1" name="Google Shape;3899;p75"/>
            <p:cNvSpPr/>
            <p:nvPr/>
          </p:nvSpPr>
          <p:spPr>
            <a:xfrm rot="860400">
              <a:off x="1051200" y="586080"/>
              <a:ext cx="187920" cy="239400"/>
            </a:xfrm>
            <a:custGeom>
              <a:avLst/>
              <a:gdLst>
                <a:gd name="textAreaLeft" fmla="*/ 0 w 187920"/>
                <a:gd name="textAreaRight" fmla="*/ 188280 w 187920"/>
                <a:gd name="textAreaTop" fmla="*/ 0 h 239400"/>
                <a:gd name="textAreaBottom" fmla="*/ 239760 h 239400"/>
              </a:gdLst>
              <a:ahLst/>
              <a:cxnLst/>
              <a:rect l="textAreaLeft" t="textAreaTop" r="textAreaRight" b="textAreaBottom"/>
              <a:pathLst>
                <a:path w="3793" h="4832">
                  <a:moveTo>
                    <a:pt x="2541" y="0"/>
                  </a:moveTo>
                  <a:cubicBezTo>
                    <a:pt x="2061" y="0"/>
                    <a:pt x="1614" y="275"/>
                    <a:pt x="1409" y="722"/>
                  </a:cubicBezTo>
                  <a:lnTo>
                    <a:pt x="0" y="3788"/>
                  </a:lnTo>
                  <a:lnTo>
                    <a:pt x="2267" y="4831"/>
                  </a:lnTo>
                  <a:lnTo>
                    <a:pt x="3680" y="1770"/>
                  </a:lnTo>
                  <a:cubicBezTo>
                    <a:pt x="3754" y="1604"/>
                    <a:pt x="3793" y="1429"/>
                    <a:pt x="3793" y="1248"/>
                  </a:cubicBezTo>
                  <a:cubicBezTo>
                    <a:pt x="3793" y="664"/>
                    <a:pt x="3383" y="152"/>
                    <a:pt x="2813" y="30"/>
                  </a:cubicBezTo>
                  <a:cubicBezTo>
                    <a:pt x="2722" y="10"/>
                    <a:pt x="2631" y="0"/>
                    <a:pt x="25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2" name="Google Shape;3900;p75"/>
            <p:cNvSpPr/>
            <p:nvPr/>
          </p:nvSpPr>
          <p:spPr>
            <a:xfrm rot="860400">
              <a:off x="936360" y="569160"/>
              <a:ext cx="294840" cy="432720"/>
            </a:xfrm>
            <a:custGeom>
              <a:avLst/>
              <a:gdLst>
                <a:gd name="textAreaLeft" fmla="*/ 0 w 294840"/>
                <a:gd name="textAreaRight" fmla="*/ 295200 w 294840"/>
                <a:gd name="textAreaTop" fmla="*/ 0 h 432720"/>
                <a:gd name="textAreaBottom" fmla="*/ 433080 h 432720"/>
              </a:gdLst>
              <a:ahLst/>
              <a:cxnLst/>
              <a:rect l="textAreaLeft" t="textAreaTop" r="textAreaRight" b="textAreaBottom"/>
              <a:pathLst>
                <a:path w="5948" h="8728">
                  <a:moveTo>
                    <a:pt x="4432" y="183"/>
                  </a:moveTo>
                  <a:cubicBezTo>
                    <a:pt x="4593" y="183"/>
                    <a:pt x="4753" y="217"/>
                    <a:pt x="4904" y="285"/>
                  </a:cubicBezTo>
                  <a:cubicBezTo>
                    <a:pt x="5309" y="476"/>
                    <a:pt x="5567" y="880"/>
                    <a:pt x="5572" y="1329"/>
                  </a:cubicBezTo>
                  <a:cubicBezTo>
                    <a:pt x="5572" y="1494"/>
                    <a:pt x="5538" y="1660"/>
                    <a:pt x="5470" y="1806"/>
                  </a:cubicBezTo>
                  <a:lnTo>
                    <a:pt x="2682" y="7855"/>
                  </a:lnTo>
                  <a:cubicBezTo>
                    <a:pt x="2486" y="8275"/>
                    <a:pt x="2073" y="8521"/>
                    <a:pt x="1640" y="8521"/>
                  </a:cubicBezTo>
                  <a:cubicBezTo>
                    <a:pt x="1480" y="8521"/>
                    <a:pt x="1317" y="8487"/>
                    <a:pt x="1161" y="8416"/>
                  </a:cubicBezTo>
                  <a:cubicBezTo>
                    <a:pt x="586" y="8153"/>
                    <a:pt x="337" y="7470"/>
                    <a:pt x="600" y="6895"/>
                  </a:cubicBezTo>
                  <a:lnTo>
                    <a:pt x="3384" y="851"/>
                  </a:lnTo>
                  <a:cubicBezTo>
                    <a:pt x="3574" y="441"/>
                    <a:pt x="3983" y="183"/>
                    <a:pt x="4432" y="183"/>
                  </a:cubicBezTo>
                  <a:close/>
                  <a:moveTo>
                    <a:pt x="4416" y="1"/>
                  </a:moveTo>
                  <a:cubicBezTo>
                    <a:pt x="3913" y="1"/>
                    <a:pt x="3432" y="282"/>
                    <a:pt x="3198" y="763"/>
                  </a:cubicBezTo>
                  <a:lnTo>
                    <a:pt x="415" y="6812"/>
                  </a:lnTo>
                  <a:cubicBezTo>
                    <a:pt x="1" y="7704"/>
                    <a:pt x="654" y="8723"/>
                    <a:pt x="1639" y="8728"/>
                  </a:cubicBezTo>
                  <a:cubicBezTo>
                    <a:pt x="2165" y="8728"/>
                    <a:pt x="2643" y="8421"/>
                    <a:pt x="2867" y="7938"/>
                  </a:cubicBezTo>
                  <a:lnTo>
                    <a:pt x="5655" y="1894"/>
                  </a:lnTo>
                  <a:cubicBezTo>
                    <a:pt x="5948" y="1216"/>
                    <a:pt x="5650" y="432"/>
                    <a:pt x="4982" y="125"/>
                  </a:cubicBezTo>
                  <a:cubicBezTo>
                    <a:pt x="4798" y="41"/>
                    <a:pt x="4606" y="1"/>
                    <a:pt x="441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3" name="Google Shape;3901;p75"/>
            <p:cNvSpPr/>
            <p:nvPr/>
          </p:nvSpPr>
          <p:spPr>
            <a:xfrm rot="860400">
              <a:off x="1026720" y="756360"/>
              <a:ext cx="116640" cy="60480"/>
            </a:xfrm>
            <a:custGeom>
              <a:avLst/>
              <a:gdLst>
                <a:gd name="textAreaLeft" fmla="*/ 0 w 116640"/>
                <a:gd name="textAreaRight" fmla="*/ 117000 w 116640"/>
                <a:gd name="textAreaTop" fmla="*/ 0 h 60480"/>
                <a:gd name="textAreaBottom" fmla="*/ 60840 h 60480"/>
              </a:gdLst>
              <a:ahLst/>
              <a:cxnLst/>
              <a:rect l="textAreaLeft" t="textAreaTop" r="textAreaRight" b="textAreaBottom"/>
              <a:pathLst>
                <a:path w="2356" h="1229">
                  <a:moveTo>
                    <a:pt x="89" y="1"/>
                  </a:moveTo>
                  <a:lnTo>
                    <a:pt x="1" y="186"/>
                  </a:lnTo>
                  <a:lnTo>
                    <a:pt x="2272" y="1229"/>
                  </a:lnTo>
                  <a:lnTo>
                    <a:pt x="2355" y="1044"/>
                  </a:lnTo>
                  <a:lnTo>
                    <a:pt x="89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0240" bIns="30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734" name="Google Shape;3902;p75"/>
          <p:cNvSpPr/>
          <p:nvPr/>
        </p:nvSpPr>
        <p:spPr>
          <a:xfrm>
            <a:off x="887400" y="3737880"/>
            <a:ext cx="221040" cy="221040"/>
          </a:xfrm>
          <a:custGeom>
            <a:avLst/>
            <a:gdLst>
              <a:gd name="textAreaLeft" fmla="*/ 0 w 221040"/>
              <a:gd name="textAreaRight" fmla="*/ 221400 w 221040"/>
              <a:gd name="textAreaTop" fmla="*/ 0 h 221040"/>
              <a:gd name="textAreaBottom" fmla="*/ 221400 h 221040"/>
            </a:gdLst>
            <a:ahLst/>
            <a:cxnLst/>
            <a:rect l="textAreaLeft" t="textAreaTop" r="textAreaRight" b="textAreaBottom"/>
            <a:pathLst>
              <a:path w="4900" h="4900">
                <a:moveTo>
                  <a:pt x="2808" y="205"/>
                </a:moveTo>
                <a:lnTo>
                  <a:pt x="2808" y="2091"/>
                </a:lnTo>
                <a:lnTo>
                  <a:pt x="4695" y="2091"/>
                </a:lnTo>
                <a:lnTo>
                  <a:pt x="4695" y="2808"/>
                </a:lnTo>
                <a:lnTo>
                  <a:pt x="2808" y="2808"/>
                </a:lnTo>
                <a:lnTo>
                  <a:pt x="2808" y="4694"/>
                </a:lnTo>
                <a:lnTo>
                  <a:pt x="2097" y="4694"/>
                </a:lnTo>
                <a:lnTo>
                  <a:pt x="2097" y="2803"/>
                </a:lnTo>
                <a:lnTo>
                  <a:pt x="206" y="2803"/>
                </a:lnTo>
                <a:lnTo>
                  <a:pt x="206" y="2091"/>
                </a:lnTo>
                <a:lnTo>
                  <a:pt x="2097" y="2091"/>
                </a:lnTo>
                <a:lnTo>
                  <a:pt x="2097" y="205"/>
                </a:lnTo>
                <a:close/>
                <a:moveTo>
                  <a:pt x="1887" y="0"/>
                </a:moveTo>
                <a:lnTo>
                  <a:pt x="1887" y="1887"/>
                </a:lnTo>
                <a:lnTo>
                  <a:pt x="1" y="1887"/>
                </a:lnTo>
                <a:lnTo>
                  <a:pt x="1" y="3013"/>
                </a:lnTo>
                <a:lnTo>
                  <a:pt x="1887" y="3013"/>
                </a:lnTo>
                <a:lnTo>
                  <a:pt x="1887" y="4899"/>
                </a:lnTo>
                <a:lnTo>
                  <a:pt x="3008" y="4899"/>
                </a:lnTo>
                <a:lnTo>
                  <a:pt x="3008" y="3008"/>
                </a:lnTo>
                <a:lnTo>
                  <a:pt x="4899" y="3008"/>
                </a:lnTo>
                <a:lnTo>
                  <a:pt x="4899" y="1887"/>
                </a:lnTo>
                <a:lnTo>
                  <a:pt x="3008" y="1887"/>
                </a:lnTo>
                <a:lnTo>
                  <a:pt x="3008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735" name="Google Shape;3903;p75"/>
          <p:cNvGrpSpPr/>
          <p:nvPr/>
        </p:nvGrpSpPr>
        <p:grpSpPr>
          <a:xfrm>
            <a:off x="796320" y="936360"/>
            <a:ext cx="3099240" cy="3840840"/>
            <a:chOff x="796320" y="936360"/>
            <a:chExt cx="3099240" cy="3840840"/>
          </a:xfrm>
        </p:grpSpPr>
        <p:sp>
          <p:nvSpPr>
            <p:cNvPr id="736" name="Google Shape;3904;p75"/>
            <p:cNvSpPr/>
            <p:nvPr/>
          </p:nvSpPr>
          <p:spPr>
            <a:xfrm rot="966000">
              <a:off x="3158640" y="3516480"/>
              <a:ext cx="170640" cy="177120"/>
            </a:xfrm>
            <a:custGeom>
              <a:avLst/>
              <a:gdLst>
                <a:gd name="textAreaLeft" fmla="*/ 0 w 170640"/>
                <a:gd name="textAreaRight" fmla="*/ 171000 w 170640"/>
                <a:gd name="textAreaTop" fmla="*/ 0 h 177120"/>
                <a:gd name="textAreaBottom" fmla="*/ 177480 h 177120"/>
              </a:gdLst>
              <a:ahLst/>
              <a:cxnLst/>
              <a:rect l="textAreaLeft" t="textAreaTop" r="textAreaRight" b="textAreaBottom"/>
              <a:pathLst>
                <a:path w="3501" h="3633">
                  <a:moveTo>
                    <a:pt x="2964" y="3623"/>
                  </a:moveTo>
                  <a:cubicBezTo>
                    <a:pt x="2866" y="3623"/>
                    <a:pt x="2769" y="3593"/>
                    <a:pt x="2686" y="3545"/>
                  </a:cubicBezTo>
                  <a:cubicBezTo>
                    <a:pt x="2428" y="3389"/>
                    <a:pt x="2204" y="3194"/>
                    <a:pt x="2013" y="2964"/>
                  </a:cubicBezTo>
                  <a:cubicBezTo>
                    <a:pt x="1970" y="2911"/>
                    <a:pt x="1921" y="2862"/>
                    <a:pt x="1872" y="2818"/>
                  </a:cubicBezTo>
                  <a:cubicBezTo>
                    <a:pt x="1814" y="2765"/>
                    <a:pt x="1755" y="2706"/>
                    <a:pt x="1706" y="2648"/>
                  </a:cubicBezTo>
                  <a:cubicBezTo>
                    <a:pt x="1643" y="2579"/>
                    <a:pt x="1599" y="2497"/>
                    <a:pt x="1565" y="2409"/>
                  </a:cubicBezTo>
                  <a:cubicBezTo>
                    <a:pt x="1555" y="2375"/>
                    <a:pt x="1541" y="2345"/>
                    <a:pt x="1526" y="2311"/>
                  </a:cubicBezTo>
                  <a:cubicBezTo>
                    <a:pt x="1511" y="2267"/>
                    <a:pt x="1497" y="2228"/>
                    <a:pt x="1482" y="2185"/>
                  </a:cubicBezTo>
                  <a:cubicBezTo>
                    <a:pt x="1438" y="2038"/>
                    <a:pt x="1355" y="1907"/>
                    <a:pt x="1243" y="1804"/>
                  </a:cubicBezTo>
                  <a:cubicBezTo>
                    <a:pt x="1199" y="1765"/>
                    <a:pt x="1165" y="1717"/>
                    <a:pt x="1141" y="1658"/>
                  </a:cubicBezTo>
                  <a:cubicBezTo>
                    <a:pt x="1121" y="1619"/>
                    <a:pt x="1107" y="1580"/>
                    <a:pt x="1092" y="1536"/>
                  </a:cubicBezTo>
                  <a:cubicBezTo>
                    <a:pt x="1078" y="1497"/>
                    <a:pt x="1068" y="1468"/>
                    <a:pt x="1053" y="1434"/>
                  </a:cubicBezTo>
                  <a:cubicBezTo>
                    <a:pt x="1043" y="1410"/>
                    <a:pt x="1029" y="1380"/>
                    <a:pt x="1004" y="1361"/>
                  </a:cubicBezTo>
                  <a:cubicBezTo>
                    <a:pt x="892" y="1268"/>
                    <a:pt x="795" y="1151"/>
                    <a:pt x="722" y="1020"/>
                  </a:cubicBezTo>
                  <a:cubicBezTo>
                    <a:pt x="702" y="990"/>
                    <a:pt x="683" y="966"/>
                    <a:pt x="658" y="947"/>
                  </a:cubicBezTo>
                  <a:cubicBezTo>
                    <a:pt x="639" y="922"/>
                    <a:pt x="615" y="898"/>
                    <a:pt x="600" y="873"/>
                  </a:cubicBezTo>
                  <a:cubicBezTo>
                    <a:pt x="561" y="820"/>
                    <a:pt x="512" y="776"/>
                    <a:pt x="459" y="752"/>
                  </a:cubicBezTo>
                  <a:cubicBezTo>
                    <a:pt x="327" y="678"/>
                    <a:pt x="210" y="576"/>
                    <a:pt x="112" y="459"/>
                  </a:cubicBezTo>
                  <a:cubicBezTo>
                    <a:pt x="78" y="410"/>
                    <a:pt x="44" y="352"/>
                    <a:pt x="25" y="293"/>
                  </a:cubicBezTo>
                  <a:cubicBezTo>
                    <a:pt x="0" y="235"/>
                    <a:pt x="0" y="167"/>
                    <a:pt x="25" y="103"/>
                  </a:cubicBezTo>
                  <a:cubicBezTo>
                    <a:pt x="44" y="64"/>
                    <a:pt x="73" y="35"/>
                    <a:pt x="117" y="25"/>
                  </a:cubicBezTo>
                  <a:cubicBezTo>
                    <a:pt x="147" y="11"/>
                    <a:pt x="186" y="1"/>
                    <a:pt x="220" y="1"/>
                  </a:cubicBezTo>
                  <a:cubicBezTo>
                    <a:pt x="244" y="1"/>
                    <a:pt x="268" y="6"/>
                    <a:pt x="288" y="16"/>
                  </a:cubicBezTo>
                  <a:cubicBezTo>
                    <a:pt x="415" y="64"/>
                    <a:pt x="546" y="94"/>
                    <a:pt x="683" y="98"/>
                  </a:cubicBezTo>
                  <a:cubicBezTo>
                    <a:pt x="785" y="103"/>
                    <a:pt x="878" y="157"/>
                    <a:pt x="936" y="245"/>
                  </a:cubicBezTo>
                  <a:cubicBezTo>
                    <a:pt x="1043" y="410"/>
                    <a:pt x="1195" y="552"/>
                    <a:pt x="1370" y="644"/>
                  </a:cubicBezTo>
                  <a:cubicBezTo>
                    <a:pt x="1458" y="688"/>
                    <a:pt x="1531" y="761"/>
                    <a:pt x="1584" y="844"/>
                  </a:cubicBezTo>
                  <a:cubicBezTo>
                    <a:pt x="1599" y="873"/>
                    <a:pt x="1623" y="898"/>
                    <a:pt x="1653" y="908"/>
                  </a:cubicBezTo>
                  <a:cubicBezTo>
                    <a:pt x="1755" y="942"/>
                    <a:pt x="1848" y="995"/>
                    <a:pt x="1926" y="1068"/>
                  </a:cubicBezTo>
                  <a:cubicBezTo>
                    <a:pt x="1940" y="1083"/>
                    <a:pt x="1955" y="1093"/>
                    <a:pt x="1974" y="1103"/>
                  </a:cubicBezTo>
                  <a:cubicBezTo>
                    <a:pt x="2038" y="1132"/>
                    <a:pt x="2087" y="1176"/>
                    <a:pt x="2121" y="1239"/>
                  </a:cubicBezTo>
                  <a:lnTo>
                    <a:pt x="2233" y="1288"/>
                  </a:lnTo>
                  <a:cubicBezTo>
                    <a:pt x="2272" y="1307"/>
                    <a:pt x="2311" y="1322"/>
                    <a:pt x="2350" y="1346"/>
                  </a:cubicBezTo>
                  <a:cubicBezTo>
                    <a:pt x="2408" y="1366"/>
                    <a:pt x="2457" y="1419"/>
                    <a:pt x="2476" y="1478"/>
                  </a:cubicBezTo>
                  <a:cubicBezTo>
                    <a:pt x="2486" y="1512"/>
                    <a:pt x="2511" y="1541"/>
                    <a:pt x="2554" y="1580"/>
                  </a:cubicBezTo>
                  <a:cubicBezTo>
                    <a:pt x="2589" y="1609"/>
                    <a:pt x="2623" y="1644"/>
                    <a:pt x="2647" y="1678"/>
                  </a:cubicBezTo>
                  <a:cubicBezTo>
                    <a:pt x="2691" y="1741"/>
                    <a:pt x="2691" y="1829"/>
                    <a:pt x="2642" y="1887"/>
                  </a:cubicBezTo>
                  <a:lnTo>
                    <a:pt x="2642" y="1887"/>
                  </a:lnTo>
                  <a:cubicBezTo>
                    <a:pt x="2642" y="1887"/>
                    <a:pt x="2647" y="1892"/>
                    <a:pt x="2647" y="1902"/>
                  </a:cubicBezTo>
                  <a:cubicBezTo>
                    <a:pt x="2652" y="1926"/>
                    <a:pt x="2657" y="1956"/>
                    <a:pt x="2657" y="1985"/>
                  </a:cubicBezTo>
                  <a:lnTo>
                    <a:pt x="2676" y="1990"/>
                  </a:lnTo>
                  <a:cubicBezTo>
                    <a:pt x="2696" y="1995"/>
                    <a:pt x="2715" y="1999"/>
                    <a:pt x="2740" y="2004"/>
                  </a:cubicBezTo>
                  <a:cubicBezTo>
                    <a:pt x="2813" y="2029"/>
                    <a:pt x="2871" y="2082"/>
                    <a:pt x="2901" y="2155"/>
                  </a:cubicBezTo>
                  <a:cubicBezTo>
                    <a:pt x="2901" y="2155"/>
                    <a:pt x="2930" y="2243"/>
                    <a:pt x="2944" y="2272"/>
                  </a:cubicBezTo>
                  <a:cubicBezTo>
                    <a:pt x="2988" y="2214"/>
                    <a:pt x="3052" y="2175"/>
                    <a:pt x="3125" y="2170"/>
                  </a:cubicBezTo>
                  <a:lnTo>
                    <a:pt x="3154" y="2170"/>
                  </a:lnTo>
                  <a:cubicBezTo>
                    <a:pt x="3208" y="2170"/>
                    <a:pt x="3256" y="2189"/>
                    <a:pt x="3290" y="2228"/>
                  </a:cubicBezTo>
                  <a:cubicBezTo>
                    <a:pt x="3417" y="2419"/>
                    <a:pt x="3500" y="2555"/>
                    <a:pt x="3437" y="2731"/>
                  </a:cubicBezTo>
                  <a:cubicBezTo>
                    <a:pt x="3398" y="2828"/>
                    <a:pt x="3349" y="2916"/>
                    <a:pt x="3286" y="2999"/>
                  </a:cubicBezTo>
                  <a:cubicBezTo>
                    <a:pt x="3251" y="3047"/>
                    <a:pt x="3256" y="3106"/>
                    <a:pt x="3271" y="3189"/>
                  </a:cubicBezTo>
                  <a:cubicBezTo>
                    <a:pt x="3290" y="3291"/>
                    <a:pt x="3310" y="3413"/>
                    <a:pt x="3212" y="3525"/>
                  </a:cubicBezTo>
                  <a:cubicBezTo>
                    <a:pt x="3149" y="3593"/>
                    <a:pt x="3057" y="3632"/>
                    <a:pt x="2964" y="3627"/>
                  </a:cubicBezTo>
                  <a:close/>
                </a:path>
              </a:pathLst>
            </a:custGeom>
            <a:solidFill>
              <a:srgbClr val="9BDAD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8560" bIns="885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7" name="Google Shape;3905;p75"/>
            <p:cNvSpPr/>
            <p:nvPr/>
          </p:nvSpPr>
          <p:spPr>
            <a:xfrm rot="966000">
              <a:off x="3153960" y="3511080"/>
              <a:ext cx="181080" cy="186840"/>
            </a:xfrm>
            <a:custGeom>
              <a:avLst/>
              <a:gdLst>
                <a:gd name="textAreaLeft" fmla="*/ 0 w 181080"/>
                <a:gd name="textAreaRight" fmla="*/ 181440 w 181080"/>
                <a:gd name="textAreaTop" fmla="*/ 0 h 186840"/>
                <a:gd name="textAreaBottom" fmla="*/ 187200 h 186840"/>
              </a:gdLst>
              <a:ahLst/>
              <a:cxnLst/>
              <a:rect l="textAreaLeft" t="textAreaTop" r="textAreaRight" b="textAreaBottom"/>
              <a:pathLst>
                <a:path w="3716" h="3838">
                  <a:moveTo>
                    <a:pt x="328" y="210"/>
                  </a:moveTo>
                  <a:cubicBezTo>
                    <a:pt x="332" y="210"/>
                    <a:pt x="342" y="210"/>
                    <a:pt x="347" y="215"/>
                  </a:cubicBezTo>
                  <a:cubicBezTo>
                    <a:pt x="488" y="269"/>
                    <a:pt x="635" y="303"/>
                    <a:pt x="781" y="308"/>
                  </a:cubicBezTo>
                  <a:cubicBezTo>
                    <a:pt x="849" y="313"/>
                    <a:pt x="917" y="347"/>
                    <a:pt x="956" y="405"/>
                  </a:cubicBezTo>
                  <a:cubicBezTo>
                    <a:pt x="1073" y="591"/>
                    <a:pt x="1234" y="737"/>
                    <a:pt x="1429" y="839"/>
                  </a:cubicBezTo>
                  <a:cubicBezTo>
                    <a:pt x="1497" y="878"/>
                    <a:pt x="1561" y="937"/>
                    <a:pt x="1600" y="1005"/>
                  </a:cubicBezTo>
                  <a:cubicBezTo>
                    <a:pt x="1624" y="1054"/>
                    <a:pt x="1673" y="1093"/>
                    <a:pt x="1726" y="1112"/>
                  </a:cubicBezTo>
                  <a:cubicBezTo>
                    <a:pt x="1814" y="1141"/>
                    <a:pt x="1892" y="1190"/>
                    <a:pt x="1960" y="1254"/>
                  </a:cubicBezTo>
                  <a:cubicBezTo>
                    <a:pt x="2019" y="1307"/>
                    <a:pt x="2107" y="1317"/>
                    <a:pt x="2141" y="1405"/>
                  </a:cubicBezTo>
                  <a:cubicBezTo>
                    <a:pt x="2151" y="1429"/>
                    <a:pt x="2194" y="1444"/>
                    <a:pt x="2224" y="1458"/>
                  </a:cubicBezTo>
                  <a:cubicBezTo>
                    <a:pt x="2287" y="1487"/>
                    <a:pt x="2346" y="1512"/>
                    <a:pt x="2409" y="1541"/>
                  </a:cubicBezTo>
                  <a:cubicBezTo>
                    <a:pt x="2438" y="1561"/>
                    <a:pt x="2477" y="1580"/>
                    <a:pt x="2482" y="1609"/>
                  </a:cubicBezTo>
                  <a:cubicBezTo>
                    <a:pt x="2506" y="1721"/>
                    <a:pt x="2614" y="1765"/>
                    <a:pt x="2667" y="1843"/>
                  </a:cubicBezTo>
                  <a:cubicBezTo>
                    <a:pt x="2692" y="1873"/>
                    <a:pt x="2687" y="1912"/>
                    <a:pt x="2662" y="1941"/>
                  </a:cubicBezTo>
                  <a:cubicBezTo>
                    <a:pt x="2618" y="1994"/>
                    <a:pt x="2692" y="2063"/>
                    <a:pt x="2643" y="2121"/>
                  </a:cubicBezTo>
                  <a:cubicBezTo>
                    <a:pt x="2643" y="2126"/>
                    <a:pt x="2662" y="2165"/>
                    <a:pt x="2682" y="2170"/>
                  </a:cubicBezTo>
                  <a:cubicBezTo>
                    <a:pt x="2721" y="2189"/>
                    <a:pt x="2770" y="2194"/>
                    <a:pt x="2813" y="2209"/>
                  </a:cubicBezTo>
                  <a:cubicBezTo>
                    <a:pt x="2857" y="2219"/>
                    <a:pt x="2891" y="2253"/>
                    <a:pt x="2906" y="2297"/>
                  </a:cubicBezTo>
                  <a:cubicBezTo>
                    <a:pt x="2930" y="2360"/>
                    <a:pt x="2955" y="2428"/>
                    <a:pt x="2984" y="2487"/>
                  </a:cubicBezTo>
                  <a:cubicBezTo>
                    <a:pt x="2995" y="2512"/>
                    <a:pt x="3021" y="2526"/>
                    <a:pt x="3045" y="2526"/>
                  </a:cubicBezTo>
                  <a:cubicBezTo>
                    <a:pt x="3063" y="2526"/>
                    <a:pt x="3081" y="2518"/>
                    <a:pt x="3091" y="2501"/>
                  </a:cubicBezTo>
                  <a:cubicBezTo>
                    <a:pt x="3106" y="2482"/>
                    <a:pt x="3116" y="2457"/>
                    <a:pt x="3130" y="2443"/>
                  </a:cubicBezTo>
                  <a:cubicBezTo>
                    <a:pt x="3155" y="2404"/>
                    <a:pt x="3199" y="2379"/>
                    <a:pt x="3242" y="2375"/>
                  </a:cubicBezTo>
                  <a:lnTo>
                    <a:pt x="3257" y="2375"/>
                  </a:lnTo>
                  <a:cubicBezTo>
                    <a:pt x="3276" y="2375"/>
                    <a:pt x="3291" y="2379"/>
                    <a:pt x="3306" y="2394"/>
                  </a:cubicBezTo>
                  <a:cubicBezTo>
                    <a:pt x="3442" y="2589"/>
                    <a:pt x="3486" y="2682"/>
                    <a:pt x="3442" y="2804"/>
                  </a:cubicBezTo>
                  <a:cubicBezTo>
                    <a:pt x="3408" y="2891"/>
                    <a:pt x="3359" y="2969"/>
                    <a:pt x="3306" y="3042"/>
                  </a:cubicBezTo>
                  <a:cubicBezTo>
                    <a:pt x="3184" y="3223"/>
                    <a:pt x="3369" y="3413"/>
                    <a:pt x="3237" y="3564"/>
                  </a:cubicBezTo>
                  <a:cubicBezTo>
                    <a:pt x="3194" y="3608"/>
                    <a:pt x="3130" y="3632"/>
                    <a:pt x="3067" y="3632"/>
                  </a:cubicBezTo>
                  <a:cubicBezTo>
                    <a:pt x="2984" y="3627"/>
                    <a:pt x="2906" y="3608"/>
                    <a:pt x="2838" y="3569"/>
                  </a:cubicBezTo>
                  <a:cubicBezTo>
                    <a:pt x="2594" y="3418"/>
                    <a:pt x="2380" y="3228"/>
                    <a:pt x="2194" y="3008"/>
                  </a:cubicBezTo>
                  <a:cubicBezTo>
                    <a:pt x="2107" y="2896"/>
                    <a:pt x="1980" y="2808"/>
                    <a:pt x="1887" y="2691"/>
                  </a:cubicBezTo>
                  <a:cubicBezTo>
                    <a:pt x="1834" y="2633"/>
                    <a:pt x="1795" y="2565"/>
                    <a:pt x="1765" y="2492"/>
                  </a:cubicBezTo>
                  <a:cubicBezTo>
                    <a:pt x="1741" y="2414"/>
                    <a:pt x="1702" y="2340"/>
                    <a:pt x="1683" y="2267"/>
                  </a:cubicBezTo>
                  <a:cubicBezTo>
                    <a:pt x="1634" y="2102"/>
                    <a:pt x="1541" y="1951"/>
                    <a:pt x="1415" y="1838"/>
                  </a:cubicBezTo>
                  <a:cubicBezTo>
                    <a:pt x="1380" y="1809"/>
                    <a:pt x="1356" y="1770"/>
                    <a:pt x="1337" y="1731"/>
                  </a:cubicBezTo>
                  <a:cubicBezTo>
                    <a:pt x="1302" y="1658"/>
                    <a:pt x="1283" y="1580"/>
                    <a:pt x="1249" y="1507"/>
                  </a:cubicBezTo>
                  <a:cubicBezTo>
                    <a:pt x="1234" y="1463"/>
                    <a:pt x="1210" y="1424"/>
                    <a:pt x="1176" y="1395"/>
                  </a:cubicBezTo>
                  <a:cubicBezTo>
                    <a:pt x="1068" y="1307"/>
                    <a:pt x="981" y="1200"/>
                    <a:pt x="912" y="1083"/>
                  </a:cubicBezTo>
                  <a:cubicBezTo>
                    <a:pt x="873" y="1024"/>
                    <a:pt x="830" y="971"/>
                    <a:pt x="786" y="922"/>
                  </a:cubicBezTo>
                  <a:cubicBezTo>
                    <a:pt x="742" y="854"/>
                    <a:pt x="679" y="800"/>
                    <a:pt x="610" y="766"/>
                  </a:cubicBezTo>
                  <a:cubicBezTo>
                    <a:pt x="488" y="698"/>
                    <a:pt x="381" y="610"/>
                    <a:pt x="298" y="503"/>
                  </a:cubicBezTo>
                  <a:cubicBezTo>
                    <a:pt x="264" y="454"/>
                    <a:pt x="240" y="405"/>
                    <a:pt x="220" y="352"/>
                  </a:cubicBezTo>
                  <a:cubicBezTo>
                    <a:pt x="201" y="303"/>
                    <a:pt x="220" y="240"/>
                    <a:pt x="250" y="230"/>
                  </a:cubicBezTo>
                  <a:cubicBezTo>
                    <a:pt x="274" y="220"/>
                    <a:pt x="303" y="215"/>
                    <a:pt x="328" y="210"/>
                  </a:cubicBezTo>
                  <a:close/>
                  <a:moveTo>
                    <a:pt x="328" y="1"/>
                  </a:moveTo>
                  <a:lnTo>
                    <a:pt x="328" y="6"/>
                  </a:lnTo>
                  <a:cubicBezTo>
                    <a:pt x="284" y="11"/>
                    <a:pt x="235" y="15"/>
                    <a:pt x="196" y="35"/>
                  </a:cubicBezTo>
                  <a:cubicBezTo>
                    <a:pt x="128" y="54"/>
                    <a:pt x="69" y="103"/>
                    <a:pt x="40" y="171"/>
                  </a:cubicBezTo>
                  <a:cubicBezTo>
                    <a:pt x="1" y="249"/>
                    <a:pt x="1" y="342"/>
                    <a:pt x="30" y="425"/>
                  </a:cubicBezTo>
                  <a:lnTo>
                    <a:pt x="35" y="440"/>
                  </a:lnTo>
                  <a:cubicBezTo>
                    <a:pt x="59" y="508"/>
                    <a:pt x="94" y="576"/>
                    <a:pt x="142" y="630"/>
                  </a:cubicBezTo>
                  <a:cubicBezTo>
                    <a:pt x="245" y="761"/>
                    <a:pt x="371" y="868"/>
                    <a:pt x="513" y="946"/>
                  </a:cubicBezTo>
                  <a:cubicBezTo>
                    <a:pt x="557" y="971"/>
                    <a:pt x="591" y="1000"/>
                    <a:pt x="620" y="1039"/>
                  </a:cubicBezTo>
                  <a:cubicBezTo>
                    <a:pt x="640" y="1068"/>
                    <a:pt x="664" y="1098"/>
                    <a:pt x="688" y="1127"/>
                  </a:cubicBezTo>
                  <a:cubicBezTo>
                    <a:pt x="708" y="1141"/>
                    <a:pt x="722" y="1161"/>
                    <a:pt x="732" y="1176"/>
                  </a:cubicBezTo>
                  <a:cubicBezTo>
                    <a:pt x="810" y="1322"/>
                    <a:pt x="917" y="1444"/>
                    <a:pt x="1044" y="1546"/>
                  </a:cubicBezTo>
                  <a:cubicBezTo>
                    <a:pt x="1049" y="1561"/>
                    <a:pt x="1059" y="1575"/>
                    <a:pt x="1064" y="1590"/>
                  </a:cubicBezTo>
                  <a:cubicBezTo>
                    <a:pt x="1078" y="1619"/>
                    <a:pt x="1088" y="1648"/>
                    <a:pt x="1098" y="1682"/>
                  </a:cubicBezTo>
                  <a:cubicBezTo>
                    <a:pt x="1117" y="1726"/>
                    <a:pt x="1132" y="1770"/>
                    <a:pt x="1151" y="1814"/>
                  </a:cubicBezTo>
                  <a:cubicBezTo>
                    <a:pt x="1181" y="1882"/>
                    <a:pt x="1224" y="1941"/>
                    <a:pt x="1278" y="1990"/>
                  </a:cubicBezTo>
                  <a:cubicBezTo>
                    <a:pt x="1376" y="2082"/>
                    <a:pt x="1449" y="2199"/>
                    <a:pt x="1488" y="2326"/>
                  </a:cubicBezTo>
                  <a:cubicBezTo>
                    <a:pt x="1502" y="2375"/>
                    <a:pt x="1522" y="2423"/>
                    <a:pt x="1536" y="2462"/>
                  </a:cubicBezTo>
                  <a:cubicBezTo>
                    <a:pt x="1551" y="2492"/>
                    <a:pt x="1561" y="2521"/>
                    <a:pt x="1570" y="2555"/>
                  </a:cubicBezTo>
                  <a:cubicBezTo>
                    <a:pt x="1605" y="2652"/>
                    <a:pt x="1658" y="2745"/>
                    <a:pt x="1726" y="2823"/>
                  </a:cubicBezTo>
                  <a:cubicBezTo>
                    <a:pt x="1785" y="2886"/>
                    <a:pt x="1843" y="2950"/>
                    <a:pt x="1907" y="3003"/>
                  </a:cubicBezTo>
                  <a:cubicBezTo>
                    <a:pt x="1951" y="3047"/>
                    <a:pt x="1995" y="3091"/>
                    <a:pt x="2038" y="3140"/>
                  </a:cubicBezTo>
                  <a:cubicBezTo>
                    <a:pt x="2233" y="3379"/>
                    <a:pt x="2472" y="3583"/>
                    <a:pt x="2735" y="3744"/>
                  </a:cubicBezTo>
                  <a:cubicBezTo>
                    <a:pt x="2838" y="3803"/>
                    <a:pt x="2950" y="3837"/>
                    <a:pt x="3067" y="3837"/>
                  </a:cubicBezTo>
                  <a:cubicBezTo>
                    <a:pt x="3072" y="3837"/>
                    <a:pt x="3077" y="3837"/>
                    <a:pt x="3082" y="3837"/>
                  </a:cubicBezTo>
                  <a:cubicBezTo>
                    <a:pt x="3199" y="3837"/>
                    <a:pt x="3309" y="3784"/>
                    <a:pt x="3389" y="3700"/>
                  </a:cubicBezTo>
                  <a:cubicBezTo>
                    <a:pt x="3520" y="3549"/>
                    <a:pt x="3491" y="3379"/>
                    <a:pt x="3476" y="3281"/>
                  </a:cubicBezTo>
                  <a:cubicBezTo>
                    <a:pt x="3462" y="3208"/>
                    <a:pt x="3462" y="3179"/>
                    <a:pt x="3476" y="3159"/>
                  </a:cubicBezTo>
                  <a:cubicBezTo>
                    <a:pt x="3545" y="3072"/>
                    <a:pt x="3598" y="2974"/>
                    <a:pt x="3642" y="2872"/>
                  </a:cubicBezTo>
                  <a:cubicBezTo>
                    <a:pt x="3715" y="2652"/>
                    <a:pt x="3623" y="2487"/>
                    <a:pt x="3476" y="2277"/>
                  </a:cubicBezTo>
                  <a:cubicBezTo>
                    <a:pt x="3430" y="2213"/>
                    <a:pt x="3354" y="2174"/>
                    <a:pt x="3276" y="2174"/>
                  </a:cubicBezTo>
                  <a:cubicBezTo>
                    <a:pt x="3271" y="2174"/>
                    <a:pt x="3267" y="2174"/>
                    <a:pt x="3262" y="2175"/>
                  </a:cubicBezTo>
                  <a:lnTo>
                    <a:pt x="3218" y="2175"/>
                  </a:lnTo>
                  <a:cubicBezTo>
                    <a:pt x="3179" y="2180"/>
                    <a:pt x="3135" y="2194"/>
                    <a:pt x="3096" y="2214"/>
                  </a:cubicBezTo>
                  <a:cubicBezTo>
                    <a:pt x="3057" y="2116"/>
                    <a:pt x="2979" y="2043"/>
                    <a:pt x="2877" y="2014"/>
                  </a:cubicBezTo>
                  <a:lnTo>
                    <a:pt x="2862" y="2009"/>
                  </a:lnTo>
                  <a:cubicBezTo>
                    <a:pt x="2911" y="1916"/>
                    <a:pt x="2901" y="1809"/>
                    <a:pt x="2843" y="1726"/>
                  </a:cubicBezTo>
                  <a:cubicBezTo>
                    <a:pt x="2813" y="1687"/>
                    <a:pt x="2774" y="1648"/>
                    <a:pt x="2735" y="1609"/>
                  </a:cubicBezTo>
                  <a:cubicBezTo>
                    <a:pt x="2716" y="1600"/>
                    <a:pt x="2701" y="1580"/>
                    <a:pt x="2687" y="1565"/>
                  </a:cubicBezTo>
                  <a:cubicBezTo>
                    <a:pt x="2662" y="1473"/>
                    <a:pt x="2594" y="1400"/>
                    <a:pt x="2511" y="1361"/>
                  </a:cubicBezTo>
                  <a:cubicBezTo>
                    <a:pt x="2472" y="1341"/>
                    <a:pt x="2428" y="1322"/>
                    <a:pt x="2389" y="1302"/>
                  </a:cubicBezTo>
                  <a:lnTo>
                    <a:pt x="2316" y="1268"/>
                  </a:lnTo>
                  <a:lnTo>
                    <a:pt x="2302" y="1263"/>
                  </a:lnTo>
                  <a:cubicBezTo>
                    <a:pt x="2258" y="1200"/>
                    <a:pt x="2199" y="1151"/>
                    <a:pt x="2131" y="1117"/>
                  </a:cubicBezTo>
                  <a:cubicBezTo>
                    <a:pt x="2121" y="1112"/>
                    <a:pt x="2112" y="1107"/>
                    <a:pt x="2102" y="1098"/>
                  </a:cubicBezTo>
                  <a:cubicBezTo>
                    <a:pt x="2014" y="1015"/>
                    <a:pt x="1912" y="956"/>
                    <a:pt x="1795" y="917"/>
                  </a:cubicBezTo>
                  <a:cubicBezTo>
                    <a:pt x="1790" y="912"/>
                    <a:pt x="1785" y="907"/>
                    <a:pt x="1780" y="903"/>
                  </a:cubicBezTo>
                  <a:cubicBezTo>
                    <a:pt x="1722" y="795"/>
                    <a:pt x="1634" y="712"/>
                    <a:pt x="1527" y="659"/>
                  </a:cubicBezTo>
                  <a:cubicBezTo>
                    <a:pt x="1366" y="571"/>
                    <a:pt x="1229" y="444"/>
                    <a:pt x="1132" y="293"/>
                  </a:cubicBezTo>
                  <a:cubicBezTo>
                    <a:pt x="1059" y="181"/>
                    <a:pt x="937" y="108"/>
                    <a:pt x="800" y="98"/>
                  </a:cubicBezTo>
                  <a:cubicBezTo>
                    <a:pt x="674" y="93"/>
                    <a:pt x="552" y="69"/>
                    <a:pt x="435" y="20"/>
                  </a:cubicBezTo>
                  <a:cubicBezTo>
                    <a:pt x="401" y="6"/>
                    <a:pt x="367" y="1"/>
                    <a:pt x="328" y="1"/>
                  </a:cubicBezTo>
                  <a:close/>
                </a:path>
              </a:pathLst>
            </a:custGeom>
            <a:solidFill>
              <a:srgbClr val="0B352D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8" name="Google Shape;3906;p75"/>
            <p:cNvSpPr/>
            <p:nvPr/>
          </p:nvSpPr>
          <p:spPr>
            <a:xfrm rot="966000">
              <a:off x="2071800" y="2180160"/>
              <a:ext cx="115200" cy="175320"/>
            </a:xfrm>
            <a:custGeom>
              <a:avLst/>
              <a:gdLst>
                <a:gd name="textAreaLeft" fmla="*/ 0 w 115200"/>
                <a:gd name="textAreaRight" fmla="*/ 115560 w 115200"/>
                <a:gd name="textAreaTop" fmla="*/ 0 h 175320"/>
                <a:gd name="textAreaBottom" fmla="*/ 175680 h 175320"/>
              </a:gdLst>
              <a:ahLst/>
              <a:cxnLst/>
              <a:rect l="textAreaLeft" t="textAreaTop" r="textAreaRight" b="textAreaBottom"/>
              <a:pathLst>
                <a:path w="2370" h="3598">
                  <a:moveTo>
                    <a:pt x="386" y="3592"/>
                  </a:moveTo>
                  <a:cubicBezTo>
                    <a:pt x="337" y="3587"/>
                    <a:pt x="293" y="3558"/>
                    <a:pt x="274" y="3514"/>
                  </a:cubicBezTo>
                  <a:cubicBezTo>
                    <a:pt x="244" y="3471"/>
                    <a:pt x="244" y="3412"/>
                    <a:pt x="274" y="3368"/>
                  </a:cubicBezTo>
                  <a:cubicBezTo>
                    <a:pt x="303" y="3329"/>
                    <a:pt x="337" y="3295"/>
                    <a:pt x="371" y="3256"/>
                  </a:cubicBezTo>
                  <a:cubicBezTo>
                    <a:pt x="464" y="3159"/>
                    <a:pt x="517" y="3100"/>
                    <a:pt x="508" y="2993"/>
                  </a:cubicBezTo>
                  <a:cubicBezTo>
                    <a:pt x="493" y="2973"/>
                    <a:pt x="478" y="2959"/>
                    <a:pt x="459" y="2944"/>
                  </a:cubicBezTo>
                  <a:cubicBezTo>
                    <a:pt x="415" y="2900"/>
                    <a:pt x="298" y="2793"/>
                    <a:pt x="400" y="2676"/>
                  </a:cubicBezTo>
                  <a:cubicBezTo>
                    <a:pt x="420" y="2652"/>
                    <a:pt x="444" y="2632"/>
                    <a:pt x="473" y="2613"/>
                  </a:cubicBezTo>
                  <a:lnTo>
                    <a:pt x="527" y="2574"/>
                  </a:lnTo>
                  <a:cubicBezTo>
                    <a:pt x="547" y="2559"/>
                    <a:pt x="571" y="2544"/>
                    <a:pt x="590" y="2525"/>
                  </a:cubicBezTo>
                  <a:cubicBezTo>
                    <a:pt x="537" y="2457"/>
                    <a:pt x="508" y="2369"/>
                    <a:pt x="517" y="2281"/>
                  </a:cubicBezTo>
                  <a:lnTo>
                    <a:pt x="517" y="2228"/>
                  </a:lnTo>
                  <a:cubicBezTo>
                    <a:pt x="512" y="2193"/>
                    <a:pt x="527" y="2154"/>
                    <a:pt x="551" y="2125"/>
                  </a:cubicBezTo>
                  <a:cubicBezTo>
                    <a:pt x="581" y="2096"/>
                    <a:pt x="620" y="2081"/>
                    <a:pt x="663" y="2081"/>
                  </a:cubicBezTo>
                  <a:lnTo>
                    <a:pt x="673" y="2081"/>
                  </a:lnTo>
                  <a:lnTo>
                    <a:pt x="707" y="2086"/>
                  </a:lnTo>
                  <a:cubicBezTo>
                    <a:pt x="737" y="2091"/>
                    <a:pt x="766" y="2096"/>
                    <a:pt x="795" y="2096"/>
                  </a:cubicBezTo>
                  <a:cubicBezTo>
                    <a:pt x="805" y="2096"/>
                    <a:pt x="815" y="2096"/>
                    <a:pt x="824" y="2091"/>
                  </a:cubicBezTo>
                  <a:cubicBezTo>
                    <a:pt x="839" y="2062"/>
                    <a:pt x="849" y="2028"/>
                    <a:pt x="854" y="1994"/>
                  </a:cubicBezTo>
                  <a:cubicBezTo>
                    <a:pt x="863" y="1964"/>
                    <a:pt x="854" y="1959"/>
                    <a:pt x="844" y="1945"/>
                  </a:cubicBezTo>
                  <a:cubicBezTo>
                    <a:pt x="815" y="1925"/>
                    <a:pt x="795" y="1901"/>
                    <a:pt x="776" y="1872"/>
                  </a:cubicBezTo>
                  <a:lnTo>
                    <a:pt x="761" y="1847"/>
                  </a:lnTo>
                  <a:cubicBezTo>
                    <a:pt x="737" y="1813"/>
                    <a:pt x="727" y="1779"/>
                    <a:pt x="722" y="1735"/>
                  </a:cubicBezTo>
                  <a:cubicBezTo>
                    <a:pt x="707" y="1740"/>
                    <a:pt x="688" y="1740"/>
                    <a:pt x="673" y="1745"/>
                  </a:cubicBezTo>
                  <a:cubicBezTo>
                    <a:pt x="639" y="1750"/>
                    <a:pt x="610" y="1750"/>
                    <a:pt x="581" y="1755"/>
                  </a:cubicBezTo>
                  <a:lnTo>
                    <a:pt x="581" y="1755"/>
                  </a:lnTo>
                  <a:cubicBezTo>
                    <a:pt x="532" y="1755"/>
                    <a:pt x="488" y="1740"/>
                    <a:pt x="449" y="1716"/>
                  </a:cubicBezTo>
                  <a:cubicBezTo>
                    <a:pt x="347" y="1648"/>
                    <a:pt x="327" y="1506"/>
                    <a:pt x="317" y="1404"/>
                  </a:cubicBezTo>
                  <a:cubicBezTo>
                    <a:pt x="313" y="1379"/>
                    <a:pt x="308" y="1355"/>
                    <a:pt x="308" y="1336"/>
                  </a:cubicBezTo>
                  <a:cubicBezTo>
                    <a:pt x="278" y="1228"/>
                    <a:pt x="235" y="1131"/>
                    <a:pt x="181" y="1038"/>
                  </a:cubicBezTo>
                  <a:cubicBezTo>
                    <a:pt x="142" y="975"/>
                    <a:pt x="108" y="907"/>
                    <a:pt x="79" y="834"/>
                  </a:cubicBezTo>
                  <a:lnTo>
                    <a:pt x="64" y="809"/>
                  </a:lnTo>
                  <a:cubicBezTo>
                    <a:pt x="44" y="765"/>
                    <a:pt x="30" y="721"/>
                    <a:pt x="15" y="678"/>
                  </a:cubicBezTo>
                  <a:cubicBezTo>
                    <a:pt x="1" y="634"/>
                    <a:pt x="5" y="585"/>
                    <a:pt x="25" y="541"/>
                  </a:cubicBezTo>
                  <a:cubicBezTo>
                    <a:pt x="59" y="473"/>
                    <a:pt x="132" y="434"/>
                    <a:pt x="205" y="429"/>
                  </a:cubicBezTo>
                  <a:lnTo>
                    <a:pt x="220" y="429"/>
                  </a:lnTo>
                  <a:cubicBezTo>
                    <a:pt x="220" y="429"/>
                    <a:pt x="327" y="229"/>
                    <a:pt x="366" y="151"/>
                  </a:cubicBezTo>
                  <a:cubicBezTo>
                    <a:pt x="405" y="78"/>
                    <a:pt x="473" y="29"/>
                    <a:pt x="556" y="20"/>
                  </a:cubicBezTo>
                  <a:cubicBezTo>
                    <a:pt x="649" y="15"/>
                    <a:pt x="737" y="10"/>
                    <a:pt x="834" y="5"/>
                  </a:cubicBezTo>
                  <a:lnTo>
                    <a:pt x="834" y="5"/>
                  </a:lnTo>
                  <a:cubicBezTo>
                    <a:pt x="883" y="0"/>
                    <a:pt x="936" y="24"/>
                    <a:pt x="971" y="59"/>
                  </a:cubicBezTo>
                  <a:cubicBezTo>
                    <a:pt x="1000" y="88"/>
                    <a:pt x="1014" y="122"/>
                    <a:pt x="1014" y="161"/>
                  </a:cubicBezTo>
                  <a:cubicBezTo>
                    <a:pt x="1019" y="205"/>
                    <a:pt x="1010" y="249"/>
                    <a:pt x="985" y="283"/>
                  </a:cubicBezTo>
                  <a:cubicBezTo>
                    <a:pt x="971" y="307"/>
                    <a:pt x="951" y="331"/>
                    <a:pt x="932" y="356"/>
                  </a:cubicBezTo>
                  <a:lnTo>
                    <a:pt x="1053" y="356"/>
                  </a:lnTo>
                  <a:cubicBezTo>
                    <a:pt x="1078" y="356"/>
                    <a:pt x="1102" y="361"/>
                    <a:pt x="1122" y="366"/>
                  </a:cubicBezTo>
                  <a:cubicBezTo>
                    <a:pt x="1185" y="375"/>
                    <a:pt x="1244" y="409"/>
                    <a:pt x="1278" y="463"/>
                  </a:cubicBezTo>
                  <a:cubicBezTo>
                    <a:pt x="1312" y="512"/>
                    <a:pt x="1322" y="565"/>
                    <a:pt x="1307" y="619"/>
                  </a:cubicBezTo>
                  <a:cubicBezTo>
                    <a:pt x="1278" y="741"/>
                    <a:pt x="1229" y="858"/>
                    <a:pt x="1161" y="965"/>
                  </a:cubicBezTo>
                  <a:cubicBezTo>
                    <a:pt x="1146" y="990"/>
                    <a:pt x="1136" y="1019"/>
                    <a:pt x="1127" y="1048"/>
                  </a:cubicBezTo>
                  <a:lnTo>
                    <a:pt x="1127" y="1048"/>
                  </a:lnTo>
                  <a:cubicBezTo>
                    <a:pt x="1287" y="1121"/>
                    <a:pt x="1400" y="1262"/>
                    <a:pt x="1443" y="1433"/>
                  </a:cubicBezTo>
                  <a:cubicBezTo>
                    <a:pt x="1463" y="1516"/>
                    <a:pt x="1516" y="1589"/>
                    <a:pt x="1594" y="1633"/>
                  </a:cubicBezTo>
                  <a:cubicBezTo>
                    <a:pt x="1677" y="1682"/>
                    <a:pt x="1741" y="1760"/>
                    <a:pt x="1770" y="1852"/>
                  </a:cubicBezTo>
                  <a:cubicBezTo>
                    <a:pt x="1804" y="1955"/>
                    <a:pt x="1848" y="2052"/>
                    <a:pt x="1902" y="2145"/>
                  </a:cubicBezTo>
                  <a:cubicBezTo>
                    <a:pt x="1906" y="2159"/>
                    <a:pt x="1916" y="2174"/>
                    <a:pt x="1916" y="2189"/>
                  </a:cubicBezTo>
                  <a:cubicBezTo>
                    <a:pt x="1945" y="2189"/>
                    <a:pt x="1980" y="2193"/>
                    <a:pt x="2004" y="2198"/>
                  </a:cubicBezTo>
                  <a:cubicBezTo>
                    <a:pt x="2238" y="2218"/>
                    <a:pt x="2369" y="2471"/>
                    <a:pt x="2257" y="2676"/>
                  </a:cubicBezTo>
                  <a:cubicBezTo>
                    <a:pt x="2228" y="2730"/>
                    <a:pt x="2199" y="2778"/>
                    <a:pt x="2160" y="2827"/>
                  </a:cubicBezTo>
                  <a:lnTo>
                    <a:pt x="2150" y="2842"/>
                  </a:lnTo>
                  <a:cubicBezTo>
                    <a:pt x="2160" y="2847"/>
                    <a:pt x="2175" y="2856"/>
                    <a:pt x="2184" y="2861"/>
                  </a:cubicBezTo>
                  <a:cubicBezTo>
                    <a:pt x="2257" y="2925"/>
                    <a:pt x="2267" y="3032"/>
                    <a:pt x="2209" y="3105"/>
                  </a:cubicBezTo>
                  <a:cubicBezTo>
                    <a:pt x="2111" y="3227"/>
                    <a:pt x="1965" y="3300"/>
                    <a:pt x="1814" y="3310"/>
                  </a:cubicBezTo>
                  <a:cubicBezTo>
                    <a:pt x="1682" y="3315"/>
                    <a:pt x="1551" y="3334"/>
                    <a:pt x="1424" y="3363"/>
                  </a:cubicBezTo>
                  <a:cubicBezTo>
                    <a:pt x="1346" y="3383"/>
                    <a:pt x="1263" y="3388"/>
                    <a:pt x="1175" y="3388"/>
                  </a:cubicBezTo>
                  <a:cubicBezTo>
                    <a:pt x="1136" y="3388"/>
                    <a:pt x="1092" y="3388"/>
                    <a:pt x="1053" y="3383"/>
                  </a:cubicBezTo>
                  <a:lnTo>
                    <a:pt x="1053" y="3383"/>
                  </a:lnTo>
                  <a:cubicBezTo>
                    <a:pt x="1044" y="3383"/>
                    <a:pt x="1029" y="3388"/>
                    <a:pt x="1014" y="3393"/>
                  </a:cubicBezTo>
                  <a:cubicBezTo>
                    <a:pt x="951" y="3480"/>
                    <a:pt x="854" y="3534"/>
                    <a:pt x="741" y="3529"/>
                  </a:cubicBezTo>
                  <a:cubicBezTo>
                    <a:pt x="717" y="3529"/>
                    <a:pt x="688" y="3529"/>
                    <a:pt x="659" y="3524"/>
                  </a:cubicBezTo>
                  <a:lnTo>
                    <a:pt x="659" y="3524"/>
                  </a:lnTo>
                  <a:cubicBezTo>
                    <a:pt x="624" y="3524"/>
                    <a:pt x="595" y="3539"/>
                    <a:pt x="566" y="3558"/>
                  </a:cubicBezTo>
                  <a:lnTo>
                    <a:pt x="532" y="3573"/>
                  </a:lnTo>
                  <a:cubicBezTo>
                    <a:pt x="493" y="3592"/>
                    <a:pt x="454" y="3597"/>
                    <a:pt x="410" y="3597"/>
                  </a:cubicBezTo>
                  <a:close/>
                </a:path>
              </a:pathLst>
            </a:custGeom>
            <a:solidFill>
              <a:srgbClr val="9BDAD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7840" bIns="878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9" name="Google Shape;3907;p75"/>
            <p:cNvSpPr/>
            <p:nvPr/>
          </p:nvSpPr>
          <p:spPr>
            <a:xfrm rot="966000">
              <a:off x="2065320" y="2175480"/>
              <a:ext cx="127800" cy="185400"/>
            </a:xfrm>
            <a:custGeom>
              <a:avLst/>
              <a:gdLst>
                <a:gd name="textAreaLeft" fmla="*/ 0 w 127800"/>
                <a:gd name="textAreaRight" fmla="*/ 128160 w 127800"/>
                <a:gd name="textAreaTop" fmla="*/ 0 h 185400"/>
                <a:gd name="textAreaBottom" fmla="*/ 185760 h 185400"/>
              </a:gdLst>
              <a:ahLst/>
              <a:cxnLst/>
              <a:rect l="textAreaLeft" t="textAreaTop" r="textAreaRight" b="textAreaBottom"/>
              <a:pathLst>
                <a:path w="2624" h="3804">
                  <a:moveTo>
                    <a:pt x="1956" y="2384"/>
                  </a:moveTo>
                  <a:cubicBezTo>
                    <a:pt x="1956" y="2384"/>
                    <a:pt x="1951" y="2404"/>
                    <a:pt x="1951" y="2404"/>
                  </a:cubicBezTo>
                  <a:lnTo>
                    <a:pt x="1956" y="2389"/>
                  </a:lnTo>
                  <a:cubicBezTo>
                    <a:pt x="1956" y="2389"/>
                    <a:pt x="1956" y="2384"/>
                    <a:pt x="1956" y="2384"/>
                  </a:cubicBezTo>
                  <a:close/>
                  <a:moveTo>
                    <a:pt x="971" y="200"/>
                  </a:moveTo>
                  <a:cubicBezTo>
                    <a:pt x="1005" y="200"/>
                    <a:pt x="1044" y="230"/>
                    <a:pt x="1044" y="254"/>
                  </a:cubicBezTo>
                  <a:cubicBezTo>
                    <a:pt x="1049" y="278"/>
                    <a:pt x="1044" y="298"/>
                    <a:pt x="1034" y="322"/>
                  </a:cubicBezTo>
                  <a:cubicBezTo>
                    <a:pt x="995" y="376"/>
                    <a:pt x="951" y="429"/>
                    <a:pt x="912" y="483"/>
                  </a:cubicBezTo>
                  <a:cubicBezTo>
                    <a:pt x="903" y="493"/>
                    <a:pt x="898" y="507"/>
                    <a:pt x="903" y="512"/>
                  </a:cubicBezTo>
                  <a:cubicBezTo>
                    <a:pt x="917" y="527"/>
                    <a:pt x="932" y="551"/>
                    <a:pt x="947" y="551"/>
                  </a:cubicBezTo>
                  <a:lnTo>
                    <a:pt x="1190" y="551"/>
                  </a:lnTo>
                  <a:cubicBezTo>
                    <a:pt x="1210" y="551"/>
                    <a:pt x="1234" y="556"/>
                    <a:pt x="1254" y="561"/>
                  </a:cubicBezTo>
                  <a:cubicBezTo>
                    <a:pt x="1312" y="576"/>
                    <a:pt x="1351" y="629"/>
                    <a:pt x="1341" y="688"/>
                  </a:cubicBezTo>
                  <a:cubicBezTo>
                    <a:pt x="1317" y="800"/>
                    <a:pt x="1273" y="907"/>
                    <a:pt x="1210" y="1005"/>
                  </a:cubicBezTo>
                  <a:cubicBezTo>
                    <a:pt x="1185" y="1053"/>
                    <a:pt x="1166" y="1107"/>
                    <a:pt x="1146" y="1161"/>
                  </a:cubicBezTo>
                  <a:cubicBezTo>
                    <a:pt x="1137" y="1185"/>
                    <a:pt x="1146" y="1204"/>
                    <a:pt x="1171" y="1209"/>
                  </a:cubicBezTo>
                  <a:cubicBezTo>
                    <a:pt x="1322" y="1268"/>
                    <a:pt x="1439" y="1395"/>
                    <a:pt x="1483" y="1555"/>
                  </a:cubicBezTo>
                  <a:cubicBezTo>
                    <a:pt x="1507" y="1668"/>
                    <a:pt x="1580" y="1765"/>
                    <a:pt x="1683" y="1819"/>
                  </a:cubicBezTo>
                  <a:cubicBezTo>
                    <a:pt x="1741" y="1853"/>
                    <a:pt x="1785" y="1911"/>
                    <a:pt x="1804" y="1980"/>
                  </a:cubicBezTo>
                  <a:cubicBezTo>
                    <a:pt x="1839" y="2087"/>
                    <a:pt x="1887" y="2189"/>
                    <a:pt x="1941" y="2291"/>
                  </a:cubicBezTo>
                  <a:cubicBezTo>
                    <a:pt x="1956" y="2321"/>
                    <a:pt x="1960" y="2350"/>
                    <a:pt x="1956" y="2384"/>
                  </a:cubicBezTo>
                  <a:cubicBezTo>
                    <a:pt x="2014" y="2384"/>
                    <a:pt x="2068" y="2384"/>
                    <a:pt x="2126" y="2394"/>
                  </a:cubicBezTo>
                  <a:cubicBezTo>
                    <a:pt x="2287" y="2408"/>
                    <a:pt x="2380" y="2584"/>
                    <a:pt x="2302" y="2725"/>
                  </a:cubicBezTo>
                  <a:cubicBezTo>
                    <a:pt x="2258" y="2794"/>
                    <a:pt x="2214" y="2862"/>
                    <a:pt x="2170" y="2925"/>
                  </a:cubicBezTo>
                  <a:cubicBezTo>
                    <a:pt x="2151" y="2949"/>
                    <a:pt x="2155" y="2979"/>
                    <a:pt x="2194" y="3003"/>
                  </a:cubicBezTo>
                  <a:cubicBezTo>
                    <a:pt x="2214" y="3018"/>
                    <a:pt x="2238" y="3023"/>
                    <a:pt x="2258" y="3037"/>
                  </a:cubicBezTo>
                  <a:cubicBezTo>
                    <a:pt x="2282" y="3062"/>
                    <a:pt x="2287" y="3101"/>
                    <a:pt x="2268" y="3130"/>
                  </a:cubicBezTo>
                  <a:cubicBezTo>
                    <a:pt x="2185" y="3232"/>
                    <a:pt x="2068" y="3291"/>
                    <a:pt x="1941" y="3296"/>
                  </a:cubicBezTo>
                  <a:cubicBezTo>
                    <a:pt x="1804" y="3305"/>
                    <a:pt x="1668" y="3325"/>
                    <a:pt x="1536" y="3354"/>
                  </a:cubicBezTo>
                  <a:cubicBezTo>
                    <a:pt x="1463" y="3374"/>
                    <a:pt x="1385" y="3378"/>
                    <a:pt x="1312" y="3378"/>
                  </a:cubicBezTo>
                  <a:cubicBezTo>
                    <a:pt x="1273" y="3378"/>
                    <a:pt x="1234" y="3378"/>
                    <a:pt x="1195" y="3374"/>
                  </a:cubicBezTo>
                  <a:lnTo>
                    <a:pt x="1185" y="3374"/>
                  </a:lnTo>
                  <a:cubicBezTo>
                    <a:pt x="1142" y="3374"/>
                    <a:pt x="1103" y="3383"/>
                    <a:pt x="1073" y="3413"/>
                  </a:cubicBezTo>
                  <a:cubicBezTo>
                    <a:pt x="1029" y="3481"/>
                    <a:pt x="956" y="3520"/>
                    <a:pt x="873" y="3520"/>
                  </a:cubicBezTo>
                  <a:cubicBezTo>
                    <a:pt x="854" y="3520"/>
                    <a:pt x="830" y="3520"/>
                    <a:pt x="810" y="3515"/>
                  </a:cubicBezTo>
                  <a:lnTo>
                    <a:pt x="781" y="3515"/>
                  </a:lnTo>
                  <a:cubicBezTo>
                    <a:pt x="722" y="3520"/>
                    <a:pt x="664" y="3544"/>
                    <a:pt x="615" y="3573"/>
                  </a:cubicBezTo>
                  <a:cubicBezTo>
                    <a:pt x="586" y="3588"/>
                    <a:pt x="552" y="3588"/>
                    <a:pt x="518" y="3588"/>
                  </a:cubicBezTo>
                  <a:cubicBezTo>
                    <a:pt x="513" y="3588"/>
                    <a:pt x="498" y="3573"/>
                    <a:pt x="493" y="3564"/>
                  </a:cubicBezTo>
                  <a:cubicBezTo>
                    <a:pt x="488" y="3559"/>
                    <a:pt x="484" y="3539"/>
                    <a:pt x="488" y="3534"/>
                  </a:cubicBezTo>
                  <a:cubicBezTo>
                    <a:pt x="601" y="3388"/>
                    <a:pt x="761" y="3296"/>
                    <a:pt x="747" y="3086"/>
                  </a:cubicBezTo>
                  <a:cubicBezTo>
                    <a:pt x="742" y="2988"/>
                    <a:pt x="547" y="2915"/>
                    <a:pt x="610" y="2842"/>
                  </a:cubicBezTo>
                  <a:cubicBezTo>
                    <a:pt x="635" y="2818"/>
                    <a:pt x="659" y="2798"/>
                    <a:pt x="688" y="2784"/>
                  </a:cubicBezTo>
                  <a:cubicBezTo>
                    <a:pt x="722" y="2755"/>
                    <a:pt x="761" y="2725"/>
                    <a:pt x="795" y="2696"/>
                  </a:cubicBezTo>
                  <a:cubicBezTo>
                    <a:pt x="830" y="2667"/>
                    <a:pt x="844" y="2603"/>
                    <a:pt x="815" y="2574"/>
                  </a:cubicBezTo>
                  <a:cubicBezTo>
                    <a:pt x="732" y="2501"/>
                    <a:pt x="756" y="2408"/>
                    <a:pt x="752" y="2321"/>
                  </a:cubicBezTo>
                  <a:cubicBezTo>
                    <a:pt x="752" y="2296"/>
                    <a:pt x="766" y="2282"/>
                    <a:pt x="795" y="2282"/>
                  </a:cubicBezTo>
                  <a:cubicBezTo>
                    <a:pt x="805" y="2287"/>
                    <a:pt x="820" y="2287"/>
                    <a:pt x="830" y="2291"/>
                  </a:cubicBezTo>
                  <a:cubicBezTo>
                    <a:pt x="864" y="2296"/>
                    <a:pt x="893" y="2296"/>
                    <a:pt x="927" y="2296"/>
                  </a:cubicBezTo>
                  <a:cubicBezTo>
                    <a:pt x="1034" y="2296"/>
                    <a:pt x="1059" y="2252"/>
                    <a:pt x="1088" y="2116"/>
                  </a:cubicBezTo>
                  <a:cubicBezTo>
                    <a:pt x="1107" y="2062"/>
                    <a:pt x="1083" y="1999"/>
                    <a:pt x="1039" y="1965"/>
                  </a:cubicBezTo>
                  <a:cubicBezTo>
                    <a:pt x="1015" y="1941"/>
                    <a:pt x="995" y="1916"/>
                    <a:pt x="976" y="1887"/>
                  </a:cubicBezTo>
                  <a:cubicBezTo>
                    <a:pt x="942" y="1843"/>
                    <a:pt x="976" y="1760"/>
                    <a:pt x="917" y="1741"/>
                  </a:cubicBezTo>
                  <a:cubicBezTo>
                    <a:pt x="903" y="1736"/>
                    <a:pt x="888" y="1736"/>
                    <a:pt x="869" y="1736"/>
                  </a:cubicBezTo>
                  <a:cubicBezTo>
                    <a:pt x="820" y="1736"/>
                    <a:pt x="766" y="1750"/>
                    <a:pt x="717" y="1750"/>
                  </a:cubicBezTo>
                  <a:cubicBezTo>
                    <a:pt x="693" y="1750"/>
                    <a:pt x="664" y="1746"/>
                    <a:pt x="644" y="1731"/>
                  </a:cubicBezTo>
                  <a:cubicBezTo>
                    <a:pt x="557" y="1672"/>
                    <a:pt x="562" y="1497"/>
                    <a:pt x="542" y="1409"/>
                  </a:cubicBezTo>
                  <a:cubicBezTo>
                    <a:pt x="503" y="1229"/>
                    <a:pt x="381" y="1068"/>
                    <a:pt x="308" y="897"/>
                  </a:cubicBezTo>
                  <a:cubicBezTo>
                    <a:pt x="289" y="849"/>
                    <a:pt x="269" y="800"/>
                    <a:pt x="254" y="751"/>
                  </a:cubicBezTo>
                  <a:cubicBezTo>
                    <a:pt x="245" y="732"/>
                    <a:pt x="245" y="707"/>
                    <a:pt x="254" y="688"/>
                  </a:cubicBezTo>
                  <a:cubicBezTo>
                    <a:pt x="293" y="605"/>
                    <a:pt x="406" y="654"/>
                    <a:pt x="435" y="600"/>
                  </a:cubicBezTo>
                  <a:cubicBezTo>
                    <a:pt x="488" y="498"/>
                    <a:pt x="542" y="400"/>
                    <a:pt x="596" y="298"/>
                  </a:cubicBezTo>
                  <a:cubicBezTo>
                    <a:pt x="615" y="254"/>
                    <a:pt x="654" y="225"/>
                    <a:pt x="703" y="220"/>
                  </a:cubicBezTo>
                  <a:cubicBezTo>
                    <a:pt x="795" y="215"/>
                    <a:pt x="883" y="210"/>
                    <a:pt x="976" y="205"/>
                  </a:cubicBezTo>
                  <a:lnTo>
                    <a:pt x="971" y="200"/>
                  </a:lnTo>
                  <a:close/>
                  <a:moveTo>
                    <a:pt x="966" y="1"/>
                  </a:moveTo>
                  <a:cubicBezTo>
                    <a:pt x="869" y="5"/>
                    <a:pt x="776" y="10"/>
                    <a:pt x="683" y="20"/>
                  </a:cubicBezTo>
                  <a:cubicBezTo>
                    <a:pt x="571" y="30"/>
                    <a:pt x="469" y="98"/>
                    <a:pt x="415" y="200"/>
                  </a:cubicBezTo>
                  <a:lnTo>
                    <a:pt x="289" y="439"/>
                  </a:lnTo>
                  <a:cubicBezTo>
                    <a:pt x="113" y="459"/>
                    <a:pt x="1" y="634"/>
                    <a:pt x="50" y="805"/>
                  </a:cubicBezTo>
                  <a:cubicBezTo>
                    <a:pt x="64" y="858"/>
                    <a:pt x="84" y="907"/>
                    <a:pt x="108" y="956"/>
                  </a:cubicBezTo>
                  <a:cubicBezTo>
                    <a:pt x="113" y="966"/>
                    <a:pt x="113" y="971"/>
                    <a:pt x="118" y="980"/>
                  </a:cubicBezTo>
                  <a:cubicBezTo>
                    <a:pt x="147" y="1053"/>
                    <a:pt x="181" y="1122"/>
                    <a:pt x="220" y="1195"/>
                  </a:cubicBezTo>
                  <a:cubicBezTo>
                    <a:pt x="274" y="1278"/>
                    <a:pt x="313" y="1365"/>
                    <a:pt x="337" y="1463"/>
                  </a:cubicBezTo>
                  <a:cubicBezTo>
                    <a:pt x="342" y="1477"/>
                    <a:pt x="347" y="1497"/>
                    <a:pt x="347" y="1521"/>
                  </a:cubicBezTo>
                  <a:cubicBezTo>
                    <a:pt x="362" y="1638"/>
                    <a:pt x="386" y="1814"/>
                    <a:pt x="527" y="1906"/>
                  </a:cubicBezTo>
                  <a:cubicBezTo>
                    <a:pt x="581" y="1945"/>
                    <a:pt x="644" y="1960"/>
                    <a:pt x="708" y="1960"/>
                  </a:cubicBezTo>
                  <a:cubicBezTo>
                    <a:pt x="732" y="1960"/>
                    <a:pt x="756" y="1960"/>
                    <a:pt x="776" y="1955"/>
                  </a:cubicBezTo>
                  <a:cubicBezTo>
                    <a:pt x="786" y="1980"/>
                    <a:pt x="795" y="1999"/>
                    <a:pt x="810" y="2018"/>
                  </a:cubicBezTo>
                  <a:lnTo>
                    <a:pt x="825" y="2033"/>
                  </a:lnTo>
                  <a:cubicBezTo>
                    <a:pt x="839" y="2057"/>
                    <a:pt x="854" y="2077"/>
                    <a:pt x="869" y="2096"/>
                  </a:cubicBezTo>
                  <a:lnTo>
                    <a:pt x="859" y="2096"/>
                  </a:lnTo>
                  <a:cubicBezTo>
                    <a:pt x="839" y="2092"/>
                    <a:pt x="815" y="2087"/>
                    <a:pt x="795" y="2087"/>
                  </a:cubicBezTo>
                  <a:cubicBezTo>
                    <a:pt x="722" y="2087"/>
                    <a:pt x="654" y="2116"/>
                    <a:pt x="605" y="2165"/>
                  </a:cubicBezTo>
                  <a:cubicBezTo>
                    <a:pt x="562" y="2213"/>
                    <a:pt x="537" y="2282"/>
                    <a:pt x="547" y="2350"/>
                  </a:cubicBezTo>
                  <a:lnTo>
                    <a:pt x="547" y="2394"/>
                  </a:lnTo>
                  <a:cubicBezTo>
                    <a:pt x="542" y="2467"/>
                    <a:pt x="557" y="2545"/>
                    <a:pt x="586" y="2613"/>
                  </a:cubicBezTo>
                  <a:lnTo>
                    <a:pt x="562" y="2633"/>
                  </a:lnTo>
                  <a:lnTo>
                    <a:pt x="547" y="2642"/>
                  </a:lnTo>
                  <a:cubicBezTo>
                    <a:pt x="513" y="2667"/>
                    <a:pt x="484" y="2691"/>
                    <a:pt x="454" y="2720"/>
                  </a:cubicBezTo>
                  <a:cubicBezTo>
                    <a:pt x="391" y="2794"/>
                    <a:pt x="323" y="2940"/>
                    <a:pt x="523" y="3130"/>
                  </a:cubicBezTo>
                  <a:cubicBezTo>
                    <a:pt x="527" y="3135"/>
                    <a:pt x="537" y="3140"/>
                    <a:pt x="542" y="3144"/>
                  </a:cubicBezTo>
                  <a:cubicBezTo>
                    <a:pt x="532" y="3188"/>
                    <a:pt x="503" y="3227"/>
                    <a:pt x="430" y="3300"/>
                  </a:cubicBezTo>
                  <a:cubicBezTo>
                    <a:pt x="396" y="3339"/>
                    <a:pt x="357" y="3378"/>
                    <a:pt x="328" y="3422"/>
                  </a:cubicBezTo>
                  <a:cubicBezTo>
                    <a:pt x="274" y="3495"/>
                    <a:pt x="269" y="3593"/>
                    <a:pt x="313" y="3671"/>
                  </a:cubicBezTo>
                  <a:cubicBezTo>
                    <a:pt x="352" y="3749"/>
                    <a:pt x="430" y="3802"/>
                    <a:pt x="518" y="3802"/>
                  </a:cubicBezTo>
                  <a:lnTo>
                    <a:pt x="537" y="3802"/>
                  </a:lnTo>
                  <a:cubicBezTo>
                    <a:pt x="545" y="3803"/>
                    <a:pt x="552" y="3803"/>
                    <a:pt x="560" y="3803"/>
                  </a:cubicBezTo>
                  <a:cubicBezTo>
                    <a:pt x="611" y="3803"/>
                    <a:pt x="661" y="3790"/>
                    <a:pt x="708" y="3768"/>
                  </a:cubicBezTo>
                  <a:lnTo>
                    <a:pt x="742" y="3754"/>
                  </a:lnTo>
                  <a:cubicBezTo>
                    <a:pt x="752" y="3744"/>
                    <a:pt x="771" y="3734"/>
                    <a:pt x="781" y="3729"/>
                  </a:cubicBezTo>
                  <a:cubicBezTo>
                    <a:pt x="810" y="3734"/>
                    <a:pt x="844" y="3739"/>
                    <a:pt x="873" y="3739"/>
                  </a:cubicBezTo>
                  <a:cubicBezTo>
                    <a:pt x="995" y="3739"/>
                    <a:pt x="1117" y="3685"/>
                    <a:pt x="1195" y="3593"/>
                  </a:cubicBezTo>
                  <a:cubicBezTo>
                    <a:pt x="1234" y="3598"/>
                    <a:pt x="1273" y="3598"/>
                    <a:pt x="1312" y="3598"/>
                  </a:cubicBezTo>
                  <a:cubicBezTo>
                    <a:pt x="1400" y="3598"/>
                    <a:pt x="1493" y="3588"/>
                    <a:pt x="1580" y="3569"/>
                  </a:cubicBezTo>
                  <a:cubicBezTo>
                    <a:pt x="1702" y="3539"/>
                    <a:pt x="1824" y="3520"/>
                    <a:pt x="1951" y="3515"/>
                  </a:cubicBezTo>
                  <a:cubicBezTo>
                    <a:pt x="2131" y="3505"/>
                    <a:pt x="2302" y="3422"/>
                    <a:pt x="2419" y="3281"/>
                  </a:cubicBezTo>
                  <a:cubicBezTo>
                    <a:pt x="2467" y="3222"/>
                    <a:pt x="2487" y="3149"/>
                    <a:pt x="2482" y="3081"/>
                  </a:cubicBezTo>
                  <a:cubicBezTo>
                    <a:pt x="2472" y="3027"/>
                    <a:pt x="2453" y="2974"/>
                    <a:pt x="2419" y="2935"/>
                  </a:cubicBezTo>
                  <a:cubicBezTo>
                    <a:pt x="2443" y="2901"/>
                    <a:pt x="2462" y="2867"/>
                    <a:pt x="2482" y="2833"/>
                  </a:cubicBezTo>
                  <a:cubicBezTo>
                    <a:pt x="2623" y="2564"/>
                    <a:pt x="2453" y="2233"/>
                    <a:pt x="2151" y="2204"/>
                  </a:cubicBezTo>
                  <a:lnTo>
                    <a:pt x="2116" y="2204"/>
                  </a:lnTo>
                  <a:cubicBezTo>
                    <a:pt x="2068" y="2121"/>
                    <a:pt x="2029" y="2028"/>
                    <a:pt x="1995" y="1931"/>
                  </a:cubicBezTo>
                  <a:cubicBezTo>
                    <a:pt x="1960" y="1814"/>
                    <a:pt x="1878" y="1716"/>
                    <a:pt x="1770" y="1653"/>
                  </a:cubicBezTo>
                  <a:cubicBezTo>
                    <a:pt x="1717" y="1624"/>
                    <a:pt x="1683" y="1575"/>
                    <a:pt x="1673" y="1512"/>
                  </a:cubicBezTo>
                  <a:cubicBezTo>
                    <a:pt x="1629" y="1351"/>
                    <a:pt x="1527" y="1209"/>
                    <a:pt x="1390" y="1117"/>
                  </a:cubicBezTo>
                  <a:cubicBezTo>
                    <a:pt x="1458" y="1005"/>
                    <a:pt x="1507" y="883"/>
                    <a:pt x="1536" y="756"/>
                  </a:cubicBezTo>
                  <a:cubicBezTo>
                    <a:pt x="1556" y="678"/>
                    <a:pt x="1541" y="590"/>
                    <a:pt x="1497" y="522"/>
                  </a:cubicBezTo>
                  <a:cubicBezTo>
                    <a:pt x="1449" y="449"/>
                    <a:pt x="1376" y="395"/>
                    <a:pt x="1288" y="381"/>
                  </a:cubicBezTo>
                  <a:lnTo>
                    <a:pt x="1273" y="376"/>
                  </a:lnTo>
                  <a:cubicBezTo>
                    <a:pt x="1263" y="376"/>
                    <a:pt x="1249" y="371"/>
                    <a:pt x="1234" y="371"/>
                  </a:cubicBezTo>
                  <a:cubicBezTo>
                    <a:pt x="1244" y="342"/>
                    <a:pt x="1244" y="312"/>
                    <a:pt x="1244" y="283"/>
                  </a:cubicBezTo>
                  <a:cubicBezTo>
                    <a:pt x="1244" y="215"/>
                    <a:pt x="1220" y="147"/>
                    <a:pt x="1171" y="103"/>
                  </a:cubicBezTo>
                  <a:cubicBezTo>
                    <a:pt x="1117" y="44"/>
                    <a:pt x="1044" y="15"/>
                    <a:pt x="966" y="15"/>
                  </a:cubicBezTo>
                  <a:lnTo>
                    <a:pt x="976" y="1"/>
                  </a:lnTo>
                  <a:close/>
                </a:path>
              </a:pathLst>
            </a:custGeom>
            <a:solidFill>
              <a:srgbClr val="0B352D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0" name="Google Shape;3908;p75"/>
            <p:cNvSpPr/>
            <p:nvPr/>
          </p:nvSpPr>
          <p:spPr>
            <a:xfrm rot="966000">
              <a:off x="1986120" y="2213640"/>
              <a:ext cx="71280" cy="81720"/>
            </a:xfrm>
            <a:custGeom>
              <a:avLst/>
              <a:gdLst>
                <a:gd name="textAreaLeft" fmla="*/ 0 w 71280"/>
                <a:gd name="textAreaRight" fmla="*/ 71640 w 71280"/>
                <a:gd name="textAreaTop" fmla="*/ 0 h 81720"/>
                <a:gd name="textAreaBottom" fmla="*/ 82080 h 81720"/>
              </a:gdLst>
              <a:ahLst/>
              <a:cxnLst/>
              <a:rect l="textAreaLeft" t="textAreaTop" r="textAreaRight" b="textAreaBottom"/>
              <a:pathLst>
                <a:path w="1468" h="1683">
                  <a:moveTo>
                    <a:pt x="391" y="1682"/>
                  </a:moveTo>
                  <a:cubicBezTo>
                    <a:pt x="298" y="1677"/>
                    <a:pt x="205" y="1648"/>
                    <a:pt x="127" y="1594"/>
                  </a:cubicBezTo>
                  <a:cubicBezTo>
                    <a:pt x="59" y="1541"/>
                    <a:pt x="10" y="1463"/>
                    <a:pt x="5" y="1375"/>
                  </a:cubicBezTo>
                  <a:cubicBezTo>
                    <a:pt x="1" y="1307"/>
                    <a:pt x="25" y="1243"/>
                    <a:pt x="79" y="1200"/>
                  </a:cubicBezTo>
                  <a:lnTo>
                    <a:pt x="93" y="1180"/>
                  </a:lnTo>
                  <a:cubicBezTo>
                    <a:pt x="98" y="1180"/>
                    <a:pt x="108" y="1175"/>
                    <a:pt x="113" y="1170"/>
                  </a:cubicBezTo>
                  <a:lnTo>
                    <a:pt x="132" y="1141"/>
                  </a:lnTo>
                  <a:cubicBezTo>
                    <a:pt x="161" y="1097"/>
                    <a:pt x="191" y="1053"/>
                    <a:pt x="215" y="1009"/>
                  </a:cubicBezTo>
                  <a:cubicBezTo>
                    <a:pt x="235" y="966"/>
                    <a:pt x="225" y="951"/>
                    <a:pt x="210" y="936"/>
                  </a:cubicBezTo>
                  <a:cubicBezTo>
                    <a:pt x="142" y="878"/>
                    <a:pt x="113" y="780"/>
                    <a:pt x="132" y="693"/>
                  </a:cubicBezTo>
                  <a:cubicBezTo>
                    <a:pt x="137" y="654"/>
                    <a:pt x="142" y="615"/>
                    <a:pt x="142" y="581"/>
                  </a:cubicBezTo>
                  <a:lnTo>
                    <a:pt x="142" y="507"/>
                  </a:lnTo>
                  <a:cubicBezTo>
                    <a:pt x="147" y="420"/>
                    <a:pt x="220" y="351"/>
                    <a:pt x="308" y="351"/>
                  </a:cubicBezTo>
                  <a:lnTo>
                    <a:pt x="386" y="347"/>
                  </a:lnTo>
                  <a:cubicBezTo>
                    <a:pt x="420" y="347"/>
                    <a:pt x="454" y="347"/>
                    <a:pt x="488" y="342"/>
                  </a:cubicBezTo>
                  <a:cubicBezTo>
                    <a:pt x="498" y="317"/>
                    <a:pt x="508" y="293"/>
                    <a:pt x="512" y="273"/>
                  </a:cubicBezTo>
                  <a:lnTo>
                    <a:pt x="537" y="210"/>
                  </a:lnTo>
                  <a:cubicBezTo>
                    <a:pt x="581" y="103"/>
                    <a:pt x="683" y="25"/>
                    <a:pt x="800" y="15"/>
                  </a:cubicBezTo>
                  <a:lnTo>
                    <a:pt x="883" y="0"/>
                  </a:lnTo>
                  <a:lnTo>
                    <a:pt x="975" y="15"/>
                  </a:lnTo>
                  <a:cubicBezTo>
                    <a:pt x="1039" y="25"/>
                    <a:pt x="1107" y="35"/>
                    <a:pt x="1175" y="49"/>
                  </a:cubicBezTo>
                  <a:cubicBezTo>
                    <a:pt x="1229" y="64"/>
                    <a:pt x="1278" y="98"/>
                    <a:pt x="1312" y="142"/>
                  </a:cubicBezTo>
                  <a:cubicBezTo>
                    <a:pt x="1341" y="181"/>
                    <a:pt x="1370" y="230"/>
                    <a:pt x="1395" y="273"/>
                  </a:cubicBezTo>
                  <a:cubicBezTo>
                    <a:pt x="1468" y="395"/>
                    <a:pt x="1448" y="551"/>
                    <a:pt x="1346" y="644"/>
                  </a:cubicBezTo>
                  <a:cubicBezTo>
                    <a:pt x="1331" y="654"/>
                    <a:pt x="1322" y="668"/>
                    <a:pt x="1307" y="683"/>
                  </a:cubicBezTo>
                  <a:cubicBezTo>
                    <a:pt x="1287" y="712"/>
                    <a:pt x="1287" y="727"/>
                    <a:pt x="1287" y="732"/>
                  </a:cubicBezTo>
                  <a:cubicBezTo>
                    <a:pt x="1292" y="761"/>
                    <a:pt x="1297" y="790"/>
                    <a:pt x="1307" y="824"/>
                  </a:cubicBezTo>
                  <a:cubicBezTo>
                    <a:pt x="1346" y="1000"/>
                    <a:pt x="1307" y="1180"/>
                    <a:pt x="1205" y="1326"/>
                  </a:cubicBezTo>
                  <a:cubicBezTo>
                    <a:pt x="1170" y="1395"/>
                    <a:pt x="1102" y="1438"/>
                    <a:pt x="1029" y="1448"/>
                  </a:cubicBezTo>
                  <a:cubicBezTo>
                    <a:pt x="927" y="1463"/>
                    <a:pt x="834" y="1497"/>
                    <a:pt x="751" y="1550"/>
                  </a:cubicBezTo>
                  <a:cubicBezTo>
                    <a:pt x="688" y="1594"/>
                    <a:pt x="620" y="1624"/>
                    <a:pt x="547" y="1653"/>
                  </a:cubicBezTo>
                  <a:cubicBezTo>
                    <a:pt x="498" y="1667"/>
                    <a:pt x="444" y="1677"/>
                    <a:pt x="391" y="1682"/>
                  </a:cubicBezTo>
                  <a:close/>
                </a:path>
              </a:pathLst>
            </a:custGeom>
            <a:solidFill>
              <a:srgbClr val="9BDAD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1040" bIns="41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1" name="Google Shape;3909;p75"/>
            <p:cNvSpPr/>
            <p:nvPr/>
          </p:nvSpPr>
          <p:spPr>
            <a:xfrm rot="966000">
              <a:off x="1981440" y="2208600"/>
              <a:ext cx="81720" cy="91080"/>
            </a:xfrm>
            <a:custGeom>
              <a:avLst/>
              <a:gdLst>
                <a:gd name="textAreaLeft" fmla="*/ 0 w 81720"/>
                <a:gd name="textAreaRight" fmla="*/ 82080 w 81720"/>
                <a:gd name="textAreaTop" fmla="*/ 0 h 91080"/>
                <a:gd name="textAreaBottom" fmla="*/ 91440 h 91080"/>
              </a:gdLst>
              <a:ahLst/>
              <a:cxnLst/>
              <a:rect l="textAreaLeft" t="textAreaTop" r="textAreaRight" b="textAreaBottom"/>
              <a:pathLst>
                <a:path w="1682" h="1877">
                  <a:moveTo>
                    <a:pt x="985" y="205"/>
                  </a:moveTo>
                  <a:cubicBezTo>
                    <a:pt x="1068" y="219"/>
                    <a:pt x="1160" y="229"/>
                    <a:pt x="1248" y="249"/>
                  </a:cubicBezTo>
                  <a:cubicBezTo>
                    <a:pt x="1282" y="258"/>
                    <a:pt x="1306" y="278"/>
                    <a:pt x="1326" y="307"/>
                  </a:cubicBezTo>
                  <a:cubicBezTo>
                    <a:pt x="1355" y="341"/>
                    <a:pt x="1380" y="380"/>
                    <a:pt x="1399" y="424"/>
                  </a:cubicBezTo>
                  <a:cubicBezTo>
                    <a:pt x="1453" y="502"/>
                    <a:pt x="1438" y="609"/>
                    <a:pt x="1370" y="673"/>
                  </a:cubicBezTo>
                  <a:cubicBezTo>
                    <a:pt x="1355" y="687"/>
                    <a:pt x="1336" y="707"/>
                    <a:pt x="1321" y="721"/>
                  </a:cubicBezTo>
                  <a:cubicBezTo>
                    <a:pt x="1292" y="756"/>
                    <a:pt x="1277" y="804"/>
                    <a:pt x="1282" y="848"/>
                  </a:cubicBezTo>
                  <a:cubicBezTo>
                    <a:pt x="1292" y="882"/>
                    <a:pt x="1297" y="916"/>
                    <a:pt x="1302" y="951"/>
                  </a:cubicBezTo>
                  <a:cubicBezTo>
                    <a:pt x="1336" y="1097"/>
                    <a:pt x="1306" y="1248"/>
                    <a:pt x="1219" y="1375"/>
                  </a:cubicBezTo>
                  <a:cubicBezTo>
                    <a:pt x="1194" y="1414"/>
                    <a:pt x="1155" y="1443"/>
                    <a:pt x="1111" y="1453"/>
                  </a:cubicBezTo>
                  <a:cubicBezTo>
                    <a:pt x="999" y="1467"/>
                    <a:pt x="892" y="1506"/>
                    <a:pt x="795" y="1570"/>
                  </a:cubicBezTo>
                  <a:cubicBezTo>
                    <a:pt x="736" y="1604"/>
                    <a:pt x="678" y="1633"/>
                    <a:pt x="614" y="1657"/>
                  </a:cubicBezTo>
                  <a:cubicBezTo>
                    <a:pt x="570" y="1672"/>
                    <a:pt x="531" y="1677"/>
                    <a:pt x="492" y="1682"/>
                  </a:cubicBezTo>
                  <a:cubicBezTo>
                    <a:pt x="419" y="1677"/>
                    <a:pt x="346" y="1657"/>
                    <a:pt x="288" y="1613"/>
                  </a:cubicBezTo>
                  <a:cubicBezTo>
                    <a:pt x="205" y="1550"/>
                    <a:pt x="176" y="1438"/>
                    <a:pt x="244" y="1375"/>
                  </a:cubicBezTo>
                  <a:cubicBezTo>
                    <a:pt x="258" y="1360"/>
                    <a:pt x="278" y="1345"/>
                    <a:pt x="293" y="1331"/>
                  </a:cubicBezTo>
                  <a:cubicBezTo>
                    <a:pt x="332" y="1272"/>
                    <a:pt x="371" y="1219"/>
                    <a:pt x="400" y="1155"/>
                  </a:cubicBezTo>
                  <a:cubicBezTo>
                    <a:pt x="439" y="1097"/>
                    <a:pt x="429" y="1019"/>
                    <a:pt x="380" y="970"/>
                  </a:cubicBezTo>
                  <a:cubicBezTo>
                    <a:pt x="336" y="931"/>
                    <a:pt x="317" y="873"/>
                    <a:pt x="327" y="819"/>
                  </a:cubicBezTo>
                  <a:cubicBezTo>
                    <a:pt x="336" y="751"/>
                    <a:pt x="341" y="683"/>
                    <a:pt x="341" y="614"/>
                  </a:cubicBezTo>
                  <a:cubicBezTo>
                    <a:pt x="346" y="580"/>
                    <a:pt x="375" y="556"/>
                    <a:pt x="410" y="556"/>
                  </a:cubicBezTo>
                  <a:cubicBezTo>
                    <a:pt x="478" y="551"/>
                    <a:pt x="546" y="551"/>
                    <a:pt x="614" y="546"/>
                  </a:cubicBezTo>
                  <a:cubicBezTo>
                    <a:pt x="639" y="541"/>
                    <a:pt x="658" y="527"/>
                    <a:pt x="668" y="512"/>
                  </a:cubicBezTo>
                  <a:cubicBezTo>
                    <a:pt x="692" y="458"/>
                    <a:pt x="707" y="405"/>
                    <a:pt x="731" y="351"/>
                  </a:cubicBezTo>
                  <a:cubicBezTo>
                    <a:pt x="761" y="273"/>
                    <a:pt x="834" y="224"/>
                    <a:pt x="912" y="219"/>
                  </a:cubicBezTo>
                  <a:lnTo>
                    <a:pt x="985" y="210"/>
                  </a:lnTo>
                  <a:lnTo>
                    <a:pt x="985" y="205"/>
                  </a:lnTo>
                  <a:close/>
                  <a:moveTo>
                    <a:pt x="985" y="0"/>
                  </a:moveTo>
                  <a:lnTo>
                    <a:pt x="955" y="5"/>
                  </a:lnTo>
                  <a:lnTo>
                    <a:pt x="941" y="5"/>
                  </a:lnTo>
                  <a:lnTo>
                    <a:pt x="882" y="15"/>
                  </a:lnTo>
                  <a:cubicBezTo>
                    <a:pt x="726" y="29"/>
                    <a:pt x="595" y="132"/>
                    <a:pt x="541" y="278"/>
                  </a:cubicBezTo>
                  <a:cubicBezTo>
                    <a:pt x="531" y="297"/>
                    <a:pt x="522" y="317"/>
                    <a:pt x="517" y="336"/>
                  </a:cubicBezTo>
                  <a:lnTo>
                    <a:pt x="517" y="341"/>
                  </a:lnTo>
                  <a:lnTo>
                    <a:pt x="483" y="341"/>
                  </a:lnTo>
                  <a:lnTo>
                    <a:pt x="400" y="346"/>
                  </a:lnTo>
                  <a:cubicBezTo>
                    <a:pt x="263" y="351"/>
                    <a:pt x="151" y="458"/>
                    <a:pt x="137" y="600"/>
                  </a:cubicBezTo>
                  <a:lnTo>
                    <a:pt x="137" y="678"/>
                  </a:lnTo>
                  <a:cubicBezTo>
                    <a:pt x="141" y="707"/>
                    <a:pt x="137" y="736"/>
                    <a:pt x="132" y="765"/>
                  </a:cubicBezTo>
                  <a:cubicBezTo>
                    <a:pt x="107" y="877"/>
                    <a:pt x="137" y="994"/>
                    <a:pt x="215" y="1077"/>
                  </a:cubicBezTo>
                  <a:cubicBezTo>
                    <a:pt x="195" y="1111"/>
                    <a:pt x="171" y="1146"/>
                    <a:pt x="146" y="1180"/>
                  </a:cubicBezTo>
                  <a:lnTo>
                    <a:pt x="132" y="1199"/>
                  </a:lnTo>
                  <a:lnTo>
                    <a:pt x="132" y="1204"/>
                  </a:lnTo>
                  <a:lnTo>
                    <a:pt x="107" y="1224"/>
                  </a:lnTo>
                  <a:cubicBezTo>
                    <a:pt x="39" y="1287"/>
                    <a:pt x="0" y="1380"/>
                    <a:pt x="5" y="1477"/>
                  </a:cubicBezTo>
                  <a:cubicBezTo>
                    <a:pt x="15" y="1594"/>
                    <a:pt x="73" y="1701"/>
                    <a:pt x="171" y="1769"/>
                  </a:cubicBezTo>
                  <a:cubicBezTo>
                    <a:pt x="263" y="1843"/>
                    <a:pt x="375" y="1877"/>
                    <a:pt x="492" y="1877"/>
                  </a:cubicBezTo>
                  <a:cubicBezTo>
                    <a:pt x="556" y="1877"/>
                    <a:pt x="624" y="1867"/>
                    <a:pt x="683" y="1847"/>
                  </a:cubicBezTo>
                  <a:cubicBezTo>
                    <a:pt x="761" y="1818"/>
                    <a:pt x="838" y="1784"/>
                    <a:pt x="907" y="1740"/>
                  </a:cubicBezTo>
                  <a:cubicBezTo>
                    <a:pt x="980" y="1691"/>
                    <a:pt x="1058" y="1662"/>
                    <a:pt x="1141" y="1648"/>
                  </a:cubicBezTo>
                  <a:cubicBezTo>
                    <a:pt x="1248" y="1633"/>
                    <a:pt x="1341" y="1570"/>
                    <a:pt x="1394" y="1477"/>
                  </a:cubicBezTo>
                  <a:cubicBezTo>
                    <a:pt x="1511" y="1311"/>
                    <a:pt x="1555" y="1102"/>
                    <a:pt x="1506" y="902"/>
                  </a:cubicBezTo>
                  <a:cubicBezTo>
                    <a:pt x="1501" y="877"/>
                    <a:pt x="1501" y="858"/>
                    <a:pt x="1497" y="838"/>
                  </a:cubicBezTo>
                  <a:lnTo>
                    <a:pt x="1511" y="824"/>
                  </a:lnTo>
                  <a:cubicBezTo>
                    <a:pt x="1652" y="697"/>
                    <a:pt x="1682" y="488"/>
                    <a:pt x="1584" y="327"/>
                  </a:cubicBezTo>
                  <a:cubicBezTo>
                    <a:pt x="1560" y="273"/>
                    <a:pt x="1526" y="224"/>
                    <a:pt x="1492" y="176"/>
                  </a:cubicBezTo>
                  <a:cubicBezTo>
                    <a:pt x="1443" y="112"/>
                    <a:pt x="1375" y="68"/>
                    <a:pt x="1297" y="49"/>
                  </a:cubicBezTo>
                  <a:cubicBezTo>
                    <a:pt x="1224" y="29"/>
                    <a:pt x="1155" y="20"/>
                    <a:pt x="1087" y="15"/>
                  </a:cubicBezTo>
                  <a:lnTo>
                    <a:pt x="1019" y="5"/>
                  </a:lnTo>
                  <a:lnTo>
                    <a:pt x="990" y="0"/>
                  </a:lnTo>
                  <a:close/>
                </a:path>
              </a:pathLst>
            </a:custGeom>
            <a:solidFill>
              <a:srgbClr val="0B352D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2" name="Google Shape;3910;p75"/>
            <p:cNvSpPr/>
            <p:nvPr/>
          </p:nvSpPr>
          <p:spPr>
            <a:xfrm rot="966000">
              <a:off x="3643560" y="3200400"/>
              <a:ext cx="34200" cy="65520"/>
            </a:xfrm>
            <a:custGeom>
              <a:avLst/>
              <a:gdLst>
                <a:gd name="textAreaLeft" fmla="*/ 0 w 34200"/>
                <a:gd name="textAreaRight" fmla="*/ 34560 w 34200"/>
                <a:gd name="textAreaTop" fmla="*/ 0 h 65520"/>
                <a:gd name="textAreaBottom" fmla="*/ 65880 h 65520"/>
              </a:gdLst>
              <a:ahLst/>
              <a:cxnLst/>
              <a:rect l="textAreaLeft" t="textAreaTop" r="textAreaRight" b="textAreaBottom"/>
              <a:pathLst>
                <a:path w="707" h="1351">
                  <a:moveTo>
                    <a:pt x="380" y="1351"/>
                  </a:moveTo>
                  <a:cubicBezTo>
                    <a:pt x="346" y="1351"/>
                    <a:pt x="312" y="1336"/>
                    <a:pt x="288" y="1316"/>
                  </a:cubicBezTo>
                  <a:cubicBezTo>
                    <a:pt x="273" y="1297"/>
                    <a:pt x="254" y="1282"/>
                    <a:pt x="239" y="1263"/>
                  </a:cubicBezTo>
                  <a:cubicBezTo>
                    <a:pt x="229" y="1248"/>
                    <a:pt x="219" y="1234"/>
                    <a:pt x="205" y="1224"/>
                  </a:cubicBezTo>
                  <a:cubicBezTo>
                    <a:pt x="29" y="1092"/>
                    <a:pt x="5" y="902"/>
                    <a:pt x="5" y="736"/>
                  </a:cubicBezTo>
                  <a:cubicBezTo>
                    <a:pt x="0" y="629"/>
                    <a:pt x="20" y="527"/>
                    <a:pt x="63" y="429"/>
                  </a:cubicBezTo>
                  <a:cubicBezTo>
                    <a:pt x="78" y="405"/>
                    <a:pt x="88" y="385"/>
                    <a:pt x="98" y="361"/>
                  </a:cubicBezTo>
                  <a:cubicBezTo>
                    <a:pt x="117" y="303"/>
                    <a:pt x="146" y="254"/>
                    <a:pt x="176" y="205"/>
                  </a:cubicBezTo>
                  <a:cubicBezTo>
                    <a:pt x="215" y="147"/>
                    <a:pt x="263" y="98"/>
                    <a:pt x="312" y="54"/>
                  </a:cubicBezTo>
                  <a:lnTo>
                    <a:pt x="332" y="34"/>
                  </a:lnTo>
                  <a:cubicBezTo>
                    <a:pt x="361" y="10"/>
                    <a:pt x="400" y="0"/>
                    <a:pt x="439" y="0"/>
                  </a:cubicBezTo>
                  <a:cubicBezTo>
                    <a:pt x="458" y="0"/>
                    <a:pt x="478" y="0"/>
                    <a:pt x="502" y="5"/>
                  </a:cubicBezTo>
                  <a:cubicBezTo>
                    <a:pt x="624" y="44"/>
                    <a:pt x="707" y="166"/>
                    <a:pt x="697" y="298"/>
                  </a:cubicBezTo>
                  <a:cubicBezTo>
                    <a:pt x="692" y="337"/>
                    <a:pt x="687" y="371"/>
                    <a:pt x="682" y="410"/>
                  </a:cubicBezTo>
                  <a:cubicBezTo>
                    <a:pt x="673" y="483"/>
                    <a:pt x="663" y="556"/>
                    <a:pt x="658" y="629"/>
                  </a:cubicBezTo>
                  <a:cubicBezTo>
                    <a:pt x="648" y="795"/>
                    <a:pt x="634" y="956"/>
                    <a:pt x="541" y="1107"/>
                  </a:cubicBezTo>
                  <a:cubicBezTo>
                    <a:pt x="531" y="1131"/>
                    <a:pt x="527" y="1151"/>
                    <a:pt x="522" y="1175"/>
                  </a:cubicBezTo>
                  <a:cubicBezTo>
                    <a:pt x="522" y="1199"/>
                    <a:pt x="517" y="1224"/>
                    <a:pt x="507" y="1248"/>
                  </a:cubicBezTo>
                  <a:cubicBezTo>
                    <a:pt x="492" y="1307"/>
                    <a:pt x="444" y="1351"/>
                    <a:pt x="380" y="1351"/>
                  </a:cubicBezTo>
                  <a:close/>
                </a:path>
              </a:pathLst>
            </a:custGeom>
            <a:solidFill>
              <a:srgbClr val="9BDAD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2760" bIns="327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3" name="Google Shape;3911;p75"/>
            <p:cNvSpPr/>
            <p:nvPr/>
          </p:nvSpPr>
          <p:spPr>
            <a:xfrm rot="966000">
              <a:off x="3638880" y="3195000"/>
              <a:ext cx="44280" cy="75600"/>
            </a:xfrm>
            <a:custGeom>
              <a:avLst/>
              <a:gdLst>
                <a:gd name="textAreaLeft" fmla="*/ 0 w 44280"/>
                <a:gd name="textAreaRight" fmla="*/ 44640 w 44280"/>
                <a:gd name="textAreaTop" fmla="*/ 0 h 75600"/>
                <a:gd name="textAreaBottom" fmla="*/ 75960 h 75600"/>
              </a:gdLst>
              <a:ahLst/>
              <a:cxnLst/>
              <a:rect l="textAreaLeft" t="textAreaTop" r="textAreaRight" b="textAreaBottom"/>
              <a:pathLst>
                <a:path w="918" h="1557">
                  <a:moveTo>
                    <a:pt x="542" y="206"/>
                  </a:moveTo>
                  <a:cubicBezTo>
                    <a:pt x="552" y="206"/>
                    <a:pt x="561" y="206"/>
                    <a:pt x="571" y="211"/>
                  </a:cubicBezTo>
                  <a:cubicBezTo>
                    <a:pt x="649" y="235"/>
                    <a:pt x="703" y="308"/>
                    <a:pt x="698" y="391"/>
                  </a:cubicBezTo>
                  <a:cubicBezTo>
                    <a:pt x="683" y="508"/>
                    <a:pt x="664" y="620"/>
                    <a:pt x="659" y="732"/>
                  </a:cubicBezTo>
                  <a:cubicBezTo>
                    <a:pt x="649" y="883"/>
                    <a:pt x="639" y="1029"/>
                    <a:pt x="556" y="1161"/>
                  </a:cubicBezTo>
                  <a:cubicBezTo>
                    <a:pt x="532" y="1215"/>
                    <a:pt x="517" y="1268"/>
                    <a:pt x="513" y="1322"/>
                  </a:cubicBezTo>
                  <a:cubicBezTo>
                    <a:pt x="508" y="1341"/>
                    <a:pt x="493" y="1351"/>
                    <a:pt x="483" y="1351"/>
                  </a:cubicBezTo>
                  <a:cubicBezTo>
                    <a:pt x="474" y="1351"/>
                    <a:pt x="464" y="1351"/>
                    <a:pt x="459" y="1341"/>
                  </a:cubicBezTo>
                  <a:cubicBezTo>
                    <a:pt x="430" y="1307"/>
                    <a:pt x="400" y="1278"/>
                    <a:pt x="371" y="1244"/>
                  </a:cubicBezTo>
                  <a:cubicBezTo>
                    <a:pt x="235" y="1142"/>
                    <a:pt x="210" y="1000"/>
                    <a:pt x="210" y="839"/>
                  </a:cubicBezTo>
                  <a:cubicBezTo>
                    <a:pt x="205" y="752"/>
                    <a:pt x="225" y="659"/>
                    <a:pt x="264" y="581"/>
                  </a:cubicBezTo>
                  <a:cubicBezTo>
                    <a:pt x="293" y="508"/>
                    <a:pt x="327" y="435"/>
                    <a:pt x="366" y="367"/>
                  </a:cubicBezTo>
                  <a:cubicBezTo>
                    <a:pt x="405" y="308"/>
                    <a:pt x="454" y="259"/>
                    <a:pt x="508" y="215"/>
                  </a:cubicBezTo>
                  <a:cubicBezTo>
                    <a:pt x="517" y="211"/>
                    <a:pt x="532" y="206"/>
                    <a:pt x="542" y="206"/>
                  </a:cubicBezTo>
                  <a:close/>
                  <a:moveTo>
                    <a:pt x="542" y="1"/>
                  </a:moveTo>
                  <a:cubicBezTo>
                    <a:pt x="478" y="1"/>
                    <a:pt x="420" y="20"/>
                    <a:pt x="371" y="64"/>
                  </a:cubicBezTo>
                  <a:lnTo>
                    <a:pt x="352" y="84"/>
                  </a:lnTo>
                  <a:cubicBezTo>
                    <a:pt x="288" y="133"/>
                    <a:pt x="240" y="186"/>
                    <a:pt x="196" y="250"/>
                  </a:cubicBezTo>
                  <a:cubicBezTo>
                    <a:pt x="162" y="308"/>
                    <a:pt x="132" y="362"/>
                    <a:pt x="108" y="425"/>
                  </a:cubicBezTo>
                  <a:cubicBezTo>
                    <a:pt x="98" y="445"/>
                    <a:pt x="88" y="469"/>
                    <a:pt x="79" y="488"/>
                  </a:cubicBezTo>
                  <a:cubicBezTo>
                    <a:pt x="25" y="601"/>
                    <a:pt x="1" y="722"/>
                    <a:pt x="6" y="849"/>
                  </a:cubicBezTo>
                  <a:cubicBezTo>
                    <a:pt x="6" y="1020"/>
                    <a:pt x="35" y="1249"/>
                    <a:pt x="244" y="1405"/>
                  </a:cubicBezTo>
                  <a:cubicBezTo>
                    <a:pt x="254" y="1415"/>
                    <a:pt x="259" y="1419"/>
                    <a:pt x="264" y="1429"/>
                  </a:cubicBezTo>
                  <a:cubicBezTo>
                    <a:pt x="283" y="1454"/>
                    <a:pt x="303" y="1473"/>
                    <a:pt x="322" y="1493"/>
                  </a:cubicBezTo>
                  <a:cubicBezTo>
                    <a:pt x="368" y="1536"/>
                    <a:pt x="426" y="1557"/>
                    <a:pt x="483" y="1557"/>
                  </a:cubicBezTo>
                  <a:cubicBezTo>
                    <a:pt x="584" y="1557"/>
                    <a:pt x="683" y="1493"/>
                    <a:pt x="708" y="1380"/>
                  </a:cubicBezTo>
                  <a:cubicBezTo>
                    <a:pt x="717" y="1351"/>
                    <a:pt x="722" y="1322"/>
                    <a:pt x="727" y="1298"/>
                  </a:cubicBezTo>
                  <a:cubicBezTo>
                    <a:pt x="727" y="1283"/>
                    <a:pt x="727" y="1273"/>
                    <a:pt x="732" y="1263"/>
                  </a:cubicBezTo>
                  <a:cubicBezTo>
                    <a:pt x="839" y="1088"/>
                    <a:pt x="854" y="908"/>
                    <a:pt x="859" y="742"/>
                  </a:cubicBezTo>
                  <a:cubicBezTo>
                    <a:pt x="863" y="674"/>
                    <a:pt x="873" y="605"/>
                    <a:pt x="883" y="527"/>
                  </a:cubicBezTo>
                  <a:cubicBezTo>
                    <a:pt x="893" y="493"/>
                    <a:pt x="898" y="454"/>
                    <a:pt x="902" y="415"/>
                  </a:cubicBezTo>
                  <a:cubicBezTo>
                    <a:pt x="917" y="235"/>
                    <a:pt x="805" y="69"/>
                    <a:pt x="630" y="16"/>
                  </a:cubicBezTo>
                  <a:cubicBezTo>
                    <a:pt x="600" y="6"/>
                    <a:pt x="571" y="1"/>
                    <a:pt x="542" y="1"/>
                  </a:cubicBezTo>
                  <a:close/>
                </a:path>
              </a:pathLst>
            </a:custGeom>
            <a:solidFill>
              <a:srgbClr val="0B352D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7800" bIns="378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4" name="Google Shape;3912;p75"/>
            <p:cNvSpPr/>
            <p:nvPr/>
          </p:nvSpPr>
          <p:spPr>
            <a:xfrm rot="966000">
              <a:off x="968040" y="1977840"/>
              <a:ext cx="1782000" cy="1490040"/>
            </a:xfrm>
            <a:custGeom>
              <a:avLst/>
              <a:gdLst>
                <a:gd name="textAreaLeft" fmla="*/ 0 w 1782000"/>
                <a:gd name="textAreaRight" fmla="*/ 1782360 w 1782000"/>
                <a:gd name="textAreaTop" fmla="*/ 0 h 1490040"/>
                <a:gd name="textAreaBottom" fmla="*/ 1490400 h 1490040"/>
              </a:gdLst>
              <a:ahLst/>
              <a:cxnLst/>
              <a:rect l="textAreaLeft" t="textAreaTop" r="textAreaRight" b="textAreaBottom"/>
              <a:pathLst>
                <a:path w="36519" h="30538">
                  <a:moveTo>
                    <a:pt x="9537" y="1"/>
                  </a:moveTo>
                  <a:cubicBezTo>
                    <a:pt x="7871" y="1"/>
                    <a:pt x="6235" y="390"/>
                    <a:pt x="4831" y="1262"/>
                  </a:cubicBezTo>
                  <a:cubicBezTo>
                    <a:pt x="1" y="4270"/>
                    <a:pt x="415" y="11016"/>
                    <a:pt x="1941" y="15539"/>
                  </a:cubicBezTo>
                  <a:cubicBezTo>
                    <a:pt x="3725" y="20828"/>
                    <a:pt x="7736" y="25249"/>
                    <a:pt x="12859" y="28134"/>
                  </a:cubicBezTo>
                  <a:cubicBezTo>
                    <a:pt x="14585" y="29094"/>
                    <a:pt x="16388" y="29904"/>
                    <a:pt x="18260" y="30537"/>
                  </a:cubicBezTo>
                  <a:cubicBezTo>
                    <a:pt x="20127" y="29904"/>
                    <a:pt x="21935" y="29094"/>
                    <a:pt x="23661" y="28134"/>
                  </a:cubicBezTo>
                  <a:cubicBezTo>
                    <a:pt x="28783" y="25249"/>
                    <a:pt x="32795" y="20828"/>
                    <a:pt x="34579" y="15539"/>
                  </a:cubicBezTo>
                  <a:cubicBezTo>
                    <a:pt x="36100" y="11016"/>
                    <a:pt x="36519" y="4270"/>
                    <a:pt x="31684" y="1262"/>
                  </a:cubicBezTo>
                  <a:cubicBezTo>
                    <a:pt x="30281" y="390"/>
                    <a:pt x="28647" y="1"/>
                    <a:pt x="26981" y="1"/>
                  </a:cubicBezTo>
                  <a:cubicBezTo>
                    <a:pt x="23669" y="1"/>
                    <a:pt x="20235" y="1540"/>
                    <a:pt x="18260" y="3875"/>
                  </a:cubicBezTo>
                  <a:cubicBezTo>
                    <a:pt x="16285" y="1540"/>
                    <a:pt x="12850" y="1"/>
                    <a:pt x="9537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5" name="Google Shape;3913;p75"/>
            <p:cNvSpPr/>
            <p:nvPr/>
          </p:nvSpPr>
          <p:spPr>
            <a:xfrm rot="966000">
              <a:off x="969480" y="1972440"/>
              <a:ext cx="1779120" cy="1500840"/>
            </a:xfrm>
            <a:custGeom>
              <a:avLst/>
              <a:gdLst>
                <a:gd name="textAreaLeft" fmla="*/ 0 w 1779120"/>
                <a:gd name="textAreaRight" fmla="*/ 1779480 w 1779120"/>
                <a:gd name="textAreaTop" fmla="*/ 0 h 1500840"/>
                <a:gd name="textAreaBottom" fmla="*/ 1501200 h 1500840"/>
              </a:gdLst>
              <a:ahLst/>
              <a:cxnLst/>
              <a:rect l="textAreaLeft" t="textAreaTop" r="textAreaRight" b="textAreaBottom"/>
              <a:pathLst>
                <a:path w="36461" h="30756">
                  <a:moveTo>
                    <a:pt x="26832" y="236"/>
                  </a:moveTo>
                  <a:cubicBezTo>
                    <a:pt x="28625" y="236"/>
                    <a:pt x="30313" y="661"/>
                    <a:pt x="31601" y="1461"/>
                  </a:cubicBezTo>
                  <a:cubicBezTo>
                    <a:pt x="36251" y="4351"/>
                    <a:pt x="36041" y="10893"/>
                    <a:pt x="34447" y="15621"/>
                  </a:cubicBezTo>
                  <a:cubicBezTo>
                    <a:pt x="32727" y="20724"/>
                    <a:pt x="28866" y="25174"/>
                    <a:pt x="23578" y="28157"/>
                  </a:cubicBezTo>
                  <a:cubicBezTo>
                    <a:pt x="21867" y="29108"/>
                    <a:pt x="20078" y="29907"/>
                    <a:pt x="18226" y="30541"/>
                  </a:cubicBezTo>
                  <a:cubicBezTo>
                    <a:pt x="16374" y="29907"/>
                    <a:pt x="14585" y="29108"/>
                    <a:pt x="12879" y="28157"/>
                  </a:cubicBezTo>
                  <a:cubicBezTo>
                    <a:pt x="7585" y="25174"/>
                    <a:pt x="3725" y="20724"/>
                    <a:pt x="2009" y="15621"/>
                  </a:cubicBezTo>
                  <a:cubicBezTo>
                    <a:pt x="415" y="10893"/>
                    <a:pt x="206" y="4351"/>
                    <a:pt x="4856" y="1461"/>
                  </a:cubicBezTo>
                  <a:cubicBezTo>
                    <a:pt x="6143" y="662"/>
                    <a:pt x="7829" y="238"/>
                    <a:pt x="9628" y="238"/>
                  </a:cubicBezTo>
                  <a:cubicBezTo>
                    <a:pt x="12625" y="238"/>
                    <a:pt x="15930" y="1432"/>
                    <a:pt x="18148" y="4054"/>
                  </a:cubicBezTo>
                  <a:lnTo>
                    <a:pt x="18226" y="4147"/>
                  </a:lnTo>
                  <a:lnTo>
                    <a:pt x="18304" y="4054"/>
                  </a:lnTo>
                  <a:cubicBezTo>
                    <a:pt x="20526" y="1429"/>
                    <a:pt x="23828" y="236"/>
                    <a:pt x="26832" y="236"/>
                  </a:cubicBezTo>
                  <a:close/>
                  <a:moveTo>
                    <a:pt x="26947" y="0"/>
                  </a:moveTo>
                  <a:cubicBezTo>
                    <a:pt x="23600" y="0"/>
                    <a:pt x="20184" y="1582"/>
                    <a:pt x="18226" y="3830"/>
                  </a:cubicBezTo>
                  <a:cubicBezTo>
                    <a:pt x="16739" y="2119"/>
                    <a:pt x="14478" y="832"/>
                    <a:pt x="11997" y="286"/>
                  </a:cubicBezTo>
                  <a:cubicBezTo>
                    <a:pt x="11150" y="100"/>
                    <a:pt x="10314" y="8"/>
                    <a:pt x="9504" y="8"/>
                  </a:cubicBezTo>
                  <a:cubicBezTo>
                    <a:pt x="7744" y="8"/>
                    <a:pt x="6105" y="443"/>
                    <a:pt x="4744" y="1290"/>
                  </a:cubicBezTo>
                  <a:cubicBezTo>
                    <a:pt x="1" y="4244"/>
                    <a:pt x="196" y="10888"/>
                    <a:pt x="1814" y="15684"/>
                  </a:cubicBezTo>
                  <a:cubicBezTo>
                    <a:pt x="3549" y="20841"/>
                    <a:pt x="7439" y="25330"/>
                    <a:pt x="12776" y="28333"/>
                  </a:cubicBezTo>
                  <a:cubicBezTo>
                    <a:pt x="14507" y="29298"/>
                    <a:pt x="16320" y="30107"/>
                    <a:pt x="18192" y="30746"/>
                  </a:cubicBezTo>
                  <a:lnTo>
                    <a:pt x="18226" y="30755"/>
                  </a:lnTo>
                  <a:lnTo>
                    <a:pt x="18260" y="30746"/>
                  </a:lnTo>
                  <a:cubicBezTo>
                    <a:pt x="20137" y="30107"/>
                    <a:pt x="21950" y="29298"/>
                    <a:pt x="23680" y="28333"/>
                  </a:cubicBezTo>
                  <a:cubicBezTo>
                    <a:pt x="29013" y="25330"/>
                    <a:pt x="32907" y="20836"/>
                    <a:pt x="34642" y="15684"/>
                  </a:cubicBezTo>
                  <a:cubicBezTo>
                    <a:pt x="36256" y="10888"/>
                    <a:pt x="36460" y="4239"/>
                    <a:pt x="31708" y="1290"/>
                  </a:cubicBezTo>
                  <a:cubicBezTo>
                    <a:pt x="30264" y="393"/>
                    <a:pt x="28614" y="0"/>
                    <a:pt x="2694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6" name="Google Shape;3914;p75"/>
            <p:cNvSpPr/>
            <p:nvPr/>
          </p:nvSpPr>
          <p:spPr>
            <a:xfrm rot="966000">
              <a:off x="1920600" y="2732400"/>
              <a:ext cx="591480" cy="703800"/>
            </a:xfrm>
            <a:custGeom>
              <a:avLst/>
              <a:gdLst>
                <a:gd name="textAreaLeft" fmla="*/ 0 w 591480"/>
                <a:gd name="textAreaRight" fmla="*/ 591840 w 591480"/>
                <a:gd name="textAreaTop" fmla="*/ 0 h 703800"/>
                <a:gd name="textAreaBottom" fmla="*/ 704160 h 703800"/>
              </a:gdLst>
              <a:ahLst/>
              <a:cxnLst/>
              <a:rect l="textAreaLeft" t="textAreaTop" r="textAreaRight" b="textAreaBottom"/>
              <a:pathLst>
                <a:path w="12123" h="14424">
                  <a:moveTo>
                    <a:pt x="11923" y="1"/>
                  </a:moveTo>
                  <a:cubicBezTo>
                    <a:pt x="11879" y="206"/>
                    <a:pt x="11830" y="401"/>
                    <a:pt x="11782" y="596"/>
                  </a:cubicBezTo>
                  <a:lnTo>
                    <a:pt x="11982" y="644"/>
                  </a:lnTo>
                  <a:lnTo>
                    <a:pt x="11986" y="649"/>
                  </a:lnTo>
                  <a:cubicBezTo>
                    <a:pt x="12035" y="449"/>
                    <a:pt x="12079" y="249"/>
                    <a:pt x="12123" y="50"/>
                  </a:cubicBezTo>
                  <a:lnTo>
                    <a:pt x="11923" y="1"/>
                  </a:lnTo>
                  <a:close/>
                  <a:moveTo>
                    <a:pt x="11572" y="1380"/>
                  </a:moveTo>
                  <a:cubicBezTo>
                    <a:pt x="11348" y="2160"/>
                    <a:pt x="11075" y="2925"/>
                    <a:pt x="10758" y="3676"/>
                  </a:cubicBezTo>
                  <a:lnTo>
                    <a:pt x="10943" y="3754"/>
                  </a:lnTo>
                  <a:lnTo>
                    <a:pt x="10948" y="3754"/>
                  </a:lnTo>
                  <a:cubicBezTo>
                    <a:pt x="11265" y="2999"/>
                    <a:pt x="11543" y="2224"/>
                    <a:pt x="11767" y="1439"/>
                  </a:cubicBezTo>
                  <a:lnTo>
                    <a:pt x="11572" y="1380"/>
                  </a:lnTo>
                  <a:close/>
                  <a:moveTo>
                    <a:pt x="10510" y="4227"/>
                  </a:moveTo>
                  <a:cubicBezTo>
                    <a:pt x="10397" y="4475"/>
                    <a:pt x="10276" y="4719"/>
                    <a:pt x="10154" y="4958"/>
                  </a:cubicBezTo>
                  <a:lnTo>
                    <a:pt x="10334" y="5051"/>
                  </a:lnTo>
                  <a:cubicBezTo>
                    <a:pt x="10461" y="4812"/>
                    <a:pt x="10583" y="4563"/>
                    <a:pt x="10695" y="4315"/>
                  </a:cubicBezTo>
                  <a:lnTo>
                    <a:pt x="10510" y="4227"/>
                  </a:lnTo>
                  <a:close/>
                  <a:moveTo>
                    <a:pt x="8896" y="7039"/>
                  </a:moveTo>
                  <a:cubicBezTo>
                    <a:pt x="8779" y="7205"/>
                    <a:pt x="8662" y="7371"/>
                    <a:pt x="8540" y="7532"/>
                  </a:cubicBezTo>
                  <a:lnTo>
                    <a:pt x="8701" y="7654"/>
                  </a:lnTo>
                  <a:cubicBezTo>
                    <a:pt x="8823" y="7488"/>
                    <a:pt x="8945" y="7322"/>
                    <a:pt x="9062" y="7156"/>
                  </a:cubicBezTo>
                  <a:lnTo>
                    <a:pt x="8896" y="7039"/>
                  </a:lnTo>
                  <a:close/>
                  <a:moveTo>
                    <a:pt x="8038" y="8165"/>
                  </a:moveTo>
                  <a:cubicBezTo>
                    <a:pt x="7522" y="8794"/>
                    <a:pt x="6966" y="9384"/>
                    <a:pt x="6376" y="9940"/>
                  </a:cubicBezTo>
                  <a:lnTo>
                    <a:pt x="6518" y="10091"/>
                  </a:lnTo>
                  <a:cubicBezTo>
                    <a:pt x="7112" y="9530"/>
                    <a:pt x="7673" y="8931"/>
                    <a:pt x="8194" y="8297"/>
                  </a:cubicBezTo>
                  <a:lnTo>
                    <a:pt x="8038" y="8165"/>
                  </a:lnTo>
                  <a:close/>
                  <a:moveTo>
                    <a:pt x="5928" y="10354"/>
                  </a:moveTo>
                  <a:cubicBezTo>
                    <a:pt x="5728" y="10529"/>
                    <a:pt x="5518" y="10710"/>
                    <a:pt x="5309" y="10880"/>
                  </a:cubicBezTo>
                  <a:lnTo>
                    <a:pt x="5440" y="11036"/>
                  </a:lnTo>
                  <a:cubicBezTo>
                    <a:pt x="5650" y="10866"/>
                    <a:pt x="5859" y="10685"/>
                    <a:pt x="6064" y="10505"/>
                  </a:cubicBezTo>
                  <a:lnTo>
                    <a:pt x="5928" y="10354"/>
                  </a:lnTo>
                  <a:close/>
                  <a:moveTo>
                    <a:pt x="3349" y="12323"/>
                  </a:moveTo>
                  <a:cubicBezTo>
                    <a:pt x="3179" y="12435"/>
                    <a:pt x="3008" y="12547"/>
                    <a:pt x="2837" y="12655"/>
                  </a:cubicBezTo>
                  <a:lnTo>
                    <a:pt x="2945" y="12830"/>
                  </a:lnTo>
                  <a:cubicBezTo>
                    <a:pt x="3120" y="12718"/>
                    <a:pt x="3291" y="12606"/>
                    <a:pt x="3461" y="12494"/>
                  </a:cubicBezTo>
                  <a:lnTo>
                    <a:pt x="3349" y="12323"/>
                  </a:lnTo>
                  <a:close/>
                  <a:moveTo>
                    <a:pt x="2145" y="13079"/>
                  </a:moveTo>
                  <a:cubicBezTo>
                    <a:pt x="1468" y="13478"/>
                    <a:pt x="771" y="13858"/>
                    <a:pt x="1" y="14239"/>
                  </a:cubicBezTo>
                  <a:lnTo>
                    <a:pt x="88" y="14424"/>
                  </a:lnTo>
                  <a:cubicBezTo>
                    <a:pt x="863" y="14039"/>
                    <a:pt x="1570" y="13659"/>
                    <a:pt x="2248" y="13254"/>
                  </a:cubicBezTo>
                  <a:lnTo>
                    <a:pt x="2145" y="13079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7" name="Google Shape;3915;p75"/>
            <p:cNvSpPr/>
            <p:nvPr/>
          </p:nvSpPr>
          <p:spPr>
            <a:xfrm rot="966000">
              <a:off x="3270240" y="3260160"/>
              <a:ext cx="399960" cy="384840"/>
            </a:xfrm>
            <a:custGeom>
              <a:avLst/>
              <a:gdLst>
                <a:gd name="textAreaLeft" fmla="*/ 0 w 399960"/>
                <a:gd name="textAreaRight" fmla="*/ 400320 w 399960"/>
                <a:gd name="textAreaTop" fmla="*/ 0 h 384840"/>
                <a:gd name="textAreaBottom" fmla="*/ 385200 h 384840"/>
              </a:gdLst>
              <a:ahLst/>
              <a:cxnLst/>
              <a:rect l="textAreaLeft" t="textAreaTop" r="textAreaRight" b="textAreaBottom"/>
              <a:pathLst>
                <a:path w="8200" h="7890">
                  <a:moveTo>
                    <a:pt x="3951" y="500"/>
                  </a:moveTo>
                  <a:cubicBezTo>
                    <a:pt x="4393" y="500"/>
                    <a:pt x="4839" y="585"/>
                    <a:pt x="5265" y="761"/>
                  </a:cubicBezTo>
                  <a:cubicBezTo>
                    <a:pt x="6552" y="1297"/>
                    <a:pt x="7390" y="2549"/>
                    <a:pt x="7390" y="3943"/>
                  </a:cubicBezTo>
                  <a:cubicBezTo>
                    <a:pt x="7390" y="5849"/>
                    <a:pt x="5845" y="7390"/>
                    <a:pt x="3944" y="7390"/>
                  </a:cubicBezTo>
                  <a:cubicBezTo>
                    <a:pt x="2550" y="7390"/>
                    <a:pt x="1297" y="6551"/>
                    <a:pt x="761" y="5264"/>
                  </a:cubicBezTo>
                  <a:cubicBezTo>
                    <a:pt x="230" y="3978"/>
                    <a:pt x="522" y="2496"/>
                    <a:pt x="1507" y="1511"/>
                  </a:cubicBezTo>
                  <a:cubicBezTo>
                    <a:pt x="2170" y="851"/>
                    <a:pt x="3052" y="500"/>
                    <a:pt x="3951" y="500"/>
                  </a:cubicBezTo>
                  <a:close/>
                  <a:moveTo>
                    <a:pt x="3944" y="0"/>
                  </a:moveTo>
                  <a:cubicBezTo>
                    <a:pt x="1765" y="5"/>
                    <a:pt x="1" y="1770"/>
                    <a:pt x="1" y="3943"/>
                  </a:cubicBezTo>
                  <a:cubicBezTo>
                    <a:pt x="1" y="5542"/>
                    <a:pt x="961" y="6980"/>
                    <a:pt x="2433" y="7589"/>
                  </a:cubicBezTo>
                  <a:cubicBezTo>
                    <a:pt x="2922" y="7791"/>
                    <a:pt x="3436" y="7889"/>
                    <a:pt x="3944" y="7889"/>
                  </a:cubicBezTo>
                  <a:cubicBezTo>
                    <a:pt x="4971" y="7889"/>
                    <a:pt x="5979" y="7489"/>
                    <a:pt x="6732" y="6736"/>
                  </a:cubicBezTo>
                  <a:cubicBezTo>
                    <a:pt x="7863" y="5606"/>
                    <a:pt x="8199" y="3909"/>
                    <a:pt x="7590" y="2437"/>
                  </a:cubicBezTo>
                  <a:cubicBezTo>
                    <a:pt x="6976" y="960"/>
                    <a:pt x="5538" y="0"/>
                    <a:pt x="3944" y="0"/>
                  </a:cubicBezTo>
                  <a:close/>
                </a:path>
              </a:pathLst>
            </a:custGeom>
            <a:solidFill>
              <a:schemeClr val="dk2"/>
            </a:solidFill>
            <a:ln w="9525">
              <a:solidFill>
                <a:srgbClr val="78C0B5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8" name="Google Shape;3916;p75"/>
            <p:cNvSpPr/>
            <p:nvPr/>
          </p:nvSpPr>
          <p:spPr>
            <a:xfrm rot="966000">
              <a:off x="2613240" y="1181520"/>
              <a:ext cx="8640" cy="4788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47880"/>
                <a:gd name="textAreaBottom" fmla="*/ 48240 h 47880"/>
              </a:gdLst>
              <a:ahLst/>
              <a:cxnLst/>
              <a:rect l="textAreaLeft" t="textAreaTop" r="textAreaRight" b="textAreaBottom"/>
              <a:pathLst>
                <a:path w="181" h="985">
                  <a:moveTo>
                    <a:pt x="117" y="0"/>
                  </a:moveTo>
                  <a:lnTo>
                    <a:pt x="0" y="5"/>
                  </a:lnTo>
                  <a:lnTo>
                    <a:pt x="64" y="985"/>
                  </a:lnTo>
                  <a:lnTo>
                    <a:pt x="181" y="980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rgbClr val="38544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9" name="Google Shape;3917;p75"/>
            <p:cNvSpPr/>
            <p:nvPr/>
          </p:nvSpPr>
          <p:spPr>
            <a:xfrm rot="966000">
              <a:off x="2583000" y="1131120"/>
              <a:ext cx="39600" cy="152280"/>
            </a:xfrm>
            <a:custGeom>
              <a:avLst/>
              <a:gdLst>
                <a:gd name="textAreaLeft" fmla="*/ 0 w 39600"/>
                <a:gd name="textAreaRight" fmla="*/ 39960 w 39600"/>
                <a:gd name="textAreaTop" fmla="*/ 0 h 152280"/>
                <a:gd name="textAreaBottom" fmla="*/ 152640 h 152280"/>
              </a:gdLst>
              <a:ahLst/>
              <a:cxnLst/>
              <a:rect l="textAreaLeft" t="textAreaTop" r="textAreaRight" b="textAreaBottom"/>
              <a:pathLst>
                <a:path w="820" h="3131">
                  <a:moveTo>
                    <a:pt x="1" y="1"/>
                  </a:moveTo>
                  <a:lnTo>
                    <a:pt x="201" y="3130"/>
                  </a:lnTo>
                  <a:cubicBezTo>
                    <a:pt x="576" y="3008"/>
                    <a:pt x="820" y="2643"/>
                    <a:pt x="795" y="2253"/>
                  </a:cubicBezTo>
                  <a:lnTo>
                    <a:pt x="776" y="1931"/>
                  </a:lnTo>
                  <a:lnTo>
                    <a:pt x="659" y="1936"/>
                  </a:lnTo>
                  <a:lnTo>
                    <a:pt x="595" y="956"/>
                  </a:lnTo>
                  <a:lnTo>
                    <a:pt x="712" y="951"/>
                  </a:lnTo>
                  <a:lnTo>
                    <a:pt x="703" y="800"/>
                  </a:lnTo>
                  <a:cubicBezTo>
                    <a:pt x="678" y="400"/>
                    <a:pt x="391" y="74"/>
                    <a:pt x="1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6320" bIns="76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0" name="Google Shape;3918;p75"/>
            <p:cNvSpPr/>
            <p:nvPr/>
          </p:nvSpPr>
          <p:spPr>
            <a:xfrm rot="966000">
              <a:off x="2532240" y="1118880"/>
              <a:ext cx="61200" cy="155520"/>
            </a:xfrm>
            <a:custGeom>
              <a:avLst/>
              <a:gdLst>
                <a:gd name="textAreaLeft" fmla="*/ 0 w 61200"/>
                <a:gd name="textAreaRight" fmla="*/ 61560 w 61200"/>
                <a:gd name="textAreaTop" fmla="*/ 0 h 155520"/>
                <a:gd name="textAreaBottom" fmla="*/ 155880 h 155520"/>
              </a:gdLst>
              <a:ahLst/>
              <a:cxnLst/>
              <a:rect l="textAreaLeft" t="textAreaTop" r="textAreaRight" b="textAreaBottom"/>
              <a:pathLst>
                <a:path w="1263" h="3195">
                  <a:moveTo>
                    <a:pt x="899" y="0"/>
                  </a:moveTo>
                  <a:cubicBezTo>
                    <a:pt x="880" y="0"/>
                    <a:pt x="862" y="1"/>
                    <a:pt x="843" y="2"/>
                  </a:cubicBezTo>
                  <a:cubicBezTo>
                    <a:pt x="366" y="31"/>
                    <a:pt x="0" y="446"/>
                    <a:pt x="29" y="928"/>
                  </a:cubicBezTo>
                  <a:lnTo>
                    <a:pt x="122" y="2381"/>
                  </a:lnTo>
                  <a:cubicBezTo>
                    <a:pt x="151" y="2839"/>
                    <a:pt x="527" y="3195"/>
                    <a:pt x="985" y="3195"/>
                  </a:cubicBezTo>
                  <a:lnTo>
                    <a:pt x="1043" y="3195"/>
                  </a:lnTo>
                  <a:cubicBezTo>
                    <a:pt x="1116" y="3190"/>
                    <a:pt x="1189" y="3175"/>
                    <a:pt x="1263" y="3151"/>
                  </a:cubicBezTo>
                  <a:lnTo>
                    <a:pt x="1063" y="22"/>
                  </a:lnTo>
                  <a:lnTo>
                    <a:pt x="1068" y="17"/>
                  </a:lnTo>
                  <a:cubicBezTo>
                    <a:pt x="1013" y="6"/>
                    <a:pt x="955" y="0"/>
                    <a:pt x="899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7760" bIns="777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1" name="Google Shape;3919;p75"/>
            <p:cNvSpPr/>
            <p:nvPr/>
          </p:nvSpPr>
          <p:spPr>
            <a:xfrm rot="966000">
              <a:off x="2032920" y="983880"/>
              <a:ext cx="59760" cy="155520"/>
            </a:xfrm>
            <a:custGeom>
              <a:avLst/>
              <a:gdLst>
                <a:gd name="textAreaLeft" fmla="*/ 0 w 59760"/>
                <a:gd name="textAreaRight" fmla="*/ 60120 w 59760"/>
                <a:gd name="textAreaTop" fmla="*/ 0 h 155520"/>
                <a:gd name="textAreaBottom" fmla="*/ 155880 h 155520"/>
              </a:gdLst>
              <a:ahLst/>
              <a:cxnLst/>
              <a:rect l="textAreaLeft" t="textAreaTop" r="textAreaRight" b="textAreaBottom"/>
              <a:pathLst>
                <a:path w="1229" h="3197">
                  <a:moveTo>
                    <a:pt x="350" y="1"/>
                  </a:moveTo>
                  <a:cubicBezTo>
                    <a:pt x="295" y="1"/>
                    <a:pt x="241" y="6"/>
                    <a:pt x="186" y="17"/>
                  </a:cubicBezTo>
                  <a:lnTo>
                    <a:pt x="0" y="3151"/>
                  </a:lnTo>
                  <a:cubicBezTo>
                    <a:pt x="74" y="3176"/>
                    <a:pt x="147" y="3190"/>
                    <a:pt x="220" y="3195"/>
                  </a:cubicBezTo>
                  <a:cubicBezTo>
                    <a:pt x="238" y="3196"/>
                    <a:pt x="256" y="3197"/>
                    <a:pt x="273" y="3197"/>
                  </a:cubicBezTo>
                  <a:cubicBezTo>
                    <a:pt x="732" y="3197"/>
                    <a:pt x="1113" y="2836"/>
                    <a:pt x="1141" y="2376"/>
                  </a:cubicBezTo>
                  <a:lnTo>
                    <a:pt x="1229" y="924"/>
                  </a:lnTo>
                  <a:lnTo>
                    <a:pt x="1229" y="875"/>
                  </a:lnTo>
                  <a:cubicBezTo>
                    <a:pt x="1224" y="412"/>
                    <a:pt x="863" y="27"/>
                    <a:pt x="405" y="2"/>
                  </a:cubicBezTo>
                  <a:cubicBezTo>
                    <a:pt x="387" y="1"/>
                    <a:pt x="368" y="1"/>
                    <a:pt x="350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7760" bIns="777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2" name="Google Shape;3920;p75"/>
            <p:cNvSpPr/>
            <p:nvPr/>
          </p:nvSpPr>
          <p:spPr>
            <a:xfrm rot="966000">
              <a:off x="2004480" y="973440"/>
              <a:ext cx="38880" cy="152640"/>
            </a:xfrm>
            <a:custGeom>
              <a:avLst/>
              <a:gdLst>
                <a:gd name="textAreaLeft" fmla="*/ 0 w 38880"/>
                <a:gd name="textAreaRight" fmla="*/ 39240 w 38880"/>
                <a:gd name="textAreaTop" fmla="*/ 0 h 152640"/>
                <a:gd name="textAreaBottom" fmla="*/ 153000 h 152640"/>
              </a:gdLst>
              <a:ahLst/>
              <a:cxnLst/>
              <a:rect l="textAreaLeft" t="textAreaTop" r="textAreaRight" b="textAreaBottom"/>
              <a:pathLst>
                <a:path w="805" h="3135">
                  <a:moveTo>
                    <a:pt x="805" y="0"/>
                  </a:moveTo>
                  <a:lnTo>
                    <a:pt x="805" y="0"/>
                  </a:lnTo>
                  <a:cubicBezTo>
                    <a:pt x="420" y="78"/>
                    <a:pt x="132" y="405"/>
                    <a:pt x="108" y="804"/>
                  </a:cubicBezTo>
                  <a:lnTo>
                    <a:pt x="25" y="2257"/>
                  </a:lnTo>
                  <a:cubicBezTo>
                    <a:pt x="1" y="2652"/>
                    <a:pt x="244" y="3012"/>
                    <a:pt x="624" y="3134"/>
                  </a:cubicBezTo>
                  <a:lnTo>
                    <a:pt x="805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6320" bIns="76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3" name="Google Shape;3921;p75"/>
            <p:cNvSpPr/>
            <p:nvPr/>
          </p:nvSpPr>
          <p:spPr>
            <a:xfrm rot="966000">
              <a:off x="3107520" y="3111840"/>
              <a:ext cx="685440" cy="658440"/>
            </a:xfrm>
            <a:custGeom>
              <a:avLst/>
              <a:gdLst>
                <a:gd name="textAreaLeft" fmla="*/ 0 w 685440"/>
                <a:gd name="textAreaRight" fmla="*/ 685800 w 685440"/>
                <a:gd name="textAreaTop" fmla="*/ 0 h 658440"/>
                <a:gd name="textAreaBottom" fmla="*/ 658800 h 658440"/>
              </a:gdLst>
              <a:ahLst/>
              <a:cxnLst/>
              <a:rect l="textAreaLeft" t="textAreaTop" r="textAreaRight" b="textAreaBottom"/>
              <a:pathLst>
                <a:path w="14049" h="13498">
                  <a:moveTo>
                    <a:pt x="7299" y="588"/>
                  </a:moveTo>
                  <a:cubicBezTo>
                    <a:pt x="8093" y="588"/>
                    <a:pt x="8894" y="742"/>
                    <a:pt x="9656" y="1058"/>
                  </a:cubicBezTo>
                  <a:cubicBezTo>
                    <a:pt x="11962" y="2009"/>
                    <a:pt x="13463" y="4256"/>
                    <a:pt x="13463" y="6746"/>
                  </a:cubicBezTo>
                  <a:cubicBezTo>
                    <a:pt x="13463" y="10149"/>
                    <a:pt x="10704" y="12908"/>
                    <a:pt x="7302" y="12908"/>
                  </a:cubicBezTo>
                  <a:cubicBezTo>
                    <a:pt x="4807" y="12908"/>
                    <a:pt x="2564" y="11406"/>
                    <a:pt x="1609" y="9106"/>
                  </a:cubicBezTo>
                  <a:cubicBezTo>
                    <a:pt x="654" y="6805"/>
                    <a:pt x="1185" y="4153"/>
                    <a:pt x="2945" y="2394"/>
                  </a:cubicBezTo>
                  <a:cubicBezTo>
                    <a:pt x="4121" y="1214"/>
                    <a:pt x="5696" y="588"/>
                    <a:pt x="7299" y="588"/>
                  </a:cubicBezTo>
                  <a:close/>
                  <a:moveTo>
                    <a:pt x="7302" y="0"/>
                  </a:moveTo>
                  <a:cubicBezTo>
                    <a:pt x="4217" y="0"/>
                    <a:pt x="1526" y="2092"/>
                    <a:pt x="761" y="5075"/>
                  </a:cubicBezTo>
                  <a:cubicBezTo>
                    <a:pt x="1" y="8062"/>
                    <a:pt x="1356" y="11187"/>
                    <a:pt x="4066" y="12669"/>
                  </a:cubicBezTo>
                  <a:cubicBezTo>
                    <a:pt x="4719" y="13029"/>
                    <a:pt x="5430" y="13278"/>
                    <a:pt x="6171" y="13405"/>
                  </a:cubicBezTo>
                  <a:cubicBezTo>
                    <a:pt x="6547" y="13468"/>
                    <a:pt x="6922" y="13497"/>
                    <a:pt x="7302" y="13497"/>
                  </a:cubicBezTo>
                  <a:cubicBezTo>
                    <a:pt x="11026" y="13497"/>
                    <a:pt x="14048" y="10475"/>
                    <a:pt x="14048" y="6746"/>
                  </a:cubicBezTo>
                  <a:cubicBezTo>
                    <a:pt x="14048" y="3022"/>
                    <a:pt x="11026" y="0"/>
                    <a:pt x="7302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4" name="Google Shape;3922;p75"/>
            <p:cNvSpPr/>
            <p:nvPr/>
          </p:nvSpPr>
          <p:spPr>
            <a:xfrm rot="966000">
              <a:off x="3163320" y="3143520"/>
              <a:ext cx="624600" cy="601200"/>
            </a:xfrm>
            <a:custGeom>
              <a:avLst/>
              <a:gdLst>
                <a:gd name="textAreaLeft" fmla="*/ 0 w 624600"/>
                <a:gd name="textAreaRight" fmla="*/ 624960 w 624600"/>
                <a:gd name="textAreaTop" fmla="*/ 0 h 601200"/>
                <a:gd name="textAreaBottom" fmla="*/ 601560 h 601200"/>
              </a:gdLst>
              <a:ahLst/>
              <a:cxnLst/>
              <a:rect l="textAreaLeft" t="textAreaTop" r="textAreaRight" b="textAreaBottom"/>
              <a:pathLst>
                <a:path w="12805" h="12324">
                  <a:moveTo>
                    <a:pt x="6161" y="2218"/>
                  </a:moveTo>
                  <a:cubicBezTo>
                    <a:pt x="6670" y="2218"/>
                    <a:pt x="7183" y="2317"/>
                    <a:pt x="7672" y="2520"/>
                  </a:cubicBezTo>
                  <a:cubicBezTo>
                    <a:pt x="9144" y="3130"/>
                    <a:pt x="10104" y="4568"/>
                    <a:pt x="10104" y="6161"/>
                  </a:cubicBezTo>
                  <a:cubicBezTo>
                    <a:pt x="10104" y="8340"/>
                    <a:pt x="8340" y="10110"/>
                    <a:pt x="6161" y="10110"/>
                  </a:cubicBezTo>
                  <a:cubicBezTo>
                    <a:pt x="4567" y="10110"/>
                    <a:pt x="3129" y="9144"/>
                    <a:pt x="2515" y="7672"/>
                  </a:cubicBezTo>
                  <a:cubicBezTo>
                    <a:pt x="1906" y="6200"/>
                    <a:pt x="2247" y="4504"/>
                    <a:pt x="3373" y="3373"/>
                  </a:cubicBezTo>
                  <a:cubicBezTo>
                    <a:pt x="4126" y="2620"/>
                    <a:pt x="5134" y="2218"/>
                    <a:pt x="6161" y="2218"/>
                  </a:cubicBezTo>
                  <a:close/>
                  <a:moveTo>
                    <a:pt x="6161" y="0"/>
                  </a:moveTo>
                  <a:cubicBezTo>
                    <a:pt x="2759" y="0"/>
                    <a:pt x="0" y="2759"/>
                    <a:pt x="0" y="6161"/>
                  </a:cubicBezTo>
                  <a:cubicBezTo>
                    <a:pt x="0" y="8652"/>
                    <a:pt x="1501" y="10899"/>
                    <a:pt x="3802" y="11855"/>
                  </a:cubicBezTo>
                  <a:cubicBezTo>
                    <a:pt x="4565" y="12171"/>
                    <a:pt x="5365" y="12324"/>
                    <a:pt x="6158" y="12324"/>
                  </a:cubicBezTo>
                  <a:cubicBezTo>
                    <a:pt x="7762" y="12324"/>
                    <a:pt x="9338" y="11697"/>
                    <a:pt x="10519" y="10519"/>
                  </a:cubicBezTo>
                  <a:cubicBezTo>
                    <a:pt x="12278" y="8755"/>
                    <a:pt x="12805" y="6108"/>
                    <a:pt x="11854" y="3807"/>
                  </a:cubicBezTo>
                  <a:cubicBezTo>
                    <a:pt x="10899" y="1502"/>
                    <a:pt x="8652" y="0"/>
                    <a:pt x="6161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5" name="Google Shape;3923;p75"/>
            <p:cNvSpPr/>
            <p:nvPr/>
          </p:nvSpPr>
          <p:spPr>
            <a:xfrm rot="966000">
              <a:off x="1085040" y="2372040"/>
              <a:ext cx="2277360" cy="2126520"/>
            </a:xfrm>
            <a:custGeom>
              <a:avLst/>
              <a:gdLst>
                <a:gd name="textAreaLeft" fmla="*/ 0 w 2277360"/>
                <a:gd name="textAreaRight" fmla="*/ 2277720 w 2277360"/>
                <a:gd name="textAreaTop" fmla="*/ 0 h 2126520"/>
                <a:gd name="textAreaBottom" fmla="*/ 2126880 h 2126520"/>
              </a:gdLst>
              <a:ahLst/>
              <a:cxnLst/>
              <a:rect l="textAreaLeft" t="textAreaTop" r="textAreaRight" b="textAreaBottom"/>
              <a:pathLst>
                <a:path w="46667" h="43577">
                  <a:moveTo>
                    <a:pt x="23962" y="1"/>
                  </a:moveTo>
                  <a:lnTo>
                    <a:pt x="23304" y="11"/>
                  </a:lnTo>
                  <a:lnTo>
                    <a:pt x="22324" y="25"/>
                  </a:lnTo>
                  <a:lnTo>
                    <a:pt x="21720" y="35"/>
                  </a:lnTo>
                  <a:cubicBezTo>
                    <a:pt x="21788" y="4037"/>
                    <a:pt x="20789" y="7795"/>
                    <a:pt x="18907" y="10627"/>
                  </a:cubicBezTo>
                  <a:cubicBezTo>
                    <a:pt x="17118" y="13327"/>
                    <a:pt x="14740" y="14838"/>
                    <a:pt x="12220" y="14877"/>
                  </a:cubicBezTo>
                  <a:lnTo>
                    <a:pt x="12113" y="14877"/>
                  </a:lnTo>
                  <a:cubicBezTo>
                    <a:pt x="6790" y="14877"/>
                    <a:pt x="2374" y="8394"/>
                    <a:pt x="2242" y="352"/>
                  </a:cubicBezTo>
                  <a:lnTo>
                    <a:pt x="1531" y="361"/>
                  </a:lnTo>
                  <a:lnTo>
                    <a:pt x="551" y="376"/>
                  </a:lnTo>
                  <a:lnTo>
                    <a:pt x="0" y="386"/>
                  </a:lnTo>
                  <a:cubicBezTo>
                    <a:pt x="73" y="4836"/>
                    <a:pt x="1340" y="9008"/>
                    <a:pt x="3568" y="12147"/>
                  </a:cubicBezTo>
                  <a:cubicBezTo>
                    <a:pt x="5620" y="15028"/>
                    <a:pt x="8262" y="16739"/>
                    <a:pt x="11113" y="17061"/>
                  </a:cubicBezTo>
                  <a:cubicBezTo>
                    <a:pt x="11099" y="20463"/>
                    <a:pt x="11035" y="21896"/>
                    <a:pt x="10957" y="23656"/>
                  </a:cubicBezTo>
                  <a:cubicBezTo>
                    <a:pt x="10889" y="25220"/>
                    <a:pt x="10811" y="26990"/>
                    <a:pt x="10748" y="30543"/>
                  </a:cubicBezTo>
                  <a:cubicBezTo>
                    <a:pt x="10675" y="34345"/>
                    <a:pt x="10801" y="37986"/>
                    <a:pt x="13112" y="40745"/>
                  </a:cubicBezTo>
                  <a:cubicBezTo>
                    <a:pt x="14647" y="42582"/>
                    <a:pt x="17021" y="43577"/>
                    <a:pt x="19385" y="43577"/>
                  </a:cubicBezTo>
                  <a:cubicBezTo>
                    <a:pt x="19395" y="43577"/>
                    <a:pt x="19405" y="43577"/>
                    <a:pt x="19414" y="43577"/>
                  </a:cubicBezTo>
                  <a:cubicBezTo>
                    <a:pt x="20735" y="43577"/>
                    <a:pt x="22035" y="43250"/>
                    <a:pt x="23192" y="42617"/>
                  </a:cubicBezTo>
                  <a:cubicBezTo>
                    <a:pt x="25819" y="41159"/>
                    <a:pt x="27223" y="38547"/>
                    <a:pt x="28583" y="36017"/>
                  </a:cubicBezTo>
                  <a:cubicBezTo>
                    <a:pt x="29826" y="33706"/>
                    <a:pt x="30995" y="31523"/>
                    <a:pt x="32989" y="30358"/>
                  </a:cubicBezTo>
                  <a:cubicBezTo>
                    <a:pt x="34173" y="29661"/>
                    <a:pt x="35582" y="29378"/>
                    <a:pt x="37069" y="29076"/>
                  </a:cubicBezTo>
                  <a:cubicBezTo>
                    <a:pt x="38278" y="28827"/>
                    <a:pt x="39525" y="28574"/>
                    <a:pt x="40725" y="28081"/>
                  </a:cubicBezTo>
                  <a:cubicBezTo>
                    <a:pt x="43527" y="26931"/>
                    <a:pt x="45706" y="24489"/>
                    <a:pt x="46666" y="21638"/>
                  </a:cubicBezTo>
                  <a:cubicBezTo>
                    <a:pt x="45925" y="21511"/>
                    <a:pt x="45214" y="21262"/>
                    <a:pt x="44556" y="20902"/>
                  </a:cubicBezTo>
                  <a:cubicBezTo>
                    <a:pt x="43805" y="23158"/>
                    <a:pt x="42089" y="25098"/>
                    <a:pt x="39872" y="26005"/>
                  </a:cubicBezTo>
                  <a:cubicBezTo>
                    <a:pt x="38872" y="26419"/>
                    <a:pt x="37780" y="26639"/>
                    <a:pt x="36625" y="26878"/>
                  </a:cubicBezTo>
                  <a:cubicBezTo>
                    <a:pt x="35017" y="27199"/>
                    <a:pt x="33364" y="27536"/>
                    <a:pt x="31853" y="28423"/>
                  </a:cubicBezTo>
                  <a:cubicBezTo>
                    <a:pt x="29319" y="29909"/>
                    <a:pt x="27939" y="32473"/>
                    <a:pt x="26609" y="34954"/>
                  </a:cubicBezTo>
                  <a:cubicBezTo>
                    <a:pt x="25346" y="37304"/>
                    <a:pt x="24152" y="39517"/>
                    <a:pt x="22105" y="40657"/>
                  </a:cubicBezTo>
                  <a:cubicBezTo>
                    <a:pt x="21284" y="41112"/>
                    <a:pt x="20344" y="41329"/>
                    <a:pt x="19397" y="41329"/>
                  </a:cubicBezTo>
                  <a:cubicBezTo>
                    <a:pt x="17673" y="41329"/>
                    <a:pt x="15927" y="40611"/>
                    <a:pt x="14832" y="39302"/>
                  </a:cubicBezTo>
                  <a:cubicBezTo>
                    <a:pt x="13019" y="37138"/>
                    <a:pt x="12927" y="33945"/>
                    <a:pt x="12990" y="30587"/>
                  </a:cubicBezTo>
                  <a:cubicBezTo>
                    <a:pt x="13053" y="27058"/>
                    <a:pt x="13131" y="25303"/>
                    <a:pt x="13200" y="23753"/>
                  </a:cubicBezTo>
                  <a:cubicBezTo>
                    <a:pt x="13278" y="21969"/>
                    <a:pt x="13341" y="20507"/>
                    <a:pt x="13356" y="17032"/>
                  </a:cubicBezTo>
                  <a:cubicBezTo>
                    <a:pt x="16207" y="16627"/>
                    <a:pt x="18815" y="14828"/>
                    <a:pt x="20779" y="11865"/>
                  </a:cubicBezTo>
                  <a:cubicBezTo>
                    <a:pt x="22904" y="8662"/>
                    <a:pt x="24035" y="4446"/>
                    <a:pt x="2396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6" name="Google Shape;3924;p75"/>
            <p:cNvSpPr/>
            <p:nvPr/>
          </p:nvSpPr>
          <p:spPr>
            <a:xfrm rot="966000">
              <a:off x="1576800" y="959040"/>
              <a:ext cx="275040" cy="1209240"/>
            </a:xfrm>
            <a:custGeom>
              <a:avLst/>
              <a:gdLst>
                <a:gd name="textAreaLeft" fmla="*/ 0 w 275040"/>
                <a:gd name="textAreaRight" fmla="*/ 275400 w 275040"/>
                <a:gd name="textAreaTop" fmla="*/ 0 h 1209240"/>
                <a:gd name="textAreaBottom" fmla="*/ 1209600 h 1209240"/>
              </a:gdLst>
              <a:ahLst/>
              <a:cxnLst/>
              <a:rect l="textAreaLeft" t="textAreaTop" r="textAreaRight" b="textAreaBottom"/>
              <a:pathLst>
                <a:path w="5646" h="24780">
                  <a:moveTo>
                    <a:pt x="4845" y="0"/>
                  </a:moveTo>
                  <a:cubicBezTo>
                    <a:pt x="3114" y="0"/>
                    <a:pt x="1931" y="349"/>
                    <a:pt x="1171" y="1076"/>
                  </a:cubicBezTo>
                  <a:cubicBezTo>
                    <a:pt x="1" y="2197"/>
                    <a:pt x="16" y="3961"/>
                    <a:pt x="35" y="6003"/>
                  </a:cubicBezTo>
                  <a:cubicBezTo>
                    <a:pt x="64" y="9172"/>
                    <a:pt x="625" y="22859"/>
                    <a:pt x="708" y="24779"/>
                  </a:cubicBezTo>
                  <a:lnTo>
                    <a:pt x="1687" y="24764"/>
                  </a:lnTo>
                  <a:cubicBezTo>
                    <a:pt x="1605" y="22971"/>
                    <a:pt x="1044" y="9162"/>
                    <a:pt x="1015" y="5994"/>
                  </a:cubicBezTo>
                  <a:cubicBezTo>
                    <a:pt x="1000" y="4180"/>
                    <a:pt x="986" y="2611"/>
                    <a:pt x="1848" y="1787"/>
                  </a:cubicBezTo>
                  <a:cubicBezTo>
                    <a:pt x="2413" y="1247"/>
                    <a:pt x="3395" y="981"/>
                    <a:pt x="4839" y="981"/>
                  </a:cubicBezTo>
                  <a:cubicBezTo>
                    <a:pt x="5077" y="981"/>
                    <a:pt x="5328" y="988"/>
                    <a:pt x="5592" y="1002"/>
                  </a:cubicBezTo>
                  <a:lnTo>
                    <a:pt x="5645" y="23"/>
                  </a:lnTo>
                  <a:cubicBezTo>
                    <a:pt x="5367" y="8"/>
                    <a:pt x="5100" y="0"/>
                    <a:pt x="4845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7" name="Google Shape;3925;p75"/>
            <p:cNvSpPr/>
            <p:nvPr/>
          </p:nvSpPr>
          <p:spPr>
            <a:xfrm rot="966000">
              <a:off x="2456280" y="1197000"/>
              <a:ext cx="270360" cy="1213920"/>
            </a:xfrm>
            <a:custGeom>
              <a:avLst/>
              <a:gdLst>
                <a:gd name="textAreaLeft" fmla="*/ 0 w 270360"/>
                <a:gd name="textAreaRight" fmla="*/ 270720 w 270360"/>
                <a:gd name="textAreaTop" fmla="*/ 0 h 1213920"/>
                <a:gd name="textAreaBottom" fmla="*/ 1214280 h 1213920"/>
              </a:gdLst>
              <a:ahLst/>
              <a:cxnLst/>
              <a:rect l="textAreaLeft" t="textAreaTop" r="textAreaRight" b="textAreaBottom"/>
              <a:pathLst>
                <a:path w="5548" h="24876">
                  <a:moveTo>
                    <a:pt x="760" y="0"/>
                  </a:moveTo>
                  <a:cubicBezTo>
                    <a:pt x="518" y="0"/>
                    <a:pt x="265" y="7"/>
                    <a:pt x="0" y="21"/>
                  </a:cubicBezTo>
                  <a:lnTo>
                    <a:pt x="59" y="1001"/>
                  </a:lnTo>
                  <a:cubicBezTo>
                    <a:pt x="308" y="987"/>
                    <a:pt x="546" y="981"/>
                    <a:pt x="772" y="981"/>
                  </a:cubicBezTo>
                  <a:cubicBezTo>
                    <a:pt x="2177" y="981"/>
                    <a:pt x="3137" y="1242"/>
                    <a:pt x="3695" y="1771"/>
                  </a:cubicBezTo>
                  <a:cubicBezTo>
                    <a:pt x="4563" y="2590"/>
                    <a:pt x="4563" y="4155"/>
                    <a:pt x="4558" y="5968"/>
                  </a:cubicBezTo>
                  <a:cubicBezTo>
                    <a:pt x="4548" y="9336"/>
                    <a:pt x="3890" y="24656"/>
                    <a:pt x="3880" y="24870"/>
                  </a:cubicBezTo>
                  <a:lnTo>
                    <a:pt x="3880" y="24875"/>
                  </a:lnTo>
                  <a:lnTo>
                    <a:pt x="4860" y="24861"/>
                  </a:lnTo>
                  <a:cubicBezTo>
                    <a:pt x="4904" y="23847"/>
                    <a:pt x="5528" y="9263"/>
                    <a:pt x="5538" y="5973"/>
                  </a:cubicBezTo>
                  <a:cubicBezTo>
                    <a:pt x="5542" y="3930"/>
                    <a:pt x="5547" y="2166"/>
                    <a:pt x="4368" y="1055"/>
                  </a:cubicBezTo>
                  <a:cubicBezTo>
                    <a:pt x="4007" y="723"/>
                    <a:pt x="3573" y="475"/>
                    <a:pt x="3105" y="323"/>
                  </a:cubicBezTo>
                  <a:cubicBezTo>
                    <a:pt x="2473" y="106"/>
                    <a:pt x="1700" y="0"/>
                    <a:pt x="760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8" name="Google Shape;3926;p75"/>
            <p:cNvSpPr/>
            <p:nvPr/>
          </p:nvSpPr>
          <p:spPr>
            <a:xfrm rot="966000">
              <a:off x="2448360" y="1191600"/>
              <a:ext cx="286200" cy="1220760"/>
            </a:xfrm>
            <a:custGeom>
              <a:avLst/>
              <a:gdLst>
                <a:gd name="textAreaLeft" fmla="*/ 0 w 286200"/>
                <a:gd name="textAreaRight" fmla="*/ 286560 w 286200"/>
                <a:gd name="textAreaTop" fmla="*/ 0 h 1220760"/>
                <a:gd name="textAreaBottom" fmla="*/ 1221120 h 1220760"/>
              </a:gdLst>
              <a:ahLst/>
              <a:cxnLst/>
              <a:rect l="textAreaLeft" t="textAreaTop" r="textAreaRight" b="textAreaBottom"/>
              <a:pathLst>
                <a:path w="5869" h="25018">
                  <a:moveTo>
                    <a:pt x="989" y="1"/>
                  </a:moveTo>
                  <a:cubicBezTo>
                    <a:pt x="744" y="1"/>
                    <a:pt x="488" y="8"/>
                    <a:pt x="219" y="22"/>
                  </a:cubicBezTo>
                  <a:lnTo>
                    <a:pt x="0" y="32"/>
                  </a:lnTo>
                  <a:lnTo>
                    <a:pt x="68" y="1216"/>
                  </a:lnTo>
                  <a:lnTo>
                    <a:pt x="288" y="1201"/>
                  </a:lnTo>
                  <a:cubicBezTo>
                    <a:pt x="531" y="1189"/>
                    <a:pt x="763" y="1182"/>
                    <a:pt x="983" y="1182"/>
                  </a:cubicBezTo>
                  <a:cubicBezTo>
                    <a:pt x="2367" y="1182"/>
                    <a:pt x="3308" y="1434"/>
                    <a:pt x="3846" y="1942"/>
                  </a:cubicBezTo>
                  <a:cubicBezTo>
                    <a:pt x="4684" y="2732"/>
                    <a:pt x="4679" y="4277"/>
                    <a:pt x="4675" y="6071"/>
                  </a:cubicBezTo>
                  <a:cubicBezTo>
                    <a:pt x="4670" y="8869"/>
                    <a:pt x="4212" y="19997"/>
                    <a:pt x="4012" y="24652"/>
                  </a:cubicBezTo>
                  <a:lnTo>
                    <a:pt x="4002" y="24968"/>
                  </a:lnTo>
                  <a:lnTo>
                    <a:pt x="4207" y="24973"/>
                  </a:lnTo>
                  <a:lnTo>
                    <a:pt x="4216" y="24656"/>
                  </a:lnTo>
                  <a:cubicBezTo>
                    <a:pt x="4416" y="20002"/>
                    <a:pt x="4874" y="8874"/>
                    <a:pt x="4879" y="6066"/>
                  </a:cubicBezTo>
                  <a:cubicBezTo>
                    <a:pt x="4884" y="4233"/>
                    <a:pt x="4889" y="2644"/>
                    <a:pt x="3987" y="1796"/>
                  </a:cubicBezTo>
                  <a:cubicBezTo>
                    <a:pt x="3411" y="1249"/>
                    <a:pt x="2427" y="982"/>
                    <a:pt x="992" y="982"/>
                  </a:cubicBezTo>
                  <a:cubicBezTo>
                    <a:pt x="765" y="982"/>
                    <a:pt x="527" y="988"/>
                    <a:pt x="278" y="1002"/>
                  </a:cubicBezTo>
                  <a:lnTo>
                    <a:pt x="263" y="1002"/>
                  </a:lnTo>
                  <a:lnTo>
                    <a:pt x="215" y="227"/>
                  </a:lnTo>
                  <a:lnTo>
                    <a:pt x="229" y="227"/>
                  </a:lnTo>
                  <a:cubicBezTo>
                    <a:pt x="494" y="213"/>
                    <a:pt x="747" y="206"/>
                    <a:pt x="989" y="206"/>
                  </a:cubicBezTo>
                  <a:cubicBezTo>
                    <a:pt x="1920" y="206"/>
                    <a:pt x="2681" y="310"/>
                    <a:pt x="3300" y="519"/>
                  </a:cubicBezTo>
                  <a:cubicBezTo>
                    <a:pt x="3753" y="665"/>
                    <a:pt x="4168" y="909"/>
                    <a:pt x="4523" y="1231"/>
                  </a:cubicBezTo>
                  <a:cubicBezTo>
                    <a:pt x="5669" y="2313"/>
                    <a:pt x="5664" y="4053"/>
                    <a:pt x="5659" y="6076"/>
                  </a:cubicBezTo>
                  <a:cubicBezTo>
                    <a:pt x="5649" y="9025"/>
                    <a:pt x="5143" y="21162"/>
                    <a:pt x="4987" y="24812"/>
                  </a:cubicBezTo>
                  <a:lnTo>
                    <a:pt x="4982" y="24954"/>
                  </a:lnTo>
                  <a:lnTo>
                    <a:pt x="4982" y="25017"/>
                  </a:lnTo>
                  <a:lnTo>
                    <a:pt x="5186" y="25017"/>
                  </a:lnTo>
                  <a:cubicBezTo>
                    <a:pt x="5186" y="25012"/>
                    <a:pt x="5186" y="24998"/>
                    <a:pt x="5186" y="24964"/>
                  </a:cubicBezTo>
                  <a:lnTo>
                    <a:pt x="5191" y="24822"/>
                  </a:lnTo>
                  <a:cubicBezTo>
                    <a:pt x="5347" y="21171"/>
                    <a:pt x="5854" y="9030"/>
                    <a:pt x="5859" y="6071"/>
                  </a:cubicBezTo>
                  <a:cubicBezTo>
                    <a:pt x="5864" y="4004"/>
                    <a:pt x="5869" y="2225"/>
                    <a:pt x="4660" y="1080"/>
                  </a:cubicBezTo>
                  <a:cubicBezTo>
                    <a:pt x="4290" y="738"/>
                    <a:pt x="3846" y="480"/>
                    <a:pt x="3363" y="324"/>
                  </a:cubicBezTo>
                  <a:cubicBezTo>
                    <a:pt x="2724" y="107"/>
                    <a:pt x="1942" y="1"/>
                    <a:pt x="98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9" name="Google Shape;3927;p75"/>
            <p:cNvSpPr/>
            <p:nvPr/>
          </p:nvSpPr>
          <p:spPr>
            <a:xfrm rot="966000">
              <a:off x="1571040" y="951840"/>
              <a:ext cx="285480" cy="1225080"/>
            </a:xfrm>
            <a:custGeom>
              <a:avLst/>
              <a:gdLst>
                <a:gd name="textAreaLeft" fmla="*/ 0 w 285480"/>
                <a:gd name="textAreaRight" fmla="*/ 285840 w 285480"/>
                <a:gd name="textAreaTop" fmla="*/ 0 h 1225080"/>
                <a:gd name="textAreaBottom" fmla="*/ 1225440 h 1225080"/>
              </a:gdLst>
              <a:ahLst/>
              <a:cxnLst/>
              <a:rect l="textAreaLeft" t="textAreaTop" r="textAreaRight" b="textAreaBottom"/>
              <a:pathLst>
                <a:path w="5860" h="25106">
                  <a:moveTo>
                    <a:pt x="4961" y="0"/>
                  </a:moveTo>
                  <a:cubicBezTo>
                    <a:pt x="3195" y="0"/>
                    <a:pt x="1989" y="359"/>
                    <a:pt x="1205" y="1109"/>
                  </a:cubicBezTo>
                  <a:cubicBezTo>
                    <a:pt x="1" y="2260"/>
                    <a:pt x="20" y="4039"/>
                    <a:pt x="35" y="6105"/>
                  </a:cubicBezTo>
                  <a:cubicBezTo>
                    <a:pt x="64" y="9249"/>
                    <a:pt x="610" y="22571"/>
                    <a:pt x="707" y="24886"/>
                  </a:cubicBezTo>
                  <a:lnTo>
                    <a:pt x="717" y="25105"/>
                  </a:lnTo>
                  <a:lnTo>
                    <a:pt x="912" y="25105"/>
                  </a:lnTo>
                  <a:lnTo>
                    <a:pt x="907" y="24876"/>
                  </a:lnTo>
                  <a:cubicBezTo>
                    <a:pt x="805" y="22556"/>
                    <a:pt x="264" y="9240"/>
                    <a:pt x="235" y="6101"/>
                  </a:cubicBezTo>
                  <a:cubicBezTo>
                    <a:pt x="215" y="4083"/>
                    <a:pt x="201" y="2342"/>
                    <a:pt x="1341" y="1251"/>
                  </a:cubicBezTo>
                  <a:cubicBezTo>
                    <a:pt x="2084" y="538"/>
                    <a:pt x="3243" y="201"/>
                    <a:pt x="4952" y="201"/>
                  </a:cubicBezTo>
                  <a:cubicBezTo>
                    <a:pt x="5172" y="201"/>
                    <a:pt x="5402" y="206"/>
                    <a:pt x="5640" y="217"/>
                  </a:cubicBezTo>
                  <a:lnTo>
                    <a:pt x="5596" y="992"/>
                  </a:lnTo>
                  <a:cubicBezTo>
                    <a:pt x="5381" y="983"/>
                    <a:pt x="5174" y="978"/>
                    <a:pt x="4975" y="978"/>
                  </a:cubicBezTo>
                  <a:cubicBezTo>
                    <a:pt x="3484" y="978"/>
                    <a:pt x="2466" y="1253"/>
                    <a:pt x="1877" y="1816"/>
                  </a:cubicBezTo>
                  <a:cubicBezTo>
                    <a:pt x="985" y="2669"/>
                    <a:pt x="1000" y="4258"/>
                    <a:pt x="1015" y="6096"/>
                  </a:cubicBezTo>
                  <a:cubicBezTo>
                    <a:pt x="1044" y="9157"/>
                    <a:pt x="1580" y="22390"/>
                    <a:pt x="1687" y="24871"/>
                  </a:cubicBezTo>
                  <a:lnTo>
                    <a:pt x="1692" y="25057"/>
                  </a:lnTo>
                  <a:lnTo>
                    <a:pt x="1897" y="25057"/>
                  </a:lnTo>
                  <a:lnTo>
                    <a:pt x="1897" y="25013"/>
                  </a:lnTo>
                  <a:lnTo>
                    <a:pt x="1892" y="24862"/>
                  </a:lnTo>
                  <a:cubicBezTo>
                    <a:pt x="1785" y="22385"/>
                    <a:pt x="1253" y="9152"/>
                    <a:pt x="1224" y="6096"/>
                  </a:cubicBezTo>
                  <a:cubicBezTo>
                    <a:pt x="1210" y="4307"/>
                    <a:pt x="1195" y="2757"/>
                    <a:pt x="2024" y="1967"/>
                  </a:cubicBezTo>
                  <a:cubicBezTo>
                    <a:pt x="2572" y="1443"/>
                    <a:pt x="3535" y="1186"/>
                    <a:pt x="4959" y="1186"/>
                  </a:cubicBezTo>
                  <a:cubicBezTo>
                    <a:pt x="5192" y="1186"/>
                    <a:pt x="5436" y="1193"/>
                    <a:pt x="5694" y="1207"/>
                  </a:cubicBezTo>
                  <a:lnTo>
                    <a:pt x="5796" y="1212"/>
                  </a:lnTo>
                  <a:lnTo>
                    <a:pt x="5860" y="27"/>
                  </a:lnTo>
                  <a:lnTo>
                    <a:pt x="5757" y="22"/>
                  </a:lnTo>
                  <a:cubicBezTo>
                    <a:pt x="5480" y="8"/>
                    <a:pt x="5215" y="0"/>
                    <a:pt x="496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0" name="Google Shape;3928;p75"/>
            <p:cNvSpPr/>
            <p:nvPr/>
          </p:nvSpPr>
          <p:spPr>
            <a:xfrm rot="966000">
              <a:off x="2526480" y="1118160"/>
              <a:ext cx="101880" cy="165960"/>
            </a:xfrm>
            <a:custGeom>
              <a:avLst/>
              <a:gdLst>
                <a:gd name="textAreaLeft" fmla="*/ 0 w 101880"/>
                <a:gd name="textAreaRight" fmla="*/ 102240 w 101880"/>
                <a:gd name="textAreaTop" fmla="*/ 0 h 165960"/>
                <a:gd name="textAreaBottom" fmla="*/ 166320 h 165960"/>
              </a:gdLst>
              <a:ahLst/>
              <a:cxnLst/>
              <a:rect l="textAreaLeft" t="textAreaTop" r="textAreaRight" b="textAreaBottom"/>
              <a:pathLst>
                <a:path w="2092" h="3405">
                  <a:moveTo>
                    <a:pt x="1005" y="207"/>
                  </a:moveTo>
                  <a:cubicBezTo>
                    <a:pt x="1054" y="207"/>
                    <a:pt x="1102" y="211"/>
                    <a:pt x="1151" y="221"/>
                  </a:cubicBezTo>
                  <a:cubicBezTo>
                    <a:pt x="1492" y="285"/>
                    <a:pt x="1751" y="577"/>
                    <a:pt x="1770" y="928"/>
                  </a:cubicBezTo>
                  <a:lnTo>
                    <a:pt x="1858" y="2381"/>
                  </a:lnTo>
                  <a:cubicBezTo>
                    <a:pt x="1882" y="2727"/>
                    <a:pt x="1668" y="3048"/>
                    <a:pt x="1336" y="3160"/>
                  </a:cubicBezTo>
                  <a:cubicBezTo>
                    <a:pt x="1273" y="3180"/>
                    <a:pt x="1205" y="3195"/>
                    <a:pt x="1137" y="3195"/>
                  </a:cubicBezTo>
                  <a:lnTo>
                    <a:pt x="1102" y="3195"/>
                  </a:lnTo>
                  <a:cubicBezTo>
                    <a:pt x="1099" y="3195"/>
                    <a:pt x="1096" y="3195"/>
                    <a:pt x="1093" y="3195"/>
                  </a:cubicBezTo>
                  <a:cubicBezTo>
                    <a:pt x="688" y="3195"/>
                    <a:pt x="352" y="2880"/>
                    <a:pt x="327" y="2478"/>
                  </a:cubicBezTo>
                  <a:lnTo>
                    <a:pt x="235" y="1021"/>
                  </a:lnTo>
                  <a:cubicBezTo>
                    <a:pt x="210" y="597"/>
                    <a:pt x="532" y="236"/>
                    <a:pt x="956" y="207"/>
                  </a:cubicBezTo>
                  <a:close/>
                  <a:moveTo>
                    <a:pt x="1009" y="0"/>
                  </a:moveTo>
                  <a:cubicBezTo>
                    <a:pt x="988" y="0"/>
                    <a:pt x="967" y="1"/>
                    <a:pt x="947" y="2"/>
                  </a:cubicBezTo>
                  <a:cubicBezTo>
                    <a:pt x="410" y="36"/>
                    <a:pt x="1" y="494"/>
                    <a:pt x="30" y="1035"/>
                  </a:cubicBezTo>
                  <a:lnTo>
                    <a:pt x="123" y="2488"/>
                  </a:lnTo>
                  <a:cubicBezTo>
                    <a:pt x="157" y="3000"/>
                    <a:pt x="581" y="3399"/>
                    <a:pt x="1093" y="3404"/>
                  </a:cubicBezTo>
                  <a:cubicBezTo>
                    <a:pt x="1117" y="3404"/>
                    <a:pt x="1137" y="3404"/>
                    <a:pt x="1156" y="3399"/>
                  </a:cubicBezTo>
                  <a:cubicBezTo>
                    <a:pt x="1244" y="3394"/>
                    <a:pt x="1327" y="3375"/>
                    <a:pt x="1405" y="3351"/>
                  </a:cubicBezTo>
                  <a:cubicBezTo>
                    <a:pt x="1824" y="3209"/>
                    <a:pt x="2092" y="2805"/>
                    <a:pt x="2068" y="2366"/>
                  </a:cubicBezTo>
                  <a:lnTo>
                    <a:pt x="1980" y="913"/>
                  </a:lnTo>
                  <a:cubicBezTo>
                    <a:pt x="1951" y="470"/>
                    <a:pt x="1629" y="104"/>
                    <a:pt x="1195" y="17"/>
                  </a:cubicBezTo>
                  <a:cubicBezTo>
                    <a:pt x="1133" y="6"/>
                    <a:pt x="1071" y="0"/>
                    <a:pt x="100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3160" bIns="831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1" name="Google Shape;3929;p75"/>
            <p:cNvSpPr/>
            <p:nvPr/>
          </p:nvSpPr>
          <p:spPr>
            <a:xfrm rot="966000">
              <a:off x="2578320" y="1126800"/>
              <a:ext cx="19440" cy="153000"/>
            </a:xfrm>
            <a:custGeom>
              <a:avLst/>
              <a:gdLst>
                <a:gd name="textAreaLeft" fmla="*/ 0 w 19440"/>
                <a:gd name="textAreaRight" fmla="*/ 19800 w 19440"/>
                <a:gd name="textAreaTop" fmla="*/ 0 h 153000"/>
                <a:gd name="textAreaBottom" fmla="*/ 153360 h 153000"/>
              </a:gdLst>
              <a:ahLst/>
              <a:cxnLst/>
              <a:rect l="textAreaLeft" t="textAreaTop" r="textAreaRight" b="textAreaBottom"/>
              <a:pathLst>
                <a:path w="406" h="3145">
                  <a:moveTo>
                    <a:pt x="205" y="1"/>
                  </a:moveTo>
                  <a:lnTo>
                    <a:pt x="0" y="11"/>
                  </a:lnTo>
                  <a:lnTo>
                    <a:pt x="200" y="3145"/>
                  </a:lnTo>
                  <a:lnTo>
                    <a:pt x="405" y="3130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6680" bIns="76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2" name="Google Shape;3930;p75"/>
            <p:cNvSpPr/>
            <p:nvPr/>
          </p:nvSpPr>
          <p:spPr>
            <a:xfrm rot="966000">
              <a:off x="1998000" y="975960"/>
              <a:ext cx="100080" cy="164160"/>
            </a:xfrm>
            <a:custGeom>
              <a:avLst/>
              <a:gdLst>
                <a:gd name="textAreaLeft" fmla="*/ 0 w 100080"/>
                <a:gd name="textAreaRight" fmla="*/ 100440 w 100080"/>
                <a:gd name="textAreaTop" fmla="*/ 0 h 164160"/>
                <a:gd name="textAreaBottom" fmla="*/ 164520 h 164160"/>
              </a:gdLst>
              <a:ahLst/>
              <a:cxnLst/>
              <a:rect l="textAreaLeft" t="textAreaTop" r="textAreaRight" b="textAreaBottom"/>
              <a:pathLst>
                <a:path w="2058" h="3374">
                  <a:moveTo>
                    <a:pt x="1082" y="176"/>
                  </a:moveTo>
                  <a:lnTo>
                    <a:pt x="1131" y="181"/>
                  </a:lnTo>
                  <a:cubicBezTo>
                    <a:pt x="1545" y="205"/>
                    <a:pt x="1862" y="551"/>
                    <a:pt x="1857" y="966"/>
                  </a:cubicBezTo>
                  <a:lnTo>
                    <a:pt x="1770" y="2447"/>
                  </a:lnTo>
                  <a:cubicBezTo>
                    <a:pt x="1760" y="2647"/>
                    <a:pt x="1667" y="2837"/>
                    <a:pt x="1516" y="2974"/>
                  </a:cubicBezTo>
                  <a:cubicBezTo>
                    <a:pt x="1375" y="3102"/>
                    <a:pt x="1186" y="3170"/>
                    <a:pt x="994" y="3170"/>
                  </a:cubicBezTo>
                  <a:cubicBezTo>
                    <a:pt x="981" y="3170"/>
                    <a:pt x="969" y="3169"/>
                    <a:pt x="956" y="3169"/>
                  </a:cubicBezTo>
                  <a:cubicBezTo>
                    <a:pt x="892" y="3164"/>
                    <a:pt x="829" y="3149"/>
                    <a:pt x="766" y="3130"/>
                  </a:cubicBezTo>
                  <a:cubicBezTo>
                    <a:pt x="434" y="3023"/>
                    <a:pt x="215" y="2706"/>
                    <a:pt x="239" y="2355"/>
                  </a:cubicBezTo>
                  <a:lnTo>
                    <a:pt x="317" y="902"/>
                  </a:lnTo>
                  <a:cubicBezTo>
                    <a:pt x="337" y="551"/>
                    <a:pt x="590" y="259"/>
                    <a:pt x="931" y="191"/>
                  </a:cubicBezTo>
                  <a:cubicBezTo>
                    <a:pt x="980" y="181"/>
                    <a:pt x="1029" y="176"/>
                    <a:pt x="1082" y="176"/>
                  </a:cubicBezTo>
                  <a:close/>
                  <a:moveTo>
                    <a:pt x="1084" y="0"/>
                  </a:moveTo>
                  <a:cubicBezTo>
                    <a:pt x="579" y="0"/>
                    <a:pt x="156" y="385"/>
                    <a:pt x="112" y="892"/>
                  </a:cubicBezTo>
                  <a:lnTo>
                    <a:pt x="30" y="2345"/>
                  </a:lnTo>
                  <a:cubicBezTo>
                    <a:pt x="0" y="2789"/>
                    <a:pt x="278" y="3193"/>
                    <a:pt x="697" y="3325"/>
                  </a:cubicBezTo>
                  <a:cubicBezTo>
                    <a:pt x="775" y="3354"/>
                    <a:pt x="858" y="3369"/>
                    <a:pt x="941" y="3373"/>
                  </a:cubicBezTo>
                  <a:lnTo>
                    <a:pt x="1004" y="3373"/>
                  </a:lnTo>
                  <a:cubicBezTo>
                    <a:pt x="1516" y="3373"/>
                    <a:pt x="1940" y="2974"/>
                    <a:pt x="1974" y="2462"/>
                  </a:cubicBezTo>
                  <a:lnTo>
                    <a:pt x="2057" y="1005"/>
                  </a:lnTo>
                  <a:lnTo>
                    <a:pt x="2057" y="951"/>
                  </a:lnTo>
                  <a:cubicBezTo>
                    <a:pt x="2048" y="434"/>
                    <a:pt x="1628" y="15"/>
                    <a:pt x="1112" y="0"/>
                  </a:cubicBezTo>
                  <a:cubicBezTo>
                    <a:pt x="1102" y="0"/>
                    <a:pt x="1093" y="0"/>
                    <a:pt x="108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3" name="Google Shape;3931;p75"/>
            <p:cNvSpPr/>
            <p:nvPr/>
          </p:nvSpPr>
          <p:spPr>
            <a:xfrm rot="966000">
              <a:off x="2029320" y="977400"/>
              <a:ext cx="18360" cy="153000"/>
            </a:xfrm>
            <a:custGeom>
              <a:avLst/>
              <a:gdLst>
                <a:gd name="textAreaLeft" fmla="*/ 0 w 18360"/>
                <a:gd name="textAreaRight" fmla="*/ 18720 w 18360"/>
                <a:gd name="textAreaTop" fmla="*/ 0 h 153000"/>
                <a:gd name="textAreaBottom" fmla="*/ 153360 h 153000"/>
              </a:gdLst>
              <a:ahLst/>
              <a:cxnLst/>
              <a:rect l="textAreaLeft" t="textAreaTop" r="textAreaRight" b="textAreaBottom"/>
              <a:pathLst>
                <a:path w="386" h="3145">
                  <a:moveTo>
                    <a:pt x="180" y="0"/>
                  </a:moveTo>
                  <a:lnTo>
                    <a:pt x="0" y="3139"/>
                  </a:lnTo>
                  <a:lnTo>
                    <a:pt x="205" y="3144"/>
                  </a:lnTo>
                  <a:lnTo>
                    <a:pt x="385" y="10"/>
                  </a:lnTo>
                  <a:lnTo>
                    <a:pt x="180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6680" bIns="76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4" name="Google Shape;3932;p75"/>
            <p:cNvSpPr/>
            <p:nvPr/>
          </p:nvSpPr>
          <p:spPr>
            <a:xfrm rot="966000">
              <a:off x="1080720" y="2364840"/>
              <a:ext cx="2289960" cy="2136600"/>
            </a:xfrm>
            <a:custGeom>
              <a:avLst/>
              <a:gdLst>
                <a:gd name="textAreaLeft" fmla="*/ 0 w 2289960"/>
                <a:gd name="textAreaRight" fmla="*/ 2290320 w 2289960"/>
                <a:gd name="textAreaTop" fmla="*/ 0 h 2136600"/>
                <a:gd name="textAreaBottom" fmla="*/ 2136960 h 2136600"/>
              </a:gdLst>
              <a:ahLst/>
              <a:cxnLst/>
              <a:rect l="textAreaLeft" t="textAreaTop" r="textAreaRight" b="textAreaBottom"/>
              <a:pathLst>
                <a:path w="46921" h="43782">
                  <a:moveTo>
                    <a:pt x="24167" y="0"/>
                  </a:moveTo>
                  <a:lnTo>
                    <a:pt x="21720" y="39"/>
                  </a:lnTo>
                  <a:lnTo>
                    <a:pt x="21720" y="142"/>
                  </a:lnTo>
                  <a:cubicBezTo>
                    <a:pt x="21789" y="4119"/>
                    <a:pt x="20794" y="7858"/>
                    <a:pt x="18923" y="10675"/>
                  </a:cubicBezTo>
                  <a:cubicBezTo>
                    <a:pt x="17153" y="13346"/>
                    <a:pt x="14809" y="14838"/>
                    <a:pt x="12323" y="14877"/>
                  </a:cubicBezTo>
                  <a:lnTo>
                    <a:pt x="12216" y="14877"/>
                  </a:lnTo>
                  <a:cubicBezTo>
                    <a:pt x="6956" y="14877"/>
                    <a:pt x="2579" y="8409"/>
                    <a:pt x="2448" y="454"/>
                  </a:cubicBezTo>
                  <a:lnTo>
                    <a:pt x="2448" y="351"/>
                  </a:lnTo>
                  <a:lnTo>
                    <a:pt x="1" y="390"/>
                  </a:lnTo>
                  <a:lnTo>
                    <a:pt x="1" y="493"/>
                  </a:lnTo>
                  <a:cubicBezTo>
                    <a:pt x="74" y="4958"/>
                    <a:pt x="1346" y="9154"/>
                    <a:pt x="3588" y="12308"/>
                  </a:cubicBezTo>
                  <a:cubicBezTo>
                    <a:pt x="5640" y="15189"/>
                    <a:pt x="8238" y="16900"/>
                    <a:pt x="11114" y="17255"/>
                  </a:cubicBezTo>
                  <a:cubicBezTo>
                    <a:pt x="11099" y="20584"/>
                    <a:pt x="11036" y="21988"/>
                    <a:pt x="10958" y="23753"/>
                  </a:cubicBezTo>
                  <a:cubicBezTo>
                    <a:pt x="10890" y="25298"/>
                    <a:pt x="10812" y="27043"/>
                    <a:pt x="10744" y="30645"/>
                  </a:cubicBezTo>
                  <a:cubicBezTo>
                    <a:pt x="10675" y="34466"/>
                    <a:pt x="10802" y="38127"/>
                    <a:pt x="13132" y="40910"/>
                  </a:cubicBezTo>
                  <a:cubicBezTo>
                    <a:pt x="14638" y="42709"/>
                    <a:pt x="17012" y="43781"/>
                    <a:pt x="19488" y="43781"/>
                  </a:cubicBezTo>
                  <a:cubicBezTo>
                    <a:pt x="19498" y="43781"/>
                    <a:pt x="19507" y="43781"/>
                    <a:pt x="19517" y="43781"/>
                  </a:cubicBezTo>
                  <a:cubicBezTo>
                    <a:pt x="20853" y="43781"/>
                    <a:pt x="22172" y="43450"/>
                    <a:pt x="23344" y="42811"/>
                  </a:cubicBezTo>
                  <a:cubicBezTo>
                    <a:pt x="25995" y="41339"/>
                    <a:pt x="27409" y="38717"/>
                    <a:pt x="28778" y="36168"/>
                  </a:cubicBezTo>
                  <a:cubicBezTo>
                    <a:pt x="30012" y="33872"/>
                    <a:pt x="31176" y="31703"/>
                    <a:pt x="33141" y="30552"/>
                  </a:cubicBezTo>
                  <a:cubicBezTo>
                    <a:pt x="34315" y="29865"/>
                    <a:pt x="35710" y="29578"/>
                    <a:pt x="37191" y="29280"/>
                  </a:cubicBezTo>
                  <a:lnTo>
                    <a:pt x="37216" y="29275"/>
                  </a:lnTo>
                  <a:cubicBezTo>
                    <a:pt x="38420" y="29027"/>
                    <a:pt x="39667" y="28773"/>
                    <a:pt x="40867" y="28281"/>
                  </a:cubicBezTo>
                  <a:cubicBezTo>
                    <a:pt x="43635" y="27145"/>
                    <a:pt x="45877" y="24713"/>
                    <a:pt x="46862" y="21779"/>
                  </a:cubicBezTo>
                  <a:cubicBezTo>
                    <a:pt x="46881" y="21735"/>
                    <a:pt x="46896" y="21696"/>
                    <a:pt x="46906" y="21652"/>
                  </a:cubicBezTo>
                  <a:lnTo>
                    <a:pt x="46920" y="21613"/>
                  </a:lnTo>
                  <a:lnTo>
                    <a:pt x="46725" y="21550"/>
                  </a:lnTo>
                  <a:lnTo>
                    <a:pt x="46716" y="21589"/>
                  </a:lnTo>
                  <a:cubicBezTo>
                    <a:pt x="46701" y="21628"/>
                    <a:pt x="46686" y="21667"/>
                    <a:pt x="46672" y="21710"/>
                  </a:cubicBezTo>
                  <a:cubicBezTo>
                    <a:pt x="45702" y="24591"/>
                    <a:pt x="43503" y="26980"/>
                    <a:pt x="40789" y="28096"/>
                  </a:cubicBezTo>
                  <a:cubicBezTo>
                    <a:pt x="39609" y="28578"/>
                    <a:pt x="38371" y="28832"/>
                    <a:pt x="37177" y="29075"/>
                  </a:cubicBezTo>
                  <a:lnTo>
                    <a:pt x="37152" y="29080"/>
                  </a:lnTo>
                  <a:cubicBezTo>
                    <a:pt x="35656" y="29383"/>
                    <a:pt x="34242" y="29670"/>
                    <a:pt x="33038" y="30377"/>
                  </a:cubicBezTo>
                  <a:cubicBezTo>
                    <a:pt x="31020" y="31556"/>
                    <a:pt x="29841" y="33750"/>
                    <a:pt x="28593" y="36080"/>
                  </a:cubicBezTo>
                  <a:cubicBezTo>
                    <a:pt x="27238" y="38590"/>
                    <a:pt x="25839" y="41193"/>
                    <a:pt x="23241" y="42631"/>
                  </a:cubicBezTo>
                  <a:cubicBezTo>
                    <a:pt x="22099" y="43255"/>
                    <a:pt x="20818" y="43581"/>
                    <a:pt x="19517" y="43581"/>
                  </a:cubicBezTo>
                  <a:cubicBezTo>
                    <a:pt x="19507" y="43581"/>
                    <a:pt x="19498" y="43581"/>
                    <a:pt x="19488" y="43581"/>
                  </a:cubicBezTo>
                  <a:cubicBezTo>
                    <a:pt x="17070" y="43581"/>
                    <a:pt x="14750" y="42533"/>
                    <a:pt x="13288" y="40783"/>
                  </a:cubicBezTo>
                  <a:cubicBezTo>
                    <a:pt x="11002" y="38054"/>
                    <a:pt x="10875" y="34432"/>
                    <a:pt x="10948" y="30650"/>
                  </a:cubicBezTo>
                  <a:cubicBezTo>
                    <a:pt x="11012" y="27053"/>
                    <a:pt x="11090" y="25308"/>
                    <a:pt x="11158" y="23767"/>
                  </a:cubicBezTo>
                  <a:cubicBezTo>
                    <a:pt x="11236" y="21983"/>
                    <a:pt x="11299" y="20570"/>
                    <a:pt x="11314" y="17168"/>
                  </a:cubicBezTo>
                  <a:lnTo>
                    <a:pt x="11314" y="17075"/>
                  </a:lnTo>
                  <a:lnTo>
                    <a:pt x="11221" y="17065"/>
                  </a:lnTo>
                  <a:cubicBezTo>
                    <a:pt x="8375" y="16744"/>
                    <a:pt x="5791" y="15057"/>
                    <a:pt x="3749" y="12191"/>
                  </a:cubicBezTo>
                  <a:cubicBezTo>
                    <a:pt x="1551" y="9096"/>
                    <a:pt x="293" y="4982"/>
                    <a:pt x="205" y="595"/>
                  </a:cubicBezTo>
                  <a:lnTo>
                    <a:pt x="2243" y="561"/>
                  </a:lnTo>
                  <a:cubicBezTo>
                    <a:pt x="2409" y="8579"/>
                    <a:pt x="6869" y="15086"/>
                    <a:pt x="12211" y="15086"/>
                  </a:cubicBezTo>
                  <a:lnTo>
                    <a:pt x="12323" y="15086"/>
                  </a:lnTo>
                  <a:cubicBezTo>
                    <a:pt x="14877" y="15047"/>
                    <a:pt x="17280" y="13517"/>
                    <a:pt x="19093" y="10787"/>
                  </a:cubicBezTo>
                  <a:cubicBezTo>
                    <a:pt x="20965" y="7965"/>
                    <a:pt x="21969" y="4222"/>
                    <a:pt x="21920" y="244"/>
                  </a:cubicBezTo>
                  <a:lnTo>
                    <a:pt x="23963" y="210"/>
                  </a:lnTo>
                  <a:lnTo>
                    <a:pt x="23963" y="210"/>
                  </a:lnTo>
                  <a:cubicBezTo>
                    <a:pt x="24016" y="4602"/>
                    <a:pt x="22895" y="8755"/>
                    <a:pt x="20794" y="11913"/>
                  </a:cubicBezTo>
                  <a:cubicBezTo>
                    <a:pt x="18840" y="14857"/>
                    <a:pt x="16300" y="16631"/>
                    <a:pt x="13444" y="17036"/>
                  </a:cubicBezTo>
                  <a:lnTo>
                    <a:pt x="13356" y="17051"/>
                  </a:lnTo>
                  <a:lnTo>
                    <a:pt x="13356" y="17138"/>
                  </a:lnTo>
                  <a:cubicBezTo>
                    <a:pt x="13342" y="20648"/>
                    <a:pt x="13278" y="22135"/>
                    <a:pt x="13200" y="23855"/>
                  </a:cubicBezTo>
                  <a:cubicBezTo>
                    <a:pt x="13137" y="25278"/>
                    <a:pt x="13059" y="27048"/>
                    <a:pt x="12991" y="30689"/>
                  </a:cubicBezTo>
                  <a:cubicBezTo>
                    <a:pt x="12927" y="34067"/>
                    <a:pt x="13020" y="37284"/>
                    <a:pt x="14857" y="39477"/>
                  </a:cubicBezTo>
                  <a:cubicBezTo>
                    <a:pt x="15970" y="40807"/>
                    <a:pt x="17746" y="41537"/>
                    <a:pt x="19499" y="41537"/>
                  </a:cubicBezTo>
                  <a:cubicBezTo>
                    <a:pt x="20463" y="41537"/>
                    <a:pt x="21421" y="41316"/>
                    <a:pt x="22257" y="40852"/>
                  </a:cubicBezTo>
                  <a:cubicBezTo>
                    <a:pt x="24328" y="39701"/>
                    <a:pt x="25527" y="37474"/>
                    <a:pt x="26799" y="35105"/>
                  </a:cubicBezTo>
                  <a:cubicBezTo>
                    <a:pt x="28125" y="32639"/>
                    <a:pt x="29495" y="30089"/>
                    <a:pt x="32010" y="28617"/>
                  </a:cubicBezTo>
                  <a:cubicBezTo>
                    <a:pt x="33506" y="27735"/>
                    <a:pt x="35154" y="27404"/>
                    <a:pt x="36748" y="27082"/>
                  </a:cubicBezTo>
                  <a:lnTo>
                    <a:pt x="36796" y="27072"/>
                  </a:lnTo>
                  <a:cubicBezTo>
                    <a:pt x="37937" y="26838"/>
                    <a:pt x="39019" y="26619"/>
                    <a:pt x="40014" y="26205"/>
                  </a:cubicBezTo>
                  <a:cubicBezTo>
                    <a:pt x="42207" y="25303"/>
                    <a:pt x="43981" y="23373"/>
                    <a:pt x="44756" y="21038"/>
                  </a:cubicBezTo>
                  <a:lnTo>
                    <a:pt x="44761" y="21004"/>
                  </a:lnTo>
                  <a:lnTo>
                    <a:pt x="44654" y="21004"/>
                  </a:lnTo>
                  <a:lnTo>
                    <a:pt x="44561" y="20974"/>
                  </a:lnTo>
                  <a:cubicBezTo>
                    <a:pt x="43806" y="23251"/>
                    <a:pt x="42075" y="25137"/>
                    <a:pt x="39936" y="26014"/>
                  </a:cubicBezTo>
                  <a:cubicBezTo>
                    <a:pt x="38956" y="26419"/>
                    <a:pt x="37888" y="26638"/>
                    <a:pt x="36753" y="26867"/>
                  </a:cubicBezTo>
                  <a:lnTo>
                    <a:pt x="36704" y="26877"/>
                  </a:lnTo>
                  <a:cubicBezTo>
                    <a:pt x="35095" y="27204"/>
                    <a:pt x="33433" y="27540"/>
                    <a:pt x="31903" y="28437"/>
                  </a:cubicBezTo>
                  <a:cubicBezTo>
                    <a:pt x="29339" y="29943"/>
                    <a:pt x="27955" y="32517"/>
                    <a:pt x="26614" y="35017"/>
                  </a:cubicBezTo>
                  <a:cubicBezTo>
                    <a:pt x="25361" y="37347"/>
                    <a:pt x="24177" y="39550"/>
                    <a:pt x="22154" y="40671"/>
                  </a:cubicBezTo>
                  <a:cubicBezTo>
                    <a:pt x="21350" y="41120"/>
                    <a:pt x="20426" y="41333"/>
                    <a:pt x="19496" y="41333"/>
                  </a:cubicBezTo>
                  <a:cubicBezTo>
                    <a:pt x="17805" y="41333"/>
                    <a:pt x="16089" y="40628"/>
                    <a:pt x="15013" y="39346"/>
                  </a:cubicBezTo>
                  <a:cubicBezTo>
                    <a:pt x="13225" y="37206"/>
                    <a:pt x="13132" y="34033"/>
                    <a:pt x="13195" y="30694"/>
                  </a:cubicBezTo>
                  <a:cubicBezTo>
                    <a:pt x="13259" y="27058"/>
                    <a:pt x="13342" y="25288"/>
                    <a:pt x="13405" y="23865"/>
                  </a:cubicBezTo>
                  <a:cubicBezTo>
                    <a:pt x="13478" y="22154"/>
                    <a:pt x="13546" y="20677"/>
                    <a:pt x="13561" y="17226"/>
                  </a:cubicBezTo>
                  <a:cubicBezTo>
                    <a:pt x="16442" y="16787"/>
                    <a:pt x="19001" y="14989"/>
                    <a:pt x="20965" y="12025"/>
                  </a:cubicBezTo>
                  <a:cubicBezTo>
                    <a:pt x="23105" y="8808"/>
                    <a:pt x="24240" y="4573"/>
                    <a:pt x="24167" y="103"/>
                  </a:cubicBezTo>
                  <a:lnTo>
                    <a:pt x="24167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5" name="Google Shape;3933;p75"/>
            <p:cNvSpPr/>
            <p:nvPr/>
          </p:nvSpPr>
          <p:spPr>
            <a:xfrm rot="966000">
              <a:off x="3092040" y="3104280"/>
              <a:ext cx="725040" cy="668160"/>
            </a:xfrm>
            <a:custGeom>
              <a:avLst/>
              <a:gdLst>
                <a:gd name="textAreaLeft" fmla="*/ 0 w 725040"/>
                <a:gd name="textAreaRight" fmla="*/ 725400 w 725040"/>
                <a:gd name="textAreaTop" fmla="*/ 0 h 668160"/>
                <a:gd name="textAreaBottom" fmla="*/ 668520 h 668160"/>
              </a:gdLst>
              <a:ahLst/>
              <a:cxnLst/>
              <a:rect l="textAreaLeft" t="textAreaTop" r="textAreaRight" b="textAreaBottom"/>
              <a:pathLst>
                <a:path w="14862" h="13694">
                  <a:moveTo>
                    <a:pt x="7705" y="196"/>
                  </a:moveTo>
                  <a:cubicBezTo>
                    <a:pt x="11367" y="196"/>
                    <a:pt x="14345" y="3170"/>
                    <a:pt x="14345" y="6840"/>
                  </a:cubicBezTo>
                  <a:cubicBezTo>
                    <a:pt x="14345" y="10519"/>
                    <a:pt x="11362" y="13489"/>
                    <a:pt x="7696" y="13489"/>
                  </a:cubicBezTo>
                  <a:cubicBezTo>
                    <a:pt x="7675" y="13489"/>
                    <a:pt x="7654" y="13489"/>
                    <a:pt x="7633" y="13489"/>
                  </a:cubicBezTo>
                  <a:cubicBezTo>
                    <a:pt x="7263" y="13489"/>
                    <a:pt x="6887" y="13460"/>
                    <a:pt x="6522" y="13396"/>
                  </a:cubicBezTo>
                  <a:cubicBezTo>
                    <a:pt x="5796" y="13274"/>
                    <a:pt x="5094" y="13031"/>
                    <a:pt x="4445" y="12670"/>
                  </a:cubicBezTo>
                  <a:cubicBezTo>
                    <a:pt x="1779" y="11218"/>
                    <a:pt x="444" y="8137"/>
                    <a:pt x="1194" y="5198"/>
                  </a:cubicBezTo>
                  <a:cubicBezTo>
                    <a:pt x="1945" y="2254"/>
                    <a:pt x="4597" y="197"/>
                    <a:pt x="7633" y="197"/>
                  </a:cubicBezTo>
                  <a:cubicBezTo>
                    <a:pt x="7657" y="197"/>
                    <a:pt x="7681" y="196"/>
                    <a:pt x="7705" y="196"/>
                  </a:cubicBezTo>
                  <a:close/>
                  <a:moveTo>
                    <a:pt x="7634" y="0"/>
                  </a:moveTo>
                  <a:cubicBezTo>
                    <a:pt x="4882" y="0"/>
                    <a:pt x="2319" y="1668"/>
                    <a:pt x="1267" y="4330"/>
                  </a:cubicBezTo>
                  <a:cubicBezTo>
                    <a:pt x="0" y="7542"/>
                    <a:pt x="1321" y="11193"/>
                    <a:pt x="4348" y="12850"/>
                  </a:cubicBezTo>
                  <a:cubicBezTo>
                    <a:pt x="5016" y="13221"/>
                    <a:pt x="5737" y="13469"/>
                    <a:pt x="6488" y="13601"/>
                  </a:cubicBezTo>
                  <a:cubicBezTo>
                    <a:pt x="6868" y="13660"/>
                    <a:pt x="7248" y="13694"/>
                    <a:pt x="7633" y="13694"/>
                  </a:cubicBezTo>
                  <a:cubicBezTo>
                    <a:pt x="11084" y="13694"/>
                    <a:pt x="13999" y="11130"/>
                    <a:pt x="14433" y="7708"/>
                  </a:cubicBezTo>
                  <a:cubicBezTo>
                    <a:pt x="14862" y="4281"/>
                    <a:pt x="12678" y="1074"/>
                    <a:pt x="9339" y="216"/>
                  </a:cubicBezTo>
                  <a:cubicBezTo>
                    <a:pt x="8770" y="70"/>
                    <a:pt x="8198" y="0"/>
                    <a:pt x="763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6" name="Google Shape;3934;p75"/>
            <p:cNvSpPr/>
            <p:nvPr/>
          </p:nvSpPr>
          <p:spPr>
            <a:xfrm rot="966000">
              <a:off x="3135240" y="3132360"/>
              <a:ext cx="635040" cy="610920"/>
            </a:xfrm>
            <a:custGeom>
              <a:avLst/>
              <a:gdLst>
                <a:gd name="textAreaLeft" fmla="*/ 0 w 635040"/>
                <a:gd name="textAreaRight" fmla="*/ 635400 w 635040"/>
                <a:gd name="textAreaTop" fmla="*/ 0 h 610920"/>
                <a:gd name="textAreaBottom" fmla="*/ 611280 h 610920"/>
              </a:gdLst>
              <a:ahLst/>
              <a:cxnLst/>
              <a:rect l="textAreaLeft" t="textAreaTop" r="textAreaRight" b="textAreaBottom"/>
              <a:pathLst>
                <a:path w="13020" h="12527">
                  <a:moveTo>
                    <a:pt x="6756" y="200"/>
                  </a:moveTo>
                  <a:cubicBezTo>
                    <a:pt x="10100" y="205"/>
                    <a:pt x="12810" y="2915"/>
                    <a:pt x="12815" y="6263"/>
                  </a:cubicBezTo>
                  <a:cubicBezTo>
                    <a:pt x="12815" y="8710"/>
                    <a:pt x="11338" y="10923"/>
                    <a:pt x="9076" y="11859"/>
                  </a:cubicBezTo>
                  <a:cubicBezTo>
                    <a:pt x="8326" y="12171"/>
                    <a:pt x="7538" y="12322"/>
                    <a:pt x="6757" y="12322"/>
                  </a:cubicBezTo>
                  <a:cubicBezTo>
                    <a:pt x="5179" y="12322"/>
                    <a:pt x="3629" y="11705"/>
                    <a:pt x="2472" y="10548"/>
                  </a:cubicBezTo>
                  <a:cubicBezTo>
                    <a:pt x="736" y="8813"/>
                    <a:pt x="220" y="6205"/>
                    <a:pt x="1161" y="3943"/>
                  </a:cubicBezTo>
                  <a:cubicBezTo>
                    <a:pt x="2096" y="1681"/>
                    <a:pt x="4304" y="205"/>
                    <a:pt x="6756" y="205"/>
                  </a:cubicBezTo>
                  <a:lnTo>
                    <a:pt x="6756" y="200"/>
                  </a:lnTo>
                  <a:close/>
                  <a:moveTo>
                    <a:pt x="6756" y="0"/>
                  </a:moveTo>
                  <a:cubicBezTo>
                    <a:pt x="5126" y="0"/>
                    <a:pt x="3525" y="636"/>
                    <a:pt x="2325" y="1833"/>
                  </a:cubicBezTo>
                  <a:cubicBezTo>
                    <a:pt x="537" y="3626"/>
                    <a:pt x="0" y="6317"/>
                    <a:pt x="970" y="8657"/>
                  </a:cubicBezTo>
                  <a:cubicBezTo>
                    <a:pt x="1940" y="11001"/>
                    <a:pt x="4222" y="12527"/>
                    <a:pt x="6756" y="12527"/>
                  </a:cubicBezTo>
                  <a:cubicBezTo>
                    <a:pt x="10212" y="12522"/>
                    <a:pt x="13015" y="9719"/>
                    <a:pt x="13020" y="6263"/>
                  </a:cubicBezTo>
                  <a:cubicBezTo>
                    <a:pt x="13020" y="3729"/>
                    <a:pt x="11494" y="1443"/>
                    <a:pt x="9154" y="478"/>
                  </a:cubicBezTo>
                  <a:cubicBezTo>
                    <a:pt x="8378" y="156"/>
                    <a:pt x="7563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7" name="Google Shape;3935;p75"/>
            <p:cNvSpPr/>
            <p:nvPr/>
          </p:nvSpPr>
          <p:spPr>
            <a:xfrm rot="966000">
              <a:off x="1650600" y="2270880"/>
              <a:ext cx="516600" cy="516600"/>
            </a:xfrm>
            <a:custGeom>
              <a:avLst/>
              <a:gdLst>
                <a:gd name="textAreaLeft" fmla="*/ 0 w 516600"/>
                <a:gd name="textAreaRight" fmla="*/ 516960 w 516600"/>
                <a:gd name="textAreaTop" fmla="*/ 0 h 516600"/>
                <a:gd name="textAreaBottom" fmla="*/ 516960 h 516600"/>
              </a:gdLst>
              <a:ahLst/>
              <a:cxnLst/>
              <a:rect l="textAreaLeft" t="textAreaTop" r="textAreaRight" b="textAreaBottom"/>
              <a:pathLst>
                <a:path w="10588" h="10588">
                  <a:moveTo>
                    <a:pt x="5294" y="0"/>
                  </a:moveTo>
                  <a:cubicBezTo>
                    <a:pt x="2374" y="0"/>
                    <a:pt x="0" y="2369"/>
                    <a:pt x="0" y="5294"/>
                  </a:cubicBezTo>
                  <a:cubicBezTo>
                    <a:pt x="0" y="8218"/>
                    <a:pt x="2374" y="10587"/>
                    <a:pt x="5294" y="10587"/>
                  </a:cubicBezTo>
                  <a:cubicBezTo>
                    <a:pt x="8218" y="10587"/>
                    <a:pt x="10587" y="8218"/>
                    <a:pt x="10587" y="5294"/>
                  </a:cubicBezTo>
                  <a:cubicBezTo>
                    <a:pt x="10587" y="2369"/>
                    <a:pt x="8218" y="0"/>
                    <a:pt x="5294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8" name="Google Shape;3936;p75"/>
            <p:cNvSpPr/>
            <p:nvPr/>
          </p:nvSpPr>
          <p:spPr>
            <a:xfrm rot="966000">
              <a:off x="1625400" y="2263320"/>
              <a:ext cx="547200" cy="526320"/>
            </a:xfrm>
            <a:custGeom>
              <a:avLst/>
              <a:gdLst>
                <a:gd name="textAreaLeft" fmla="*/ 0 w 547200"/>
                <a:gd name="textAreaRight" fmla="*/ 547560 w 547200"/>
                <a:gd name="textAreaTop" fmla="*/ 0 h 526320"/>
                <a:gd name="textAreaBottom" fmla="*/ 526680 h 526320"/>
              </a:gdLst>
              <a:ahLst/>
              <a:cxnLst/>
              <a:rect l="textAreaLeft" t="textAreaTop" r="textAreaRight" b="textAreaBottom"/>
              <a:pathLst>
                <a:path w="11222" h="10793">
                  <a:moveTo>
                    <a:pt x="5821" y="206"/>
                  </a:moveTo>
                  <a:cubicBezTo>
                    <a:pt x="8687" y="210"/>
                    <a:pt x="11012" y="2531"/>
                    <a:pt x="11017" y="5397"/>
                  </a:cubicBezTo>
                  <a:cubicBezTo>
                    <a:pt x="11017" y="7498"/>
                    <a:pt x="9749" y="9389"/>
                    <a:pt x="7809" y="10193"/>
                  </a:cubicBezTo>
                  <a:cubicBezTo>
                    <a:pt x="7167" y="10459"/>
                    <a:pt x="6492" y="10589"/>
                    <a:pt x="5823" y="10589"/>
                  </a:cubicBezTo>
                  <a:cubicBezTo>
                    <a:pt x="4472" y="10589"/>
                    <a:pt x="3145" y="10061"/>
                    <a:pt x="2150" y="9067"/>
                  </a:cubicBezTo>
                  <a:cubicBezTo>
                    <a:pt x="669" y="7585"/>
                    <a:pt x="220" y="5353"/>
                    <a:pt x="1024" y="3408"/>
                  </a:cubicBezTo>
                  <a:cubicBezTo>
                    <a:pt x="1829" y="1468"/>
                    <a:pt x="3725" y="206"/>
                    <a:pt x="5821" y="206"/>
                  </a:cubicBezTo>
                  <a:close/>
                  <a:moveTo>
                    <a:pt x="5826" y="1"/>
                  </a:moveTo>
                  <a:cubicBezTo>
                    <a:pt x="4420" y="1"/>
                    <a:pt x="3040" y="549"/>
                    <a:pt x="2009" y="1580"/>
                  </a:cubicBezTo>
                  <a:cubicBezTo>
                    <a:pt x="464" y="3125"/>
                    <a:pt x="1" y="5445"/>
                    <a:pt x="839" y="7463"/>
                  </a:cubicBezTo>
                  <a:cubicBezTo>
                    <a:pt x="1673" y="9481"/>
                    <a:pt x="3642" y="10793"/>
                    <a:pt x="5821" y="10793"/>
                  </a:cubicBezTo>
                  <a:cubicBezTo>
                    <a:pt x="8804" y="10793"/>
                    <a:pt x="11217" y="8375"/>
                    <a:pt x="11221" y="5397"/>
                  </a:cubicBezTo>
                  <a:cubicBezTo>
                    <a:pt x="11221" y="3213"/>
                    <a:pt x="9905" y="1249"/>
                    <a:pt x="7887" y="410"/>
                  </a:cubicBezTo>
                  <a:cubicBezTo>
                    <a:pt x="7220" y="135"/>
                    <a:pt x="6520" y="1"/>
                    <a:pt x="582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9" name="Google Shape;3937;p75"/>
            <p:cNvSpPr/>
            <p:nvPr/>
          </p:nvSpPr>
          <p:spPr>
            <a:xfrm rot="966000">
              <a:off x="1737360" y="2357280"/>
              <a:ext cx="343440" cy="343800"/>
            </a:xfrm>
            <a:custGeom>
              <a:avLst/>
              <a:gdLst>
                <a:gd name="textAreaLeft" fmla="*/ 0 w 343440"/>
                <a:gd name="textAreaRight" fmla="*/ 343800 w 343440"/>
                <a:gd name="textAreaTop" fmla="*/ 0 h 343800"/>
                <a:gd name="textAreaBottom" fmla="*/ 344160 h 343800"/>
              </a:gdLst>
              <a:ahLst/>
              <a:cxnLst/>
              <a:rect l="textAreaLeft" t="textAreaTop" r="textAreaRight" b="textAreaBottom"/>
              <a:pathLst>
                <a:path w="7044" h="7049">
                  <a:moveTo>
                    <a:pt x="2832" y="1"/>
                  </a:moveTo>
                  <a:lnTo>
                    <a:pt x="2832" y="2837"/>
                  </a:lnTo>
                  <a:lnTo>
                    <a:pt x="0" y="2837"/>
                  </a:lnTo>
                  <a:lnTo>
                    <a:pt x="0" y="4212"/>
                  </a:lnTo>
                  <a:lnTo>
                    <a:pt x="2832" y="4212"/>
                  </a:lnTo>
                  <a:lnTo>
                    <a:pt x="2832" y="7049"/>
                  </a:lnTo>
                  <a:lnTo>
                    <a:pt x="4207" y="7049"/>
                  </a:lnTo>
                  <a:lnTo>
                    <a:pt x="4207" y="4212"/>
                  </a:lnTo>
                  <a:lnTo>
                    <a:pt x="7044" y="4212"/>
                  </a:lnTo>
                  <a:lnTo>
                    <a:pt x="7044" y="2837"/>
                  </a:lnTo>
                  <a:lnTo>
                    <a:pt x="4207" y="2837"/>
                  </a:lnTo>
                  <a:lnTo>
                    <a:pt x="420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0" name="Google Shape;3938;p75"/>
            <p:cNvSpPr/>
            <p:nvPr/>
          </p:nvSpPr>
          <p:spPr>
            <a:xfrm rot="966000">
              <a:off x="1732320" y="2352240"/>
              <a:ext cx="353520" cy="353520"/>
            </a:xfrm>
            <a:custGeom>
              <a:avLst/>
              <a:gdLst>
                <a:gd name="textAreaLeft" fmla="*/ 0 w 353520"/>
                <a:gd name="textAreaRight" fmla="*/ 353880 w 353520"/>
                <a:gd name="textAreaTop" fmla="*/ 0 h 353520"/>
                <a:gd name="textAreaBottom" fmla="*/ 353880 h 353520"/>
              </a:gdLst>
              <a:ahLst/>
              <a:cxnLst/>
              <a:rect l="textAreaLeft" t="textAreaTop" r="textAreaRight" b="textAreaBottom"/>
              <a:pathLst>
                <a:path w="7249" h="7254">
                  <a:moveTo>
                    <a:pt x="4212" y="210"/>
                  </a:moveTo>
                  <a:lnTo>
                    <a:pt x="4212" y="3047"/>
                  </a:lnTo>
                  <a:lnTo>
                    <a:pt x="7043" y="3047"/>
                  </a:lnTo>
                  <a:lnTo>
                    <a:pt x="7043" y="4212"/>
                  </a:lnTo>
                  <a:lnTo>
                    <a:pt x="4212" y="4212"/>
                  </a:lnTo>
                  <a:lnTo>
                    <a:pt x="4212" y="7048"/>
                  </a:lnTo>
                  <a:lnTo>
                    <a:pt x="3037" y="7048"/>
                  </a:lnTo>
                  <a:lnTo>
                    <a:pt x="3037" y="4216"/>
                  </a:lnTo>
                  <a:lnTo>
                    <a:pt x="205" y="4216"/>
                  </a:lnTo>
                  <a:lnTo>
                    <a:pt x="205" y="3047"/>
                  </a:lnTo>
                  <a:lnTo>
                    <a:pt x="3037" y="3047"/>
                  </a:lnTo>
                  <a:lnTo>
                    <a:pt x="3037" y="210"/>
                  </a:lnTo>
                  <a:close/>
                  <a:moveTo>
                    <a:pt x="2832" y="0"/>
                  </a:moveTo>
                  <a:lnTo>
                    <a:pt x="2832" y="2837"/>
                  </a:lnTo>
                  <a:lnTo>
                    <a:pt x="0" y="2837"/>
                  </a:lnTo>
                  <a:lnTo>
                    <a:pt x="0" y="4416"/>
                  </a:lnTo>
                  <a:lnTo>
                    <a:pt x="2832" y="4416"/>
                  </a:lnTo>
                  <a:lnTo>
                    <a:pt x="2832" y="7253"/>
                  </a:lnTo>
                  <a:lnTo>
                    <a:pt x="4411" y="7253"/>
                  </a:lnTo>
                  <a:lnTo>
                    <a:pt x="4411" y="4416"/>
                  </a:lnTo>
                  <a:lnTo>
                    <a:pt x="7248" y="4416"/>
                  </a:lnTo>
                  <a:lnTo>
                    <a:pt x="7248" y="2837"/>
                  </a:lnTo>
                  <a:lnTo>
                    <a:pt x="4411" y="2837"/>
                  </a:lnTo>
                  <a:lnTo>
                    <a:pt x="4411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1" name="Google Shape;3939;p75"/>
            <p:cNvSpPr/>
            <p:nvPr/>
          </p:nvSpPr>
          <p:spPr>
            <a:xfrm rot="966000">
              <a:off x="3295800" y="3278520"/>
              <a:ext cx="349200" cy="335880"/>
            </a:xfrm>
            <a:custGeom>
              <a:avLst/>
              <a:gdLst>
                <a:gd name="textAreaLeft" fmla="*/ 0 w 349200"/>
                <a:gd name="textAreaRight" fmla="*/ 349560 w 349200"/>
                <a:gd name="textAreaTop" fmla="*/ 0 h 335880"/>
                <a:gd name="textAreaBottom" fmla="*/ 336240 h 335880"/>
              </a:gdLst>
              <a:ahLst/>
              <a:cxnLst/>
              <a:rect l="textAreaLeft" t="textAreaTop" r="textAreaRight" b="textAreaBottom"/>
              <a:pathLst>
                <a:path w="7161" h="6889">
                  <a:moveTo>
                    <a:pt x="3446" y="0"/>
                  </a:moveTo>
                  <a:cubicBezTo>
                    <a:pt x="1545" y="0"/>
                    <a:pt x="5" y="1540"/>
                    <a:pt x="5" y="3441"/>
                  </a:cubicBezTo>
                  <a:cubicBezTo>
                    <a:pt x="0" y="4835"/>
                    <a:pt x="843" y="6093"/>
                    <a:pt x="2130" y="6624"/>
                  </a:cubicBezTo>
                  <a:cubicBezTo>
                    <a:pt x="2556" y="6802"/>
                    <a:pt x="3004" y="6888"/>
                    <a:pt x="3448" y="6888"/>
                  </a:cubicBezTo>
                  <a:cubicBezTo>
                    <a:pt x="4344" y="6888"/>
                    <a:pt x="5225" y="6537"/>
                    <a:pt x="5883" y="5879"/>
                  </a:cubicBezTo>
                  <a:cubicBezTo>
                    <a:pt x="6868" y="4894"/>
                    <a:pt x="7160" y="3412"/>
                    <a:pt x="6629" y="2125"/>
                  </a:cubicBezTo>
                  <a:cubicBezTo>
                    <a:pt x="6098" y="839"/>
                    <a:pt x="4840" y="0"/>
                    <a:pt x="3446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2" name="Google Shape;3940;p75"/>
            <p:cNvSpPr/>
            <p:nvPr/>
          </p:nvSpPr>
          <p:spPr>
            <a:xfrm rot="966000">
              <a:off x="3251520" y="3241440"/>
              <a:ext cx="410040" cy="394920"/>
            </a:xfrm>
            <a:custGeom>
              <a:avLst/>
              <a:gdLst>
                <a:gd name="textAreaLeft" fmla="*/ 0 w 410040"/>
                <a:gd name="textAreaRight" fmla="*/ 410400 w 410040"/>
                <a:gd name="textAreaTop" fmla="*/ 0 h 394920"/>
                <a:gd name="textAreaBottom" fmla="*/ 395280 h 394920"/>
              </a:gdLst>
              <a:ahLst/>
              <a:cxnLst/>
              <a:rect l="textAreaLeft" t="textAreaTop" r="textAreaRight" b="textAreaBottom"/>
              <a:pathLst>
                <a:path w="8409" h="8096">
                  <a:moveTo>
                    <a:pt x="4363" y="205"/>
                  </a:moveTo>
                  <a:cubicBezTo>
                    <a:pt x="6484" y="209"/>
                    <a:pt x="8204" y="1925"/>
                    <a:pt x="8204" y="4045"/>
                  </a:cubicBezTo>
                  <a:cubicBezTo>
                    <a:pt x="8209" y="5600"/>
                    <a:pt x="7273" y="6999"/>
                    <a:pt x="5835" y="7599"/>
                  </a:cubicBezTo>
                  <a:cubicBezTo>
                    <a:pt x="5360" y="7796"/>
                    <a:pt x="4861" y="7892"/>
                    <a:pt x="4366" y="7892"/>
                  </a:cubicBezTo>
                  <a:cubicBezTo>
                    <a:pt x="3367" y="7892"/>
                    <a:pt x="2385" y="7502"/>
                    <a:pt x="1648" y="6765"/>
                  </a:cubicBezTo>
                  <a:cubicBezTo>
                    <a:pt x="547" y="5669"/>
                    <a:pt x="220" y="4016"/>
                    <a:pt x="815" y="2578"/>
                  </a:cubicBezTo>
                  <a:cubicBezTo>
                    <a:pt x="1409" y="1140"/>
                    <a:pt x="2808" y="205"/>
                    <a:pt x="4363" y="205"/>
                  </a:cubicBezTo>
                  <a:close/>
                  <a:moveTo>
                    <a:pt x="4368" y="0"/>
                  </a:moveTo>
                  <a:cubicBezTo>
                    <a:pt x="3315" y="0"/>
                    <a:pt x="2278" y="411"/>
                    <a:pt x="1502" y="1184"/>
                  </a:cubicBezTo>
                  <a:cubicBezTo>
                    <a:pt x="347" y="2344"/>
                    <a:pt x="1" y="4084"/>
                    <a:pt x="625" y="5595"/>
                  </a:cubicBezTo>
                  <a:cubicBezTo>
                    <a:pt x="1253" y="7106"/>
                    <a:pt x="2725" y="8091"/>
                    <a:pt x="4363" y="8096"/>
                  </a:cubicBezTo>
                  <a:cubicBezTo>
                    <a:pt x="6596" y="8091"/>
                    <a:pt x="8409" y="6283"/>
                    <a:pt x="8409" y="4045"/>
                  </a:cubicBezTo>
                  <a:cubicBezTo>
                    <a:pt x="8409" y="2413"/>
                    <a:pt x="7424" y="936"/>
                    <a:pt x="5913" y="307"/>
                  </a:cubicBezTo>
                  <a:cubicBezTo>
                    <a:pt x="5414" y="101"/>
                    <a:pt x="4889" y="0"/>
                    <a:pt x="436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3" name="Google Shape;3941;p75"/>
            <p:cNvSpPr/>
            <p:nvPr/>
          </p:nvSpPr>
          <p:spPr>
            <a:xfrm rot="966000">
              <a:off x="3277800" y="3265920"/>
              <a:ext cx="359640" cy="345960"/>
            </a:xfrm>
            <a:custGeom>
              <a:avLst/>
              <a:gdLst>
                <a:gd name="textAreaLeft" fmla="*/ 0 w 359640"/>
                <a:gd name="textAreaRight" fmla="*/ 360000 w 359640"/>
                <a:gd name="textAreaTop" fmla="*/ 0 h 345960"/>
                <a:gd name="textAreaBottom" fmla="*/ 346320 h 345960"/>
              </a:gdLst>
              <a:ahLst/>
              <a:cxnLst/>
              <a:rect l="textAreaLeft" t="textAreaTop" r="textAreaRight" b="textAreaBottom"/>
              <a:pathLst>
                <a:path w="7376" h="7093">
                  <a:moveTo>
                    <a:pt x="3827" y="206"/>
                  </a:moveTo>
                  <a:cubicBezTo>
                    <a:pt x="5675" y="206"/>
                    <a:pt x="7166" y="1702"/>
                    <a:pt x="7171" y="3544"/>
                  </a:cubicBezTo>
                  <a:cubicBezTo>
                    <a:pt x="7171" y="4899"/>
                    <a:pt x="6357" y="6118"/>
                    <a:pt x="5109" y="6635"/>
                  </a:cubicBezTo>
                  <a:cubicBezTo>
                    <a:pt x="4695" y="6806"/>
                    <a:pt x="4260" y="6890"/>
                    <a:pt x="3828" y="6890"/>
                  </a:cubicBezTo>
                  <a:cubicBezTo>
                    <a:pt x="2959" y="6890"/>
                    <a:pt x="2105" y="6552"/>
                    <a:pt x="1463" y="5913"/>
                  </a:cubicBezTo>
                  <a:cubicBezTo>
                    <a:pt x="508" y="4953"/>
                    <a:pt x="220" y="3515"/>
                    <a:pt x="742" y="2267"/>
                  </a:cubicBezTo>
                  <a:cubicBezTo>
                    <a:pt x="1258" y="1020"/>
                    <a:pt x="2477" y="206"/>
                    <a:pt x="3827" y="206"/>
                  </a:cubicBezTo>
                  <a:close/>
                  <a:moveTo>
                    <a:pt x="3832" y="1"/>
                  </a:moveTo>
                  <a:cubicBezTo>
                    <a:pt x="2908" y="1"/>
                    <a:pt x="2000" y="360"/>
                    <a:pt x="1322" y="1039"/>
                  </a:cubicBezTo>
                  <a:cubicBezTo>
                    <a:pt x="308" y="2053"/>
                    <a:pt x="1" y="3579"/>
                    <a:pt x="552" y="4904"/>
                  </a:cubicBezTo>
                  <a:cubicBezTo>
                    <a:pt x="1098" y="6230"/>
                    <a:pt x="2394" y="7093"/>
                    <a:pt x="3827" y="7093"/>
                  </a:cubicBezTo>
                  <a:cubicBezTo>
                    <a:pt x="5787" y="7093"/>
                    <a:pt x="7371" y="5504"/>
                    <a:pt x="7376" y="3544"/>
                  </a:cubicBezTo>
                  <a:cubicBezTo>
                    <a:pt x="7376" y="2111"/>
                    <a:pt x="6508" y="820"/>
                    <a:pt x="5187" y="269"/>
                  </a:cubicBezTo>
                  <a:cubicBezTo>
                    <a:pt x="4749" y="88"/>
                    <a:pt x="4289" y="1"/>
                    <a:pt x="383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74" name="Google Shape;3942;p75"/>
          <p:cNvGrpSpPr/>
          <p:nvPr/>
        </p:nvGrpSpPr>
        <p:grpSpPr>
          <a:xfrm>
            <a:off x="3287520" y="2540880"/>
            <a:ext cx="409680" cy="409680"/>
            <a:chOff x="3287520" y="2540880"/>
            <a:chExt cx="409680" cy="409680"/>
          </a:xfrm>
        </p:grpSpPr>
        <p:sp>
          <p:nvSpPr>
            <p:cNvPr id="775" name="Google Shape;3943;p75"/>
            <p:cNvSpPr/>
            <p:nvPr/>
          </p:nvSpPr>
          <p:spPr>
            <a:xfrm>
              <a:off x="3287520" y="2540880"/>
              <a:ext cx="409680" cy="409680"/>
            </a:xfrm>
            <a:custGeom>
              <a:avLst/>
              <a:gdLst>
                <a:gd name="textAreaLeft" fmla="*/ 0 w 409680"/>
                <a:gd name="textAreaRight" fmla="*/ 410040 w 409680"/>
                <a:gd name="textAreaTop" fmla="*/ 0 h 409680"/>
                <a:gd name="textAreaBottom" fmla="*/ 410040 h 409680"/>
              </a:gdLst>
              <a:ahLst/>
              <a:cxnLst/>
              <a:rect l="textAreaLeft" t="textAreaTop" r="textAreaRight" b="textAreaBottom"/>
              <a:pathLst>
                <a:path w="208483" h="208483">
                  <a:moveTo>
                    <a:pt x="104241" y="0"/>
                  </a:moveTo>
                  <a:cubicBezTo>
                    <a:pt x="46667" y="0"/>
                    <a:pt x="0" y="46667"/>
                    <a:pt x="0" y="104241"/>
                  </a:cubicBezTo>
                  <a:cubicBezTo>
                    <a:pt x="0" y="161816"/>
                    <a:pt x="46667" y="208483"/>
                    <a:pt x="104241" y="208483"/>
                  </a:cubicBezTo>
                  <a:cubicBezTo>
                    <a:pt x="161816" y="208483"/>
                    <a:pt x="208482" y="161816"/>
                    <a:pt x="208482" y="104241"/>
                  </a:cubicBezTo>
                  <a:cubicBezTo>
                    <a:pt x="208482" y="46667"/>
                    <a:pt x="161816" y="0"/>
                    <a:pt x="1042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6" name="Google Shape;3944;p75"/>
            <p:cNvSpPr/>
            <p:nvPr/>
          </p:nvSpPr>
          <p:spPr>
            <a:xfrm>
              <a:off x="3299760" y="2552760"/>
              <a:ext cx="385920" cy="385920"/>
            </a:xfrm>
            <a:custGeom>
              <a:avLst/>
              <a:gdLst>
                <a:gd name="textAreaLeft" fmla="*/ 0 w 385920"/>
                <a:gd name="textAreaRight" fmla="*/ 386280 w 385920"/>
                <a:gd name="textAreaTop" fmla="*/ 0 h 385920"/>
                <a:gd name="textAreaBottom" fmla="*/ 386280 h 385920"/>
              </a:gdLst>
              <a:ahLst/>
              <a:cxnLst/>
              <a:rect l="textAreaLeft" t="textAreaTop" r="textAreaRight" b="textAreaBottom"/>
              <a:pathLst>
                <a:path w="208483" h="208483">
                  <a:moveTo>
                    <a:pt x="104241" y="0"/>
                  </a:moveTo>
                  <a:cubicBezTo>
                    <a:pt x="46667" y="0"/>
                    <a:pt x="0" y="46667"/>
                    <a:pt x="0" y="104241"/>
                  </a:cubicBezTo>
                  <a:cubicBezTo>
                    <a:pt x="0" y="161816"/>
                    <a:pt x="46667" y="208483"/>
                    <a:pt x="104241" y="208483"/>
                  </a:cubicBezTo>
                  <a:cubicBezTo>
                    <a:pt x="161816" y="208483"/>
                    <a:pt x="208482" y="161816"/>
                    <a:pt x="208482" y="104241"/>
                  </a:cubicBezTo>
                  <a:cubicBezTo>
                    <a:pt x="208482" y="46667"/>
                    <a:pt x="161816" y="0"/>
                    <a:pt x="104241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777" name="Google Shape;3945;p75"/>
            <p:cNvGrpSpPr/>
            <p:nvPr/>
          </p:nvGrpSpPr>
          <p:grpSpPr>
            <a:xfrm>
              <a:off x="3365280" y="2601000"/>
              <a:ext cx="254520" cy="289440"/>
              <a:chOff x="3365280" y="2601000"/>
              <a:chExt cx="254520" cy="289440"/>
            </a:xfrm>
          </p:grpSpPr>
          <p:sp>
            <p:nvSpPr>
              <p:cNvPr id="778" name="Google Shape;3946;p75"/>
              <p:cNvSpPr/>
              <p:nvPr/>
            </p:nvSpPr>
            <p:spPr>
              <a:xfrm>
                <a:off x="3371040" y="2606400"/>
                <a:ext cx="243000" cy="278280"/>
              </a:xfrm>
              <a:custGeom>
                <a:avLst/>
                <a:gdLst>
                  <a:gd name="textAreaLeft" fmla="*/ 0 w 243000"/>
                  <a:gd name="textAreaRight" fmla="*/ 243360 w 243000"/>
                  <a:gd name="textAreaTop" fmla="*/ 0 h 278280"/>
                  <a:gd name="textAreaBottom" fmla="*/ 278640 h 278280"/>
                </a:gdLst>
                <a:ahLst/>
                <a:cxnLst/>
                <a:rect l="textAreaLeft" t="textAreaTop" r="textAreaRight" b="textAreaBottom"/>
                <a:pathLst>
                  <a:path w="174615" h="199824">
                    <a:moveTo>
                      <a:pt x="119585" y="1"/>
                    </a:moveTo>
                    <a:cubicBezTo>
                      <a:pt x="114366" y="1"/>
                      <a:pt x="106537" y="59"/>
                      <a:pt x="106537" y="59"/>
                    </a:cubicBezTo>
                    <a:lnTo>
                      <a:pt x="91858" y="59"/>
                    </a:lnTo>
                    <a:lnTo>
                      <a:pt x="91858" y="89209"/>
                    </a:lnTo>
                    <a:lnTo>
                      <a:pt x="91793" y="138041"/>
                    </a:lnTo>
                    <a:cubicBezTo>
                      <a:pt x="91793" y="151089"/>
                      <a:pt x="83279" y="162180"/>
                      <a:pt x="71438" y="166061"/>
                    </a:cubicBezTo>
                    <a:cubicBezTo>
                      <a:pt x="68466" y="167014"/>
                      <a:pt x="65290" y="167557"/>
                      <a:pt x="61932" y="167557"/>
                    </a:cubicBezTo>
                    <a:cubicBezTo>
                      <a:pt x="61494" y="167557"/>
                      <a:pt x="61053" y="167548"/>
                      <a:pt x="60608" y="167529"/>
                    </a:cubicBezTo>
                    <a:cubicBezTo>
                      <a:pt x="45114" y="166746"/>
                      <a:pt x="32620" y="154025"/>
                      <a:pt x="32425" y="138498"/>
                    </a:cubicBezTo>
                    <a:cubicBezTo>
                      <a:pt x="32196" y="121992"/>
                      <a:pt x="45571" y="108520"/>
                      <a:pt x="62109" y="108520"/>
                    </a:cubicBezTo>
                    <a:cubicBezTo>
                      <a:pt x="65371" y="108520"/>
                      <a:pt x="68502" y="109042"/>
                      <a:pt x="71438" y="110021"/>
                    </a:cubicBezTo>
                    <a:lnTo>
                      <a:pt x="71438" y="77009"/>
                    </a:lnTo>
                    <a:cubicBezTo>
                      <a:pt x="68404" y="76553"/>
                      <a:pt x="65273" y="76324"/>
                      <a:pt x="62109" y="76324"/>
                    </a:cubicBezTo>
                    <a:cubicBezTo>
                      <a:pt x="47952" y="76324"/>
                      <a:pt x="34545" y="80956"/>
                      <a:pt x="23650" y="89568"/>
                    </a:cubicBezTo>
                    <a:cubicBezTo>
                      <a:pt x="21758" y="91068"/>
                      <a:pt x="19899" y="92667"/>
                      <a:pt x="18202" y="94428"/>
                    </a:cubicBezTo>
                    <a:cubicBezTo>
                      <a:pt x="6590" y="105943"/>
                      <a:pt x="1" y="121731"/>
                      <a:pt x="66" y="138074"/>
                    </a:cubicBezTo>
                    <a:cubicBezTo>
                      <a:pt x="66" y="154547"/>
                      <a:pt x="6525" y="170041"/>
                      <a:pt x="18235" y="181719"/>
                    </a:cubicBezTo>
                    <a:cubicBezTo>
                      <a:pt x="29978" y="193364"/>
                      <a:pt x="45571" y="199823"/>
                      <a:pt x="62174" y="199823"/>
                    </a:cubicBezTo>
                    <a:cubicBezTo>
                      <a:pt x="65306" y="199823"/>
                      <a:pt x="68437" y="199562"/>
                      <a:pt x="71503" y="199138"/>
                    </a:cubicBezTo>
                    <a:cubicBezTo>
                      <a:pt x="84551" y="197181"/>
                      <a:pt x="96588" y="191179"/>
                      <a:pt x="106080" y="181719"/>
                    </a:cubicBezTo>
                    <a:cubicBezTo>
                      <a:pt x="117726" y="170106"/>
                      <a:pt x="124184" y="154710"/>
                      <a:pt x="124250" y="138335"/>
                    </a:cubicBezTo>
                    <a:lnTo>
                      <a:pt x="124054" y="65233"/>
                    </a:lnTo>
                    <a:lnTo>
                      <a:pt x="124054" y="65233"/>
                    </a:lnTo>
                    <a:cubicBezTo>
                      <a:pt x="129697" y="69539"/>
                      <a:pt x="135797" y="73127"/>
                      <a:pt x="142354" y="75900"/>
                    </a:cubicBezTo>
                    <a:cubicBezTo>
                      <a:pt x="152596" y="80239"/>
                      <a:pt x="161762" y="82424"/>
                      <a:pt x="172951" y="82424"/>
                    </a:cubicBezTo>
                    <a:lnTo>
                      <a:pt x="174615" y="81576"/>
                    </a:lnTo>
                    <a:cubicBezTo>
                      <a:pt x="174615" y="81576"/>
                      <a:pt x="174549" y="50000"/>
                      <a:pt x="174484" y="50000"/>
                    </a:cubicBezTo>
                    <a:cubicBezTo>
                      <a:pt x="146790" y="50000"/>
                      <a:pt x="124380" y="27721"/>
                      <a:pt x="124152" y="59"/>
                    </a:cubicBezTo>
                    <a:cubicBezTo>
                      <a:pt x="124152" y="15"/>
                      <a:pt x="122195" y="1"/>
                      <a:pt x="11958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79" name="Google Shape;3947;p75"/>
              <p:cNvSpPr/>
              <p:nvPr/>
            </p:nvSpPr>
            <p:spPr>
              <a:xfrm>
                <a:off x="3403440" y="2721600"/>
                <a:ext cx="12240" cy="1116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11160"/>
                  <a:gd name="textAreaBottom" fmla="*/ 11520 h 11160"/>
                </a:gdLst>
                <a:ahLst/>
                <a:cxnLst/>
                <a:rect l="textAreaLeft" t="textAreaTop" r="textAreaRight" b="textAreaBottom"/>
                <a:pathLst>
                  <a:path w="9167" h="8178">
                    <a:moveTo>
                      <a:pt x="4579" y="0"/>
                    </a:moveTo>
                    <a:cubicBezTo>
                      <a:pt x="3823" y="0"/>
                      <a:pt x="3059" y="217"/>
                      <a:pt x="2382" y="673"/>
                    </a:cubicBezTo>
                    <a:cubicBezTo>
                      <a:pt x="2317" y="673"/>
                      <a:pt x="2317" y="705"/>
                      <a:pt x="2284" y="705"/>
                    </a:cubicBezTo>
                    <a:cubicBezTo>
                      <a:pt x="490" y="1912"/>
                      <a:pt x="1" y="4293"/>
                      <a:pt x="1142" y="6087"/>
                    </a:cubicBezTo>
                    <a:cubicBezTo>
                      <a:pt x="1175" y="6153"/>
                      <a:pt x="1240" y="6218"/>
                      <a:pt x="1273" y="6316"/>
                    </a:cubicBezTo>
                    <a:cubicBezTo>
                      <a:pt x="2026" y="7508"/>
                      <a:pt x="3315" y="8177"/>
                      <a:pt x="4642" y="8177"/>
                    </a:cubicBezTo>
                    <a:cubicBezTo>
                      <a:pt x="5385" y="8177"/>
                      <a:pt x="6139" y="7967"/>
                      <a:pt x="6818" y="7523"/>
                    </a:cubicBezTo>
                    <a:cubicBezTo>
                      <a:pt x="6851" y="7523"/>
                      <a:pt x="6851" y="7490"/>
                      <a:pt x="6883" y="7490"/>
                    </a:cubicBezTo>
                    <a:cubicBezTo>
                      <a:pt x="8612" y="6348"/>
                      <a:pt x="9167" y="4032"/>
                      <a:pt x="8123" y="2173"/>
                    </a:cubicBezTo>
                    <a:cubicBezTo>
                      <a:pt x="8090" y="2108"/>
                      <a:pt x="8025" y="2075"/>
                      <a:pt x="7992" y="1977"/>
                    </a:cubicBezTo>
                    <a:cubicBezTo>
                      <a:pt x="7259" y="700"/>
                      <a:pt x="5934" y="0"/>
                      <a:pt x="457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5760" bIns="5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80" name="Google Shape;3948;p75"/>
              <p:cNvSpPr/>
              <p:nvPr/>
            </p:nvSpPr>
            <p:spPr>
              <a:xfrm>
                <a:off x="3365280" y="2737080"/>
                <a:ext cx="147600" cy="153360"/>
              </a:xfrm>
              <a:custGeom>
                <a:avLst/>
                <a:gdLst>
                  <a:gd name="textAreaLeft" fmla="*/ 0 w 147600"/>
                  <a:gd name="textAreaRight" fmla="*/ 147960 w 147600"/>
                  <a:gd name="textAreaTop" fmla="*/ 0 h 153360"/>
                  <a:gd name="textAreaBottom" fmla="*/ 153720 h 153360"/>
                </a:gdLst>
                <a:ahLst/>
                <a:cxnLst/>
                <a:rect l="textAreaLeft" t="textAreaTop" r="textAreaRight" b="textAreaBottom"/>
                <a:pathLst>
                  <a:path w="106179" h="110289">
                    <a:moveTo>
                      <a:pt x="19199" y="1"/>
                    </a:moveTo>
                    <a:cubicBezTo>
                      <a:pt x="18076" y="1"/>
                      <a:pt x="16954" y="466"/>
                      <a:pt x="16148" y="1404"/>
                    </a:cubicBezTo>
                    <a:cubicBezTo>
                      <a:pt x="5840" y="13310"/>
                      <a:pt x="1" y="28739"/>
                      <a:pt x="33" y="44494"/>
                    </a:cubicBezTo>
                    <a:cubicBezTo>
                      <a:pt x="33" y="62077"/>
                      <a:pt x="6916" y="78582"/>
                      <a:pt x="19442" y="91010"/>
                    </a:cubicBezTo>
                    <a:cubicBezTo>
                      <a:pt x="31968" y="103439"/>
                      <a:pt x="48572" y="110289"/>
                      <a:pt x="66252" y="110289"/>
                    </a:cubicBezTo>
                    <a:cubicBezTo>
                      <a:pt x="69546" y="110289"/>
                      <a:pt x="72939" y="110060"/>
                      <a:pt x="76201" y="109571"/>
                    </a:cubicBezTo>
                    <a:cubicBezTo>
                      <a:pt x="86248" y="108071"/>
                      <a:pt x="95675" y="104352"/>
                      <a:pt x="103895" y="98643"/>
                    </a:cubicBezTo>
                    <a:cubicBezTo>
                      <a:pt x="105983" y="97208"/>
                      <a:pt x="106179" y="94272"/>
                      <a:pt x="104417" y="92478"/>
                    </a:cubicBezTo>
                    <a:cubicBezTo>
                      <a:pt x="104384" y="92348"/>
                      <a:pt x="104384" y="92315"/>
                      <a:pt x="104352" y="92315"/>
                    </a:cubicBezTo>
                    <a:cubicBezTo>
                      <a:pt x="103555" y="91537"/>
                      <a:pt x="102517" y="91128"/>
                      <a:pt x="101470" y="91128"/>
                    </a:cubicBezTo>
                    <a:cubicBezTo>
                      <a:pt x="100673" y="91128"/>
                      <a:pt x="99870" y="91365"/>
                      <a:pt x="99165" y="91859"/>
                    </a:cubicBezTo>
                    <a:cubicBezTo>
                      <a:pt x="91956" y="96849"/>
                      <a:pt x="83769" y="100111"/>
                      <a:pt x="74994" y="101416"/>
                    </a:cubicBezTo>
                    <a:cubicBezTo>
                      <a:pt x="72091" y="101808"/>
                      <a:pt x="69155" y="102069"/>
                      <a:pt x="66252" y="102069"/>
                    </a:cubicBezTo>
                    <a:cubicBezTo>
                      <a:pt x="50757" y="102069"/>
                      <a:pt x="36176" y="96066"/>
                      <a:pt x="25216" y="85171"/>
                    </a:cubicBezTo>
                    <a:cubicBezTo>
                      <a:pt x="14256" y="74309"/>
                      <a:pt x="8221" y="59826"/>
                      <a:pt x="8188" y="44462"/>
                    </a:cubicBezTo>
                    <a:cubicBezTo>
                      <a:pt x="8188" y="30664"/>
                      <a:pt x="13277" y="17126"/>
                      <a:pt x="22313" y="6721"/>
                    </a:cubicBezTo>
                    <a:cubicBezTo>
                      <a:pt x="23650" y="5188"/>
                      <a:pt x="23650" y="2904"/>
                      <a:pt x="22248" y="1404"/>
                    </a:cubicBezTo>
                    <a:lnTo>
                      <a:pt x="22215" y="1338"/>
                    </a:lnTo>
                    <a:cubicBezTo>
                      <a:pt x="21407" y="449"/>
                      <a:pt x="20302" y="1"/>
                      <a:pt x="191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76680" bIns="766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81" name="Google Shape;3949;p75"/>
              <p:cNvSpPr/>
              <p:nvPr/>
            </p:nvSpPr>
            <p:spPr>
              <a:xfrm>
                <a:off x="3518280" y="2847600"/>
                <a:ext cx="12960" cy="11520"/>
              </a:xfrm>
              <a:custGeom>
                <a:avLst/>
                <a:gdLst>
                  <a:gd name="textAreaLeft" fmla="*/ 0 w 12960"/>
                  <a:gd name="textAreaRight" fmla="*/ 13320 w 12960"/>
                  <a:gd name="textAreaTop" fmla="*/ 0 h 11520"/>
                  <a:gd name="textAreaBottom" fmla="*/ 11880 h 11520"/>
                </a:gdLst>
                <a:ahLst/>
                <a:cxnLst/>
                <a:rect l="textAreaLeft" t="textAreaTop" r="textAreaRight" b="textAreaBottom"/>
                <a:pathLst>
                  <a:path w="9526" h="8489">
                    <a:moveTo>
                      <a:pt x="4871" y="1"/>
                    </a:moveTo>
                    <a:cubicBezTo>
                      <a:pt x="3710" y="1"/>
                      <a:pt x="2556" y="505"/>
                      <a:pt x="1762" y="1468"/>
                    </a:cubicBezTo>
                    <a:cubicBezTo>
                      <a:pt x="1632" y="1599"/>
                      <a:pt x="1567" y="1729"/>
                      <a:pt x="1436" y="1892"/>
                    </a:cubicBezTo>
                    <a:cubicBezTo>
                      <a:pt x="1" y="3588"/>
                      <a:pt x="294" y="6165"/>
                      <a:pt x="2056" y="7535"/>
                    </a:cubicBezTo>
                    <a:cubicBezTo>
                      <a:pt x="2089" y="7601"/>
                      <a:pt x="2121" y="7633"/>
                      <a:pt x="2186" y="7633"/>
                    </a:cubicBezTo>
                    <a:cubicBezTo>
                      <a:pt x="2903" y="8212"/>
                      <a:pt x="3766" y="8488"/>
                      <a:pt x="4627" y="8488"/>
                    </a:cubicBezTo>
                    <a:cubicBezTo>
                      <a:pt x="5802" y="8488"/>
                      <a:pt x="6974" y="7974"/>
                      <a:pt x="7764" y="7013"/>
                    </a:cubicBezTo>
                    <a:cubicBezTo>
                      <a:pt x="7895" y="6883"/>
                      <a:pt x="7960" y="6752"/>
                      <a:pt x="8091" y="6589"/>
                    </a:cubicBezTo>
                    <a:cubicBezTo>
                      <a:pt x="9526" y="4828"/>
                      <a:pt x="9200" y="2186"/>
                      <a:pt x="7340" y="848"/>
                    </a:cubicBezTo>
                    <a:cubicBezTo>
                      <a:pt x="7340" y="848"/>
                      <a:pt x="7308" y="816"/>
                      <a:pt x="7275" y="816"/>
                    </a:cubicBezTo>
                    <a:cubicBezTo>
                      <a:pt x="6561" y="267"/>
                      <a:pt x="5715" y="1"/>
                      <a:pt x="487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5760" bIns="5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82" name="Google Shape;3950;p75"/>
              <p:cNvSpPr/>
              <p:nvPr/>
            </p:nvSpPr>
            <p:spPr>
              <a:xfrm>
                <a:off x="3410640" y="2601000"/>
                <a:ext cx="209160" cy="244440"/>
              </a:xfrm>
              <a:custGeom>
                <a:avLst/>
                <a:gdLst>
                  <a:gd name="textAreaLeft" fmla="*/ 0 w 209160"/>
                  <a:gd name="textAreaRight" fmla="*/ 209520 w 209160"/>
                  <a:gd name="textAreaTop" fmla="*/ 0 h 244440"/>
                  <a:gd name="textAreaBottom" fmla="*/ 244800 h 244440"/>
                </a:gdLst>
                <a:ahLst/>
                <a:cxnLst/>
                <a:rect l="textAreaLeft" t="textAreaTop" r="textAreaRight" b="textAreaBottom"/>
                <a:pathLst>
                  <a:path w="150412" h="175609">
                    <a:moveTo>
                      <a:pt x="63610" y="0"/>
                    </a:moveTo>
                    <a:cubicBezTo>
                      <a:pt x="61359" y="0"/>
                      <a:pt x="59532" y="1827"/>
                      <a:pt x="59532" y="4078"/>
                    </a:cubicBezTo>
                    <a:lnTo>
                      <a:pt x="59532" y="93228"/>
                    </a:lnTo>
                    <a:lnTo>
                      <a:pt x="59467" y="142060"/>
                    </a:lnTo>
                    <a:cubicBezTo>
                      <a:pt x="59467" y="153020"/>
                      <a:pt x="52421" y="162741"/>
                      <a:pt x="41950" y="166199"/>
                    </a:cubicBezTo>
                    <a:cubicBezTo>
                      <a:pt x="39320" y="167047"/>
                      <a:pt x="36616" y="167503"/>
                      <a:pt x="33881" y="167503"/>
                    </a:cubicBezTo>
                    <a:cubicBezTo>
                      <a:pt x="33462" y="167503"/>
                      <a:pt x="33042" y="167493"/>
                      <a:pt x="32621" y="167471"/>
                    </a:cubicBezTo>
                    <a:cubicBezTo>
                      <a:pt x="19181" y="166818"/>
                      <a:pt x="8515" y="155793"/>
                      <a:pt x="8319" y="142419"/>
                    </a:cubicBezTo>
                    <a:cubicBezTo>
                      <a:pt x="8221" y="135569"/>
                      <a:pt x="10798" y="129143"/>
                      <a:pt x="15593" y="124250"/>
                    </a:cubicBezTo>
                    <a:cubicBezTo>
                      <a:pt x="20454" y="119291"/>
                      <a:pt x="26978" y="116584"/>
                      <a:pt x="33926" y="116584"/>
                    </a:cubicBezTo>
                    <a:cubicBezTo>
                      <a:pt x="36633" y="116584"/>
                      <a:pt x="39373" y="117041"/>
                      <a:pt x="41983" y="117889"/>
                    </a:cubicBezTo>
                    <a:cubicBezTo>
                      <a:pt x="42399" y="118019"/>
                      <a:pt x="42825" y="118082"/>
                      <a:pt x="43246" y="118082"/>
                    </a:cubicBezTo>
                    <a:cubicBezTo>
                      <a:pt x="44409" y="118082"/>
                      <a:pt x="45540" y="117600"/>
                      <a:pt x="46354" y="116714"/>
                    </a:cubicBezTo>
                    <a:cubicBezTo>
                      <a:pt x="47006" y="115931"/>
                      <a:pt x="47332" y="114920"/>
                      <a:pt x="47332" y="113909"/>
                    </a:cubicBezTo>
                    <a:lnTo>
                      <a:pt x="47332" y="81028"/>
                    </a:lnTo>
                    <a:cubicBezTo>
                      <a:pt x="47332" y="79038"/>
                      <a:pt x="45865" y="77277"/>
                      <a:pt x="43875" y="76983"/>
                    </a:cubicBezTo>
                    <a:cubicBezTo>
                      <a:pt x="40547" y="76494"/>
                      <a:pt x="37220" y="76233"/>
                      <a:pt x="33926" y="76233"/>
                    </a:cubicBezTo>
                    <a:cubicBezTo>
                      <a:pt x="26651" y="76233"/>
                      <a:pt x="19638" y="77407"/>
                      <a:pt x="12984" y="79593"/>
                    </a:cubicBezTo>
                    <a:cubicBezTo>
                      <a:pt x="10831" y="80311"/>
                      <a:pt x="9820" y="82724"/>
                      <a:pt x="10831" y="84780"/>
                    </a:cubicBezTo>
                    <a:lnTo>
                      <a:pt x="10831" y="84812"/>
                    </a:lnTo>
                    <a:cubicBezTo>
                      <a:pt x="10961" y="85008"/>
                      <a:pt x="11092" y="85269"/>
                      <a:pt x="11157" y="85465"/>
                    </a:cubicBezTo>
                    <a:cubicBezTo>
                      <a:pt x="11790" y="86730"/>
                      <a:pt x="13091" y="87485"/>
                      <a:pt x="14435" y="87485"/>
                    </a:cubicBezTo>
                    <a:cubicBezTo>
                      <a:pt x="14823" y="87485"/>
                      <a:pt x="15214" y="87423"/>
                      <a:pt x="15593" y="87291"/>
                    </a:cubicBezTo>
                    <a:cubicBezTo>
                      <a:pt x="21400" y="85367"/>
                      <a:pt x="27565" y="84388"/>
                      <a:pt x="33860" y="84388"/>
                    </a:cubicBezTo>
                    <a:cubicBezTo>
                      <a:pt x="35622" y="84388"/>
                      <a:pt x="37383" y="84486"/>
                      <a:pt x="39145" y="84649"/>
                    </a:cubicBezTo>
                    <a:lnTo>
                      <a:pt x="39145" y="108853"/>
                    </a:lnTo>
                    <a:cubicBezTo>
                      <a:pt x="37383" y="108592"/>
                      <a:pt x="35622" y="108462"/>
                      <a:pt x="33860" y="108462"/>
                    </a:cubicBezTo>
                    <a:cubicBezTo>
                      <a:pt x="24727" y="108462"/>
                      <a:pt x="16180" y="112050"/>
                      <a:pt x="9787" y="118541"/>
                    </a:cubicBezTo>
                    <a:cubicBezTo>
                      <a:pt x="3426" y="124967"/>
                      <a:pt x="1" y="133481"/>
                      <a:pt x="99" y="142549"/>
                    </a:cubicBezTo>
                    <a:cubicBezTo>
                      <a:pt x="360" y="160197"/>
                      <a:pt x="14452" y="174712"/>
                      <a:pt x="32164" y="175561"/>
                    </a:cubicBezTo>
                    <a:cubicBezTo>
                      <a:pt x="32758" y="175593"/>
                      <a:pt x="33351" y="175609"/>
                      <a:pt x="33941" y="175609"/>
                    </a:cubicBezTo>
                    <a:cubicBezTo>
                      <a:pt x="37530" y="175609"/>
                      <a:pt x="41044" y="175018"/>
                      <a:pt x="44462" y="173897"/>
                    </a:cubicBezTo>
                    <a:cubicBezTo>
                      <a:pt x="58325" y="169330"/>
                      <a:pt x="67622" y="156543"/>
                      <a:pt x="67622" y="142027"/>
                    </a:cubicBezTo>
                    <a:lnTo>
                      <a:pt x="67687" y="93163"/>
                    </a:lnTo>
                    <a:lnTo>
                      <a:pt x="67687" y="8155"/>
                    </a:lnTo>
                    <a:lnTo>
                      <a:pt x="78321" y="8155"/>
                    </a:lnTo>
                    <a:cubicBezTo>
                      <a:pt x="81697" y="8133"/>
                      <a:pt x="85305" y="8095"/>
                      <a:pt x="88344" y="8095"/>
                    </a:cubicBezTo>
                    <a:cubicBezTo>
                      <a:pt x="89709" y="8095"/>
                      <a:pt x="90960" y="8103"/>
                      <a:pt x="92022" y="8123"/>
                    </a:cubicBezTo>
                    <a:cubicBezTo>
                      <a:pt x="93098" y="21073"/>
                      <a:pt x="98643" y="33110"/>
                      <a:pt x="107973" y="42374"/>
                    </a:cubicBezTo>
                    <a:cubicBezTo>
                      <a:pt x="117269" y="51573"/>
                      <a:pt x="129339" y="57053"/>
                      <a:pt x="142256" y="58031"/>
                    </a:cubicBezTo>
                    <a:cubicBezTo>
                      <a:pt x="142256" y="64131"/>
                      <a:pt x="142289" y="76005"/>
                      <a:pt x="142354" y="82333"/>
                    </a:cubicBezTo>
                    <a:cubicBezTo>
                      <a:pt x="133155" y="81876"/>
                      <a:pt x="124250" y="79821"/>
                      <a:pt x="115769" y="76233"/>
                    </a:cubicBezTo>
                    <a:cubicBezTo>
                      <a:pt x="109506" y="73624"/>
                      <a:pt x="103700" y="70198"/>
                      <a:pt x="98350" y="66088"/>
                    </a:cubicBezTo>
                    <a:cubicBezTo>
                      <a:pt x="97610" y="65524"/>
                      <a:pt x="96719" y="65238"/>
                      <a:pt x="95830" y="65238"/>
                    </a:cubicBezTo>
                    <a:cubicBezTo>
                      <a:pt x="95229" y="65238"/>
                      <a:pt x="94629" y="65369"/>
                      <a:pt x="94077" y="65632"/>
                    </a:cubicBezTo>
                    <a:cubicBezTo>
                      <a:pt x="92674" y="66284"/>
                      <a:pt x="91793" y="67752"/>
                      <a:pt x="91793" y="69318"/>
                    </a:cubicBezTo>
                    <a:lnTo>
                      <a:pt x="91956" y="142354"/>
                    </a:lnTo>
                    <a:cubicBezTo>
                      <a:pt x="91891" y="150443"/>
                      <a:pt x="90195" y="158272"/>
                      <a:pt x="86966" y="165514"/>
                    </a:cubicBezTo>
                    <a:cubicBezTo>
                      <a:pt x="86150" y="167308"/>
                      <a:pt x="86802" y="169428"/>
                      <a:pt x="88433" y="170472"/>
                    </a:cubicBezTo>
                    <a:cubicBezTo>
                      <a:pt x="88466" y="170472"/>
                      <a:pt x="88466" y="170505"/>
                      <a:pt x="88531" y="170505"/>
                    </a:cubicBezTo>
                    <a:cubicBezTo>
                      <a:pt x="89214" y="170960"/>
                      <a:pt x="89984" y="171174"/>
                      <a:pt x="90744" y="171174"/>
                    </a:cubicBezTo>
                    <a:cubicBezTo>
                      <a:pt x="92271" y="171174"/>
                      <a:pt x="93760" y="170311"/>
                      <a:pt x="94436" y="168808"/>
                    </a:cubicBezTo>
                    <a:cubicBezTo>
                      <a:pt x="98089" y="160555"/>
                      <a:pt x="100046" y="151650"/>
                      <a:pt x="100111" y="142354"/>
                    </a:cubicBezTo>
                    <a:lnTo>
                      <a:pt x="99850" y="77049"/>
                    </a:lnTo>
                    <a:lnTo>
                      <a:pt x="99850" y="77049"/>
                    </a:lnTo>
                    <a:cubicBezTo>
                      <a:pt x="103895" y="79593"/>
                      <a:pt x="108071" y="81844"/>
                      <a:pt x="112474" y="83670"/>
                    </a:cubicBezTo>
                    <a:cubicBezTo>
                      <a:pt x="123206" y="88205"/>
                      <a:pt x="134591" y="90521"/>
                      <a:pt x="146301" y="90521"/>
                    </a:cubicBezTo>
                    <a:cubicBezTo>
                      <a:pt x="147410" y="90521"/>
                      <a:pt x="148454" y="90097"/>
                      <a:pt x="149237" y="89346"/>
                    </a:cubicBezTo>
                    <a:cubicBezTo>
                      <a:pt x="149987" y="88563"/>
                      <a:pt x="150411" y="87552"/>
                      <a:pt x="150411" y="86443"/>
                    </a:cubicBezTo>
                    <a:lnTo>
                      <a:pt x="150379" y="70231"/>
                    </a:lnTo>
                    <a:lnTo>
                      <a:pt x="150313" y="54345"/>
                    </a:lnTo>
                    <a:cubicBezTo>
                      <a:pt x="150281" y="49974"/>
                      <a:pt x="146301" y="49942"/>
                      <a:pt x="146236" y="49942"/>
                    </a:cubicBezTo>
                    <a:cubicBezTo>
                      <a:pt x="120955" y="49942"/>
                      <a:pt x="100177" y="29358"/>
                      <a:pt x="99981" y="4045"/>
                    </a:cubicBezTo>
                    <a:cubicBezTo>
                      <a:pt x="99981" y="2121"/>
                      <a:pt x="98546" y="131"/>
                      <a:pt x="959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783" name="Google Shape;3951;p75"/>
            <p:cNvSpPr/>
            <p:nvPr/>
          </p:nvSpPr>
          <p:spPr>
            <a:xfrm>
              <a:off x="3467880" y="2552760"/>
              <a:ext cx="224640" cy="385920"/>
            </a:xfrm>
            <a:custGeom>
              <a:avLst/>
              <a:gdLst>
                <a:gd name="textAreaLeft" fmla="*/ 0 w 224640"/>
                <a:gd name="textAreaRight" fmla="*/ 225000 w 224640"/>
                <a:gd name="textAreaTop" fmla="*/ 0 h 385920"/>
                <a:gd name="textAreaBottom" fmla="*/ 386280 h 385920"/>
              </a:gdLst>
              <a:ahLst/>
              <a:cxnLst/>
              <a:rect l="textAreaLeft" t="textAreaTop" r="textAreaRight" b="textAreaBottom"/>
              <a:pathLst>
                <a:path w="7672" h="13160">
                  <a:moveTo>
                    <a:pt x="859" y="1"/>
                  </a:moveTo>
                  <a:cubicBezTo>
                    <a:pt x="574" y="1"/>
                    <a:pt x="286" y="18"/>
                    <a:pt x="1" y="57"/>
                  </a:cubicBezTo>
                  <a:cubicBezTo>
                    <a:pt x="3277" y="486"/>
                    <a:pt x="5725" y="3276"/>
                    <a:pt x="5725" y="6580"/>
                  </a:cubicBezTo>
                  <a:cubicBezTo>
                    <a:pt x="5725" y="9880"/>
                    <a:pt x="3277" y="12670"/>
                    <a:pt x="1" y="13103"/>
                  </a:cubicBezTo>
                  <a:cubicBezTo>
                    <a:pt x="291" y="13141"/>
                    <a:pt x="580" y="13160"/>
                    <a:pt x="864" y="13160"/>
                  </a:cubicBezTo>
                  <a:cubicBezTo>
                    <a:pt x="4278" y="13160"/>
                    <a:pt x="7194" y="10510"/>
                    <a:pt x="7421" y="7009"/>
                  </a:cubicBezTo>
                  <a:cubicBezTo>
                    <a:pt x="7671" y="3216"/>
                    <a:pt x="4663" y="4"/>
                    <a:pt x="859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84" name="Google Shape;3952;p75"/>
          <p:cNvGrpSpPr/>
          <p:nvPr/>
        </p:nvGrpSpPr>
        <p:grpSpPr>
          <a:xfrm>
            <a:off x="3272400" y="1964160"/>
            <a:ext cx="440280" cy="417240"/>
            <a:chOff x="3272400" y="1964160"/>
            <a:chExt cx="440280" cy="417240"/>
          </a:xfrm>
        </p:grpSpPr>
        <p:sp>
          <p:nvSpPr>
            <p:cNvPr id="785" name="Google Shape;3953;p75"/>
            <p:cNvSpPr/>
            <p:nvPr/>
          </p:nvSpPr>
          <p:spPr>
            <a:xfrm>
              <a:off x="3301200" y="1971000"/>
              <a:ext cx="404280" cy="404280"/>
            </a:xfrm>
            <a:custGeom>
              <a:avLst/>
              <a:gdLst>
                <a:gd name="textAreaLeft" fmla="*/ 0 w 404280"/>
                <a:gd name="textAreaRight" fmla="*/ 404640 w 404280"/>
                <a:gd name="textAreaTop" fmla="*/ 0 h 404280"/>
                <a:gd name="textAreaBottom" fmla="*/ 404640 h 404280"/>
              </a:gdLst>
              <a:ahLst/>
              <a:cxnLst/>
              <a:rect l="textAreaLeft" t="textAreaTop" r="textAreaRight" b="textAreaBottom"/>
              <a:pathLst>
                <a:path w="13156" h="13156">
                  <a:moveTo>
                    <a:pt x="6576" y="1"/>
                  </a:moveTo>
                  <a:cubicBezTo>
                    <a:pt x="2945" y="1"/>
                    <a:pt x="0" y="2945"/>
                    <a:pt x="0" y="6580"/>
                  </a:cubicBezTo>
                  <a:cubicBezTo>
                    <a:pt x="0" y="10211"/>
                    <a:pt x="2945" y="13156"/>
                    <a:pt x="6576" y="13156"/>
                  </a:cubicBezTo>
                  <a:cubicBezTo>
                    <a:pt x="10211" y="13156"/>
                    <a:pt x="13156" y="10211"/>
                    <a:pt x="13156" y="6580"/>
                  </a:cubicBezTo>
                  <a:cubicBezTo>
                    <a:pt x="13156" y="2945"/>
                    <a:pt x="10211" y="1"/>
                    <a:pt x="6576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6" name="Google Shape;3954;p75"/>
            <p:cNvSpPr/>
            <p:nvPr/>
          </p:nvSpPr>
          <p:spPr>
            <a:xfrm>
              <a:off x="3477240" y="1971000"/>
              <a:ext cx="235440" cy="404280"/>
            </a:xfrm>
            <a:custGeom>
              <a:avLst/>
              <a:gdLst>
                <a:gd name="textAreaLeft" fmla="*/ 0 w 235440"/>
                <a:gd name="textAreaRight" fmla="*/ 235800 w 235440"/>
                <a:gd name="textAreaTop" fmla="*/ 0 h 404280"/>
                <a:gd name="textAreaBottom" fmla="*/ 404640 h 404280"/>
              </a:gdLst>
              <a:ahLst/>
              <a:cxnLst/>
              <a:rect l="textAreaLeft" t="textAreaTop" r="textAreaRight" b="textAreaBottom"/>
              <a:pathLst>
                <a:path w="7672" h="13160">
                  <a:moveTo>
                    <a:pt x="859" y="1"/>
                  </a:moveTo>
                  <a:cubicBezTo>
                    <a:pt x="574" y="1"/>
                    <a:pt x="286" y="18"/>
                    <a:pt x="1" y="57"/>
                  </a:cubicBezTo>
                  <a:cubicBezTo>
                    <a:pt x="3277" y="486"/>
                    <a:pt x="5725" y="3276"/>
                    <a:pt x="5725" y="6580"/>
                  </a:cubicBezTo>
                  <a:cubicBezTo>
                    <a:pt x="5725" y="9880"/>
                    <a:pt x="3277" y="12670"/>
                    <a:pt x="1" y="13103"/>
                  </a:cubicBezTo>
                  <a:cubicBezTo>
                    <a:pt x="291" y="13141"/>
                    <a:pt x="580" y="13160"/>
                    <a:pt x="864" y="13160"/>
                  </a:cubicBezTo>
                  <a:cubicBezTo>
                    <a:pt x="4278" y="13160"/>
                    <a:pt x="7194" y="10510"/>
                    <a:pt x="7421" y="7009"/>
                  </a:cubicBezTo>
                  <a:cubicBezTo>
                    <a:pt x="7671" y="3216"/>
                    <a:pt x="4663" y="4"/>
                    <a:pt x="859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7" name="Google Shape;3955;p75"/>
            <p:cNvSpPr/>
            <p:nvPr/>
          </p:nvSpPr>
          <p:spPr>
            <a:xfrm>
              <a:off x="3387960" y="2075760"/>
              <a:ext cx="257400" cy="211680"/>
            </a:xfrm>
            <a:custGeom>
              <a:avLst/>
              <a:gdLst>
                <a:gd name="textAreaLeft" fmla="*/ 0 w 257400"/>
                <a:gd name="textAreaRight" fmla="*/ 257760 w 257400"/>
                <a:gd name="textAreaTop" fmla="*/ 0 h 211680"/>
                <a:gd name="textAreaBottom" fmla="*/ 212040 h 211680"/>
              </a:gdLst>
              <a:ahLst/>
              <a:cxnLst/>
              <a:rect l="textAreaLeft" t="textAreaTop" r="textAreaRight" b="textAreaBottom"/>
              <a:pathLst>
                <a:path w="8385" h="6899">
                  <a:moveTo>
                    <a:pt x="5479" y="1"/>
                  </a:moveTo>
                  <a:cubicBezTo>
                    <a:pt x="5224" y="1"/>
                    <a:pt x="4967" y="51"/>
                    <a:pt x="4722" y="153"/>
                  </a:cubicBezTo>
                  <a:cubicBezTo>
                    <a:pt x="3998" y="456"/>
                    <a:pt x="3530" y="1163"/>
                    <a:pt x="3530" y="1948"/>
                  </a:cubicBezTo>
                  <a:lnTo>
                    <a:pt x="3530" y="1979"/>
                  </a:lnTo>
                  <a:lnTo>
                    <a:pt x="3435" y="1976"/>
                  </a:lnTo>
                  <a:lnTo>
                    <a:pt x="3431" y="1976"/>
                  </a:lnTo>
                  <a:cubicBezTo>
                    <a:pt x="3234" y="1976"/>
                    <a:pt x="2664" y="1814"/>
                    <a:pt x="2478" y="1754"/>
                  </a:cubicBezTo>
                  <a:cubicBezTo>
                    <a:pt x="1760" y="1508"/>
                    <a:pt x="1112" y="1107"/>
                    <a:pt x="574" y="575"/>
                  </a:cubicBezTo>
                  <a:lnTo>
                    <a:pt x="370" y="375"/>
                  </a:lnTo>
                  <a:cubicBezTo>
                    <a:pt x="357" y="362"/>
                    <a:pt x="341" y="356"/>
                    <a:pt x="325" y="356"/>
                  </a:cubicBezTo>
                  <a:cubicBezTo>
                    <a:pt x="298" y="356"/>
                    <a:pt x="271" y="374"/>
                    <a:pt x="265" y="403"/>
                  </a:cubicBezTo>
                  <a:lnTo>
                    <a:pt x="191" y="681"/>
                  </a:lnTo>
                  <a:cubicBezTo>
                    <a:pt x="1" y="1423"/>
                    <a:pt x="307" y="2208"/>
                    <a:pt x="954" y="2623"/>
                  </a:cubicBezTo>
                  <a:lnTo>
                    <a:pt x="947" y="2623"/>
                  </a:lnTo>
                  <a:cubicBezTo>
                    <a:pt x="817" y="2623"/>
                    <a:pt x="683" y="2609"/>
                    <a:pt x="553" y="2577"/>
                  </a:cubicBezTo>
                  <a:lnTo>
                    <a:pt x="314" y="2521"/>
                  </a:lnTo>
                  <a:cubicBezTo>
                    <a:pt x="309" y="2520"/>
                    <a:pt x="304" y="2519"/>
                    <a:pt x="299" y="2519"/>
                  </a:cubicBezTo>
                  <a:cubicBezTo>
                    <a:pt x="259" y="2519"/>
                    <a:pt x="227" y="2554"/>
                    <a:pt x="236" y="2595"/>
                  </a:cubicBezTo>
                  <a:lnTo>
                    <a:pt x="275" y="2838"/>
                  </a:lnTo>
                  <a:cubicBezTo>
                    <a:pt x="367" y="3376"/>
                    <a:pt x="715" y="3837"/>
                    <a:pt x="1211" y="4066"/>
                  </a:cubicBezTo>
                  <a:cubicBezTo>
                    <a:pt x="1274" y="4090"/>
                    <a:pt x="1257" y="4185"/>
                    <a:pt x="1190" y="4189"/>
                  </a:cubicBezTo>
                  <a:lnTo>
                    <a:pt x="1186" y="4189"/>
                  </a:lnTo>
                  <a:lnTo>
                    <a:pt x="919" y="4203"/>
                  </a:lnTo>
                  <a:cubicBezTo>
                    <a:pt x="873" y="4203"/>
                    <a:pt x="845" y="4256"/>
                    <a:pt x="866" y="4298"/>
                  </a:cubicBezTo>
                  <a:lnTo>
                    <a:pt x="1000" y="4530"/>
                  </a:lnTo>
                  <a:cubicBezTo>
                    <a:pt x="1260" y="4984"/>
                    <a:pt x="1714" y="5297"/>
                    <a:pt x="2235" y="5375"/>
                  </a:cubicBezTo>
                  <a:cubicBezTo>
                    <a:pt x="2291" y="5382"/>
                    <a:pt x="2309" y="5456"/>
                    <a:pt x="2263" y="5487"/>
                  </a:cubicBezTo>
                  <a:cubicBezTo>
                    <a:pt x="1820" y="5818"/>
                    <a:pt x="1306" y="6040"/>
                    <a:pt x="761" y="6135"/>
                  </a:cubicBezTo>
                  <a:lnTo>
                    <a:pt x="173" y="6237"/>
                  </a:lnTo>
                  <a:cubicBezTo>
                    <a:pt x="110" y="6247"/>
                    <a:pt x="99" y="6339"/>
                    <a:pt x="162" y="6360"/>
                  </a:cubicBezTo>
                  <a:lnTo>
                    <a:pt x="718" y="6574"/>
                  </a:lnTo>
                  <a:cubicBezTo>
                    <a:pt x="1281" y="6789"/>
                    <a:pt x="1879" y="6898"/>
                    <a:pt x="2478" y="6898"/>
                  </a:cubicBezTo>
                  <a:cubicBezTo>
                    <a:pt x="5194" y="6898"/>
                    <a:pt x="7414" y="4689"/>
                    <a:pt x="7421" y="1969"/>
                  </a:cubicBezTo>
                  <a:lnTo>
                    <a:pt x="7421" y="1951"/>
                  </a:lnTo>
                  <a:lnTo>
                    <a:pt x="7421" y="1902"/>
                  </a:lnTo>
                  <a:lnTo>
                    <a:pt x="7421" y="1891"/>
                  </a:lnTo>
                  <a:cubicBezTo>
                    <a:pt x="7611" y="1758"/>
                    <a:pt x="7787" y="1610"/>
                    <a:pt x="7949" y="1444"/>
                  </a:cubicBezTo>
                  <a:lnTo>
                    <a:pt x="8343" y="1036"/>
                  </a:lnTo>
                  <a:cubicBezTo>
                    <a:pt x="8384" y="995"/>
                    <a:pt x="8354" y="928"/>
                    <a:pt x="8301" y="928"/>
                  </a:cubicBezTo>
                  <a:cubicBezTo>
                    <a:pt x="8295" y="928"/>
                    <a:pt x="8289" y="929"/>
                    <a:pt x="8283" y="931"/>
                  </a:cubicBezTo>
                  <a:lnTo>
                    <a:pt x="7731" y="1061"/>
                  </a:lnTo>
                  <a:cubicBezTo>
                    <a:pt x="7674" y="1075"/>
                    <a:pt x="7618" y="1089"/>
                    <a:pt x="7558" y="1100"/>
                  </a:cubicBezTo>
                  <a:cubicBezTo>
                    <a:pt x="7554" y="1100"/>
                    <a:pt x="7551" y="1101"/>
                    <a:pt x="7547" y="1101"/>
                  </a:cubicBezTo>
                  <a:cubicBezTo>
                    <a:pt x="7487" y="1101"/>
                    <a:pt x="7456" y="1024"/>
                    <a:pt x="7506" y="987"/>
                  </a:cubicBezTo>
                  <a:cubicBezTo>
                    <a:pt x="7572" y="931"/>
                    <a:pt x="7632" y="875"/>
                    <a:pt x="7688" y="811"/>
                  </a:cubicBezTo>
                  <a:lnTo>
                    <a:pt x="8118" y="343"/>
                  </a:lnTo>
                  <a:cubicBezTo>
                    <a:pt x="8154" y="300"/>
                    <a:pt x="8122" y="236"/>
                    <a:pt x="8072" y="236"/>
                  </a:cubicBezTo>
                  <a:cubicBezTo>
                    <a:pt x="8064" y="236"/>
                    <a:pt x="8056" y="238"/>
                    <a:pt x="8047" y="241"/>
                  </a:cubicBezTo>
                  <a:lnTo>
                    <a:pt x="7449" y="442"/>
                  </a:lnTo>
                  <a:cubicBezTo>
                    <a:pt x="7266" y="502"/>
                    <a:pt x="7080" y="544"/>
                    <a:pt x="6893" y="572"/>
                  </a:cubicBezTo>
                  <a:cubicBezTo>
                    <a:pt x="6890" y="573"/>
                    <a:pt x="6886" y="573"/>
                    <a:pt x="6882" y="573"/>
                  </a:cubicBezTo>
                  <a:cubicBezTo>
                    <a:pt x="6865" y="573"/>
                    <a:pt x="6849" y="566"/>
                    <a:pt x="6837" y="554"/>
                  </a:cubicBezTo>
                  <a:cubicBezTo>
                    <a:pt x="6467" y="191"/>
                    <a:pt x="5977" y="1"/>
                    <a:pt x="5479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8" name="Google Shape;3956;p75"/>
            <p:cNvSpPr/>
            <p:nvPr/>
          </p:nvSpPr>
          <p:spPr>
            <a:xfrm>
              <a:off x="3272400" y="1964160"/>
              <a:ext cx="439560" cy="417240"/>
            </a:xfrm>
            <a:custGeom>
              <a:avLst/>
              <a:gdLst>
                <a:gd name="textAreaLeft" fmla="*/ 0 w 439560"/>
                <a:gd name="textAreaRight" fmla="*/ 439920 w 439560"/>
                <a:gd name="textAreaTop" fmla="*/ 0 h 417240"/>
                <a:gd name="textAreaBottom" fmla="*/ 417600 h 417240"/>
              </a:gdLst>
              <a:ahLst/>
              <a:cxnLst/>
              <a:rect l="textAreaLeft" t="textAreaTop" r="textAreaRight" b="textAreaBottom"/>
              <a:pathLst>
                <a:path w="14311" h="13586">
                  <a:moveTo>
                    <a:pt x="7512" y="429"/>
                  </a:moveTo>
                  <a:cubicBezTo>
                    <a:pt x="11024" y="429"/>
                    <a:pt x="13877" y="3283"/>
                    <a:pt x="13877" y="6794"/>
                  </a:cubicBezTo>
                  <a:cubicBezTo>
                    <a:pt x="13877" y="10302"/>
                    <a:pt x="11024" y="13155"/>
                    <a:pt x="7512" y="13155"/>
                  </a:cubicBezTo>
                  <a:cubicBezTo>
                    <a:pt x="4004" y="13155"/>
                    <a:pt x="1151" y="10302"/>
                    <a:pt x="1151" y="6794"/>
                  </a:cubicBezTo>
                  <a:cubicBezTo>
                    <a:pt x="1151" y="3283"/>
                    <a:pt x="4004" y="429"/>
                    <a:pt x="7512" y="429"/>
                  </a:cubicBezTo>
                  <a:close/>
                  <a:moveTo>
                    <a:pt x="7512" y="1"/>
                  </a:moveTo>
                  <a:cubicBezTo>
                    <a:pt x="6205" y="1"/>
                    <a:pt x="4891" y="377"/>
                    <a:pt x="3741" y="1147"/>
                  </a:cubicBezTo>
                  <a:cubicBezTo>
                    <a:pt x="1045" y="2945"/>
                    <a:pt x="0" y="6400"/>
                    <a:pt x="1239" y="9391"/>
                  </a:cubicBezTo>
                  <a:cubicBezTo>
                    <a:pt x="2307" y="11966"/>
                    <a:pt x="4809" y="13586"/>
                    <a:pt x="7510" y="13586"/>
                  </a:cubicBezTo>
                  <a:cubicBezTo>
                    <a:pt x="7950" y="13586"/>
                    <a:pt x="8394" y="13543"/>
                    <a:pt x="8839" y="13454"/>
                  </a:cubicBezTo>
                  <a:cubicBezTo>
                    <a:pt x="12016" y="12825"/>
                    <a:pt x="14307" y="10035"/>
                    <a:pt x="14307" y="6794"/>
                  </a:cubicBezTo>
                  <a:cubicBezTo>
                    <a:pt x="14310" y="4989"/>
                    <a:pt x="13596" y="3261"/>
                    <a:pt x="12315" y="1991"/>
                  </a:cubicBezTo>
                  <a:cubicBezTo>
                    <a:pt x="11003" y="677"/>
                    <a:pt x="9264" y="1"/>
                    <a:pt x="751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9" name="Google Shape;3957;p75"/>
            <p:cNvSpPr/>
            <p:nvPr/>
          </p:nvSpPr>
          <p:spPr>
            <a:xfrm>
              <a:off x="3380040" y="2069640"/>
              <a:ext cx="273240" cy="223920"/>
            </a:xfrm>
            <a:custGeom>
              <a:avLst/>
              <a:gdLst>
                <a:gd name="textAreaLeft" fmla="*/ 0 w 273240"/>
                <a:gd name="textAreaRight" fmla="*/ 273600 w 273240"/>
                <a:gd name="textAreaTop" fmla="*/ 0 h 223920"/>
                <a:gd name="textAreaBottom" fmla="*/ 224280 h 223920"/>
              </a:gdLst>
              <a:ahLst/>
              <a:cxnLst/>
              <a:rect l="textAreaLeft" t="textAreaTop" r="textAreaRight" b="textAreaBottom"/>
              <a:pathLst>
                <a:path w="8895" h="7295">
                  <a:moveTo>
                    <a:pt x="5726" y="0"/>
                  </a:moveTo>
                  <a:cubicBezTo>
                    <a:pt x="5464" y="0"/>
                    <a:pt x="5200" y="48"/>
                    <a:pt x="4947" y="147"/>
                  </a:cubicBezTo>
                  <a:cubicBezTo>
                    <a:pt x="4184" y="446"/>
                    <a:pt x="3660" y="1153"/>
                    <a:pt x="3589" y="1970"/>
                  </a:cubicBezTo>
                  <a:cubicBezTo>
                    <a:pt x="3322" y="1917"/>
                    <a:pt x="3054" y="1850"/>
                    <a:pt x="2794" y="1766"/>
                  </a:cubicBezTo>
                  <a:cubicBezTo>
                    <a:pt x="2006" y="1498"/>
                    <a:pt x="1302" y="1027"/>
                    <a:pt x="750" y="404"/>
                  </a:cubicBezTo>
                  <a:cubicBezTo>
                    <a:pt x="718" y="365"/>
                    <a:pt x="672" y="341"/>
                    <a:pt x="627" y="330"/>
                  </a:cubicBezTo>
                  <a:cubicBezTo>
                    <a:pt x="613" y="328"/>
                    <a:pt x="600" y="326"/>
                    <a:pt x="586" y="326"/>
                  </a:cubicBezTo>
                  <a:cubicBezTo>
                    <a:pt x="506" y="326"/>
                    <a:pt x="431" y="371"/>
                    <a:pt x="394" y="446"/>
                  </a:cubicBezTo>
                  <a:cubicBezTo>
                    <a:pt x="64" y="1104"/>
                    <a:pt x="130" y="1889"/>
                    <a:pt x="560" y="2487"/>
                  </a:cubicBezTo>
                  <a:cubicBezTo>
                    <a:pt x="547" y="2485"/>
                    <a:pt x="533" y="2483"/>
                    <a:pt x="520" y="2483"/>
                  </a:cubicBezTo>
                  <a:cubicBezTo>
                    <a:pt x="456" y="2483"/>
                    <a:pt x="393" y="2511"/>
                    <a:pt x="352" y="2561"/>
                  </a:cubicBezTo>
                  <a:cubicBezTo>
                    <a:pt x="324" y="2600"/>
                    <a:pt x="306" y="2645"/>
                    <a:pt x="306" y="2695"/>
                  </a:cubicBezTo>
                  <a:lnTo>
                    <a:pt x="306" y="2761"/>
                  </a:lnTo>
                  <a:cubicBezTo>
                    <a:pt x="306" y="3324"/>
                    <a:pt x="560" y="3856"/>
                    <a:pt x="1000" y="4207"/>
                  </a:cubicBezTo>
                  <a:cubicBezTo>
                    <a:pt x="968" y="4229"/>
                    <a:pt x="943" y="4257"/>
                    <a:pt x="929" y="4288"/>
                  </a:cubicBezTo>
                  <a:cubicBezTo>
                    <a:pt x="905" y="4341"/>
                    <a:pt x="897" y="4401"/>
                    <a:pt x="915" y="4454"/>
                  </a:cubicBezTo>
                  <a:cubicBezTo>
                    <a:pt x="1102" y="5041"/>
                    <a:pt x="1559" y="5506"/>
                    <a:pt x="2143" y="5696"/>
                  </a:cubicBezTo>
                  <a:cubicBezTo>
                    <a:pt x="1619" y="6016"/>
                    <a:pt x="1017" y="6185"/>
                    <a:pt x="401" y="6185"/>
                  </a:cubicBezTo>
                  <a:cubicBezTo>
                    <a:pt x="349" y="6185"/>
                    <a:pt x="292" y="6185"/>
                    <a:pt x="236" y="6181"/>
                  </a:cubicBezTo>
                  <a:cubicBezTo>
                    <a:pt x="231" y="6181"/>
                    <a:pt x="227" y="6181"/>
                    <a:pt x="222" y="6181"/>
                  </a:cubicBezTo>
                  <a:cubicBezTo>
                    <a:pt x="119" y="6181"/>
                    <a:pt x="31" y="6256"/>
                    <a:pt x="14" y="6361"/>
                  </a:cubicBezTo>
                  <a:cubicBezTo>
                    <a:pt x="0" y="6449"/>
                    <a:pt x="43" y="6537"/>
                    <a:pt x="123" y="6582"/>
                  </a:cubicBezTo>
                  <a:cubicBezTo>
                    <a:pt x="930" y="7059"/>
                    <a:pt x="1832" y="7294"/>
                    <a:pt x="2731" y="7294"/>
                  </a:cubicBezTo>
                  <a:cubicBezTo>
                    <a:pt x="3793" y="7294"/>
                    <a:pt x="4851" y="6966"/>
                    <a:pt x="5746" y="6319"/>
                  </a:cubicBezTo>
                  <a:cubicBezTo>
                    <a:pt x="5855" y="6241"/>
                    <a:pt x="5866" y="6086"/>
                    <a:pt x="5774" y="5991"/>
                  </a:cubicBezTo>
                  <a:cubicBezTo>
                    <a:pt x="5732" y="5949"/>
                    <a:pt x="5676" y="5927"/>
                    <a:pt x="5621" y="5927"/>
                  </a:cubicBezTo>
                  <a:cubicBezTo>
                    <a:pt x="5576" y="5927"/>
                    <a:pt x="5531" y="5942"/>
                    <a:pt x="5493" y="5970"/>
                  </a:cubicBezTo>
                  <a:cubicBezTo>
                    <a:pt x="4675" y="6560"/>
                    <a:pt x="3705" y="6864"/>
                    <a:pt x="2726" y="6864"/>
                  </a:cubicBezTo>
                  <a:cubicBezTo>
                    <a:pt x="2163" y="6864"/>
                    <a:pt x="1597" y="6763"/>
                    <a:pt x="1056" y="6558"/>
                  </a:cubicBezTo>
                  <a:cubicBezTo>
                    <a:pt x="1703" y="6442"/>
                    <a:pt x="2312" y="6160"/>
                    <a:pt x="2815" y="5741"/>
                  </a:cubicBezTo>
                  <a:cubicBezTo>
                    <a:pt x="2878" y="5692"/>
                    <a:pt x="2910" y="5611"/>
                    <a:pt x="2896" y="5530"/>
                  </a:cubicBezTo>
                  <a:cubicBezTo>
                    <a:pt x="2875" y="5432"/>
                    <a:pt x="2790" y="5362"/>
                    <a:pt x="2692" y="5358"/>
                  </a:cubicBezTo>
                  <a:cubicBezTo>
                    <a:pt x="2175" y="5344"/>
                    <a:pt x="1707" y="5062"/>
                    <a:pt x="1450" y="4612"/>
                  </a:cubicBezTo>
                  <a:cubicBezTo>
                    <a:pt x="1573" y="4609"/>
                    <a:pt x="1693" y="4591"/>
                    <a:pt x="1809" y="4566"/>
                  </a:cubicBezTo>
                  <a:cubicBezTo>
                    <a:pt x="1900" y="4549"/>
                    <a:pt x="1971" y="4475"/>
                    <a:pt x="1985" y="4380"/>
                  </a:cubicBezTo>
                  <a:cubicBezTo>
                    <a:pt x="1999" y="4274"/>
                    <a:pt x="1928" y="4172"/>
                    <a:pt x="1823" y="4144"/>
                  </a:cubicBezTo>
                  <a:cubicBezTo>
                    <a:pt x="1270" y="4010"/>
                    <a:pt x="852" y="3560"/>
                    <a:pt x="757" y="2997"/>
                  </a:cubicBezTo>
                  <a:lnTo>
                    <a:pt x="757" y="2997"/>
                  </a:lnTo>
                  <a:cubicBezTo>
                    <a:pt x="898" y="3030"/>
                    <a:pt x="1045" y="3048"/>
                    <a:pt x="1190" y="3048"/>
                  </a:cubicBezTo>
                  <a:cubicBezTo>
                    <a:pt x="1215" y="3048"/>
                    <a:pt x="1239" y="3047"/>
                    <a:pt x="1263" y="3046"/>
                  </a:cubicBezTo>
                  <a:cubicBezTo>
                    <a:pt x="1369" y="3043"/>
                    <a:pt x="1457" y="2962"/>
                    <a:pt x="1471" y="2856"/>
                  </a:cubicBezTo>
                  <a:cubicBezTo>
                    <a:pt x="1478" y="2772"/>
                    <a:pt x="1436" y="2691"/>
                    <a:pt x="1362" y="2645"/>
                  </a:cubicBezTo>
                  <a:cubicBezTo>
                    <a:pt x="778" y="2290"/>
                    <a:pt x="496" y="1597"/>
                    <a:pt x="669" y="935"/>
                  </a:cubicBezTo>
                  <a:lnTo>
                    <a:pt x="669" y="935"/>
                  </a:lnTo>
                  <a:cubicBezTo>
                    <a:pt x="1232" y="1491"/>
                    <a:pt x="1911" y="1913"/>
                    <a:pt x="2660" y="2170"/>
                  </a:cubicBezTo>
                  <a:cubicBezTo>
                    <a:pt x="2667" y="2174"/>
                    <a:pt x="3406" y="2402"/>
                    <a:pt x="3684" y="2402"/>
                  </a:cubicBezTo>
                  <a:lnTo>
                    <a:pt x="3790" y="2410"/>
                  </a:lnTo>
                  <a:cubicBezTo>
                    <a:pt x="3792" y="2410"/>
                    <a:pt x="3794" y="2410"/>
                    <a:pt x="3796" y="2410"/>
                  </a:cubicBezTo>
                  <a:cubicBezTo>
                    <a:pt x="3920" y="2410"/>
                    <a:pt x="4022" y="2309"/>
                    <a:pt x="4015" y="2184"/>
                  </a:cubicBezTo>
                  <a:lnTo>
                    <a:pt x="4015" y="2149"/>
                  </a:lnTo>
                  <a:cubicBezTo>
                    <a:pt x="4015" y="1449"/>
                    <a:pt x="4437" y="823"/>
                    <a:pt x="5081" y="559"/>
                  </a:cubicBezTo>
                  <a:cubicBezTo>
                    <a:pt x="5293" y="473"/>
                    <a:pt x="5514" y="431"/>
                    <a:pt x="5734" y="431"/>
                  </a:cubicBezTo>
                  <a:cubicBezTo>
                    <a:pt x="6187" y="431"/>
                    <a:pt x="6631" y="608"/>
                    <a:pt x="6960" y="942"/>
                  </a:cubicBezTo>
                  <a:cubicBezTo>
                    <a:pt x="7000" y="985"/>
                    <a:pt x="7056" y="1007"/>
                    <a:pt x="7114" y="1007"/>
                  </a:cubicBezTo>
                  <a:cubicBezTo>
                    <a:pt x="7123" y="1007"/>
                    <a:pt x="7131" y="1007"/>
                    <a:pt x="7139" y="1006"/>
                  </a:cubicBezTo>
                  <a:cubicBezTo>
                    <a:pt x="7354" y="974"/>
                    <a:pt x="7569" y="925"/>
                    <a:pt x="7776" y="854"/>
                  </a:cubicBezTo>
                  <a:lnTo>
                    <a:pt x="7776" y="854"/>
                  </a:lnTo>
                  <a:cubicBezTo>
                    <a:pt x="7667" y="978"/>
                    <a:pt x="7537" y="1080"/>
                    <a:pt x="7393" y="1160"/>
                  </a:cubicBezTo>
                  <a:cubicBezTo>
                    <a:pt x="7294" y="1213"/>
                    <a:pt x="7252" y="1336"/>
                    <a:pt x="7298" y="1438"/>
                  </a:cubicBezTo>
                  <a:lnTo>
                    <a:pt x="7301" y="1445"/>
                  </a:lnTo>
                  <a:cubicBezTo>
                    <a:pt x="7337" y="1519"/>
                    <a:pt x="7413" y="1570"/>
                    <a:pt x="7493" y="1570"/>
                  </a:cubicBezTo>
                  <a:cubicBezTo>
                    <a:pt x="7501" y="1570"/>
                    <a:pt x="7508" y="1570"/>
                    <a:pt x="7516" y="1569"/>
                  </a:cubicBezTo>
                  <a:cubicBezTo>
                    <a:pt x="7695" y="1551"/>
                    <a:pt x="7868" y="1523"/>
                    <a:pt x="8040" y="1481"/>
                  </a:cubicBezTo>
                  <a:lnTo>
                    <a:pt x="8040" y="1481"/>
                  </a:lnTo>
                  <a:cubicBezTo>
                    <a:pt x="7889" y="1639"/>
                    <a:pt x="7720" y="1783"/>
                    <a:pt x="7540" y="1906"/>
                  </a:cubicBezTo>
                  <a:cubicBezTo>
                    <a:pt x="7484" y="1949"/>
                    <a:pt x="7449" y="2019"/>
                    <a:pt x="7452" y="2089"/>
                  </a:cubicBezTo>
                  <a:lnTo>
                    <a:pt x="7452" y="2103"/>
                  </a:lnTo>
                  <a:lnTo>
                    <a:pt x="7452" y="2146"/>
                  </a:lnTo>
                  <a:lnTo>
                    <a:pt x="7452" y="2167"/>
                  </a:lnTo>
                  <a:cubicBezTo>
                    <a:pt x="7445" y="3324"/>
                    <a:pt x="7016" y="4440"/>
                    <a:pt x="6239" y="5298"/>
                  </a:cubicBezTo>
                  <a:cubicBezTo>
                    <a:pt x="6165" y="5383"/>
                    <a:pt x="6168" y="5513"/>
                    <a:pt x="6249" y="5594"/>
                  </a:cubicBezTo>
                  <a:cubicBezTo>
                    <a:pt x="6291" y="5636"/>
                    <a:pt x="6347" y="5657"/>
                    <a:pt x="6402" y="5657"/>
                  </a:cubicBezTo>
                  <a:cubicBezTo>
                    <a:pt x="6461" y="5657"/>
                    <a:pt x="6520" y="5632"/>
                    <a:pt x="6562" y="5583"/>
                  </a:cubicBezTo>
                  <a:cubicBezTo>
                    <a:pt x="7403" y="4654"/>
                    <a:pt x="7871" y="3444"/>
                    <a:pt x="7878" y="2191"/>
                  </a:cubicBezTo>
                  <a:cubicBezTo>
                    <a:pt x="8262" y="1906"/>
                    <a:pt x="8589" y="1555"/>
                    <a:pt x="8842" y="1153"/>
                  </a:cubicBezTo>
                  <a:cubicBezTo>
                    <a:pt x="8895" y="1062"/>
                    <a:pt x="8877" y="946"/>
                    <a:pt x="8796" y="879"/>
                  </a:cubicBezTo>
                  <a:cubicBezTo>
                    <a:pt x="8758" y="844"/>
                    <a:pt x="8707" y="827"/>
                    <a:pt x="8655" y="827"/>
                  </a:cubicBezTo>
                  <a:cubicBezTo>
                    <a:pt x="8623" y="827"/>
                    <a:pt x="8591" y="834"/>
                    <a:pt x="8561" y="847"/>
                  </a:cubicBezTo>
                  <a:cubicBezTo>
                    <a:pt x="8452" y="900"/>
                    <a:pt x="8339" y="946"/>
                    <a:pt x="8223" y="985"/>
                  </a:cubicBezTo>
                  <a:cubicBezTo>
                    <a:pt x="8339" y="826"/>
                    <a:pt x="8427" y="654"/>
                    <a:pt x="8494" y="467"/>
                  </a:cubicBezTo>
                  <a:cubicBezTo>
                    <a:pt x="8522" y="393"/>
                    <a:pt x="8504" y="305"/>
                    <a:pt x="8452" y="246"/>
                  </a:cubicBezTo>
                  <a:cubicBezTo>
                    <a:pt x="8410" y="200"/>
                    <a:pt x="8351" y="176"/>
                    <a:pt x="8292" y="176"/>
                  </a:cubicBezTo>
                  <a:cubicBezTo>
                    <a:pt x="8256" y="176"/>
                    <a:pt x="8220" y="185"/>
                    <a:pt x="8188" y="203"/>
                  </a:cubicBezTo>
                  <a:cubicBezTo>
                    <a:pt x="7875" y="383"/>
                    <a:pt x="7533" y="506"/>
                    <a:pt x="7182" y="566"/>
                  </a:cubicBezTo>
                  <a:cubicBezTo>
                    <a:pt x="6777" y="196"/>
                    <a:pt x="6255" y="0"/>
                    <a:pt x="572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90" name="Google Shape;3958;p75"/>
          <p:cNvGrpSpPr/>
          <p:nvPr/>
        </p:nvGrpSpPr>
        <p:grpSpPr>
          <a:xfrm>
            <a:off x="3272760" y="1387800"/>
            <a:ext cx="439920" cy="417240"/>
            <a:chOff x="3272760" y="1387800"/>
            <a:chExt cx="439920" cy="417240"/>
          </a:xfrm>
        </p:grpSpPr>
        <p:sp>
          <p:nvSpPr>
            <p:cNvPr id="791" name="Google Shape;3959;p75"/>
            <p:cNvSpPr/>
            <p:nvPr/>
          </p:nvSpPr>
          <p:spPr>
            <a:xfrm>
              <a:off x="3301560" y="1394280"/>
              <a:ext cx="404280" cy="404280"/>
            </a:xfrm>
            <a:custGeom>
              <a:avLst/>
              <a:gdLst>
                <a:gd name="textAreaLeft" fmla="*/ 0 w 404280"/>
                <a:gd name="textAreaRight" fmla="*/ 404640 w 404280"/>
                <a:gd name="textAreaTop" fmla="*/ 0 h 404280"/>
                <a:gd name="textAreaBottom" fmla="*/ 404640 h 404280"/>
              </a:gdLst>
              <a:ahLst/>
              <a:cxnLst/>
              <a:rect l="textAreaLeft" t="textAreaTop" r="textAreaRight" b="textAreaBottom"/>
              <a:pathLst>
                <a:path w="13156" h="13156">
                  <a:moveTo>
                    <a:pt x="6576" y="1"/>
                  </a:moveTo>
                  <a:cubicBezTo>
                    <a:pt x="2945" y="1"/>
                    <a:pt x="0" y="2945"/>
                    <a:pt x="0" y="6580"/>
                  </a:cubicBezTo>
                  <a:cubicBezTo>
                    <a:pt x="0" y="10211"/>
                    <a:pt x="2945" y="13156"/>
                    <a:pt x="6576" y="13156"/>
                  </a:cubicBezTo>
                  <a:cubicBezTo>
                    <a:pt x="10211" y="13156"/>
                    <a:pt x="13156" y="10211"/>
                    <a:pt x="13156" y="6580"/>
                  </a:cubicBezTo>
                  <a:cubicBezTo>
                    <a:pt x="13156" y="2945"/>
                    <a:pt x="10211" y="1"/>
                    <a:pt x="6576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2" name="Google Shape;3960;p75"/>
            <p:cNvSpPr/>
            <p:nvPr/>
          </p:nvSpPr>
          <p:spPr>
            <a:xfrm>
              <a:off x="3477240" y="1394280"/>
              <a:ext cx="235440" cy="404280"/>
            </a:xfrm>
            <a:custGeom>
              <a:avLst/>
              <a:gdLst>
                <a:gd name="textAreaLeft" fmla="*/ 0 w 235440"/>
                <a:gd name="textAreaRight" fmla="*/ 235800 w 235440"/>
                <a:gd name="textAreaTop" fmla="*/ 0 h 404280"/>
                <a:gd name="textAreaBottom" fmla="*/ 404640 h 404280"/>
              </a:gdLst>
              <a:ahLst/>
              <a:cxnLst/>
              <a:rect l="textAreaLeft" t="textAreaTop" r="textAreaRight" b="textAreaBottom"/>
              <a:pathLst>
                <a:path w="7668" h="13160">
                  <a:moveTo>
                    <a:pt x="859" y="1"/>
                  </a:moveTo>
                  <a:cubicBezTo>
                    <a:pt x="570" y="1"/>
                    <a:pt x="282" y="18"/>
                    <a:pt x="0" y="57"/>
                  </a:cubicBezTo>
                  <a:cubicBezTo>
                    <a:pt x="3273" y="486"/>
                    <a:pt x="5721" y="3276"/>
                    <a:pt x="5721" y="6580"/>
                  </a:cubicBezTo>
                  <a:cubicBezTo>
                    <a:pt x="5721" y="9880"/>
                    <a:pt x="3273" y="12670"/>
                    <a:pt x="0" y="13103"/>
                  </a:cubicBezTo>
                  <a:cubicBezTo>
                    <a:pt x="291" y="13141"/>
                    <a:pt x="579" y="13160"/>
                    <a:pt x="863" y="13160"/>
                  </a:cubicBezTo>
                  <a:cubicBezTo>
                    <a:pt x="4274" y="13160"/>
                    <a:pt x="7190" y="10510"/>
                    <a:pt x="7417" y="7009"/>
                  </a:cubicBezTo>
                  <a:cubicBezTo>
                    <a:pt x="7667" y="3216"/>
                    <a:pt x="4659" y="4"/>
                    <a:pt x="859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3" name="Google Shape;3961;p75"/>
            <p:cNvSpPr/>
            <p:nvPr/>
          </p:nvSpPr>
          <p:spPr>
            <a:xfrm>
              <a:off x="3373920" y="1467000"/>
              <a:ext cx="259200" cy="259200"/>
            </a:xfrm>
            <a:custGeom>
              <a:avLst/>
              <a:gdLst>
                <a:gd name="textAreaLeft" fmla="*/ 0 w 259200"/>
                <a:gd name="textAreaRight" fmla="*/ 259560 w 259200"/>
                <a:gd name="textAreaTop" fmla="*/ 0 h 259200"/>
                <a:gd name="textAreaBottom" fmla="*/ 259560 h 259200"/>
              </a:gdLst>
              <a:ahLst/>
              <a:cxnLst/>
              <a:rect l="textAreaLeft" t="textAreaTop" r="textAreaRight" b="textAreaBottom"/>
              <a:pathLst>
                <a:path w="8438" h="8438">
                  <a:moveTo>
                    <a:pt x="6654" y="430"/>
                  </a:moveTo>
                  <a:cubicBezTo>
                    <a:pt x="7400" y="430"/>
                    <a:pt x="8005" y="1035"/>
                    <a:pt x="8008" y="1781"/>
                  </a:cubicBezTo>
                  <a:lnTo>
                    <a:pt x="8008" y="6654"/>
                  </a:lnTo>
                  <a:cubicBezTo>
                    <a:pt x="8005" y="7403"/>
                    <a:pt x="7400" y="8005"/>
                    <a:pt x="6654" y="8008"/>
                  </a:cubicBezTo>
                  <a:lnTo>
                    <a:pt x="1781" y="8008"/>
                  </a:lnTo>
                  <a:cubicBezTo>
                    <a:pt x="1035" y="8005"/>
                    <a:pt x="429" y="7403"/>
                    <a:pt x="429" y="6654"/>
                  </a:cubicBezTo>
                  <a:lnTo>
                    <a:pt x="429" y="1781"/>
                  </a:lnTo>
                  <a:cubicBezTo>
                    <a:pt x="429" y="1035"/>
                    <a:pt x="1035" y="430"/>
                    <a:pt x="1781" y="430"/>
                  </a:cubicBezTo>
                  <a:close/>
                  <a:moveTo>
                    <a:pt x="1781" y="0"/>
                  </a:moveTo>
                  <a:cubicBezTo>
                    <a:pt x="795" y="0"/>
                    <a:pt x="0" y="799"/>
                    <a:pt x="0" y="1781"/>
                  </a:cubicBezTo>
                  <a:lnTo>
                    <a:pt x="0" y="6654"/>
                  </a:lnTo>
                  <a:cubicBezTo>
                    <a:pt x="0" y="7639"/>
                    <a:pt x="795" y="8434"/>
                    <a:pt x="1781" y="8438"/>
                  </a:cubicBezTo>
                  <a:lnTo>
                    <a:pt x="6654" y="8438"/>
                  </a:lnTo>
                  <a:cubicBezTo>
                    <a:pt x="7639" y="8434"/>
                    <a:pt x="8434" y="7639"/>
                    <a:pt x="8438" y="6654"/>
                  </a:cubicBezTo>
                  <a:lnTo>
                    <a:pt x="8438" y="1781"/>
                  </a:lnTo>
                  <a:cubicBezTo>
                    <a:pt x="8434" y="799"/>
                    <a:pt x="7639" y="0"/>
                    <a:pt x="6654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4" name="Google Shape;3962;p75"/>
            <p:cNvSpPr/>
            <p:nvPr/>
          </p:nvSpPr>
          <p:spPr>
            <a:xfrm>
              <a:off x="3556440" y="1499760"/>
              <a:ext cx="34920" cy="34920"/>
            </a:xfrm>
            <a:custGeom>
              <a:avLst/>
              <a:gdLst>
                <a:gd name="textAreaLeft" fmla="*/ 0 w 34920"/>
                <a:gd name="textAreaRight" fmla="*/ 35280 w 34920"/>
                <a:gd name="textAreaTop" fmla="*/ 0 h 34920"/>
                <a:gd name="textAreaBottom" fmla="*/ 35280 h 34920"/>
              </a:gdLst>
              <a:ahLst/>
              <a:cxnLst/>
              <a:rect l="textAreaLeft" t="textAreaTop" r="textAreaRight" b="textAreaBottom"/>
              <a:pathLst>
                <a:path w="1144" h="1148">
                  <a:moveTo>
                    <a:pt x="574" y="1"/>
                  </a:moveTo>
                  <a:cubicBezTo>
                    <a:pt x="257" y="1"/>
                    <a:pt x="0" y="258"/>
                    <a:pt x="0" y="575"/>
                  </a:cubicBezTo>
                  <a:cubicBezTo>
                    <a:pt x="0" y="891"/>
                    <a:pt x="257" y="1148"/>
                    <a:pt x="574" y="1148"/>
                  </a:cubicBezTo>
                  <a:cubicBezTo>
                    <a:pt x="891" y="1148"/>
                    <a:pt x="1144" y="891"/>
                    <a:pt x="1144" y="575"/>
                  </a:cubicBezTo>
                  <a:cubicBezTo>
                    <a:pt x="1144" y="258"/>
                    <a:pt x="891" y="1"/>
                    <a:pt x="574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7640" bIns="176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5" name="Google Shape;3963;p75"/>
            <p:cNvSpPr/>
            <p:nvPr/>
          </p:nvSpPr>
          <p:spPr>
            <a:xfrm>
              <a:off x="3272760" y="1387800"/>
              <a:ext cx="439920" cy="417240"/>
            </a:xfrm>
            <a:custGeom>
              <a:avLst/>
              <a:gdLst>
                <a:gd name="textAreaLeft" fmla="*/ 0 w 439920"/>
                <a:gd name="textAreaRight" fmla="*/ 440280 w 439920"/>
                <a:gd name="textAreaTop" fmla="*/ 0 h 417240"/>
                <a:gd name="textAreaBottom" fmla="*/ 417600 h 417240"/>
              </a:gdLst>
              <a:ahLst/>
              <a:cxnLst/>
              <a:rect l="textAreaLeft" t="textAreaTop" r="textAreaRight" b="textAreaBottom"/>
              <a:pathLst>
                <a:path w="14314" h="13586">
                  <a:moveTo>
                    <a:pt x="7516" y="429"/>
                  </a:moveTo>
                  <a:cubicBezTo>
                    <a:pt x="11024" y="429"/>
                    <a:pt x="13877" y="3283"/>
                    <a:pt x="13877" y="6794"/>
                  </a:cubicBezTo>
                  <a:cubicBezTo>
                    <a:pt x="13877" y="10302"/>
                    <a:pt x="11024" y="13155"/>
                    <a:pt x="7516" y="13155"/>
                  </a:cubicBezTo>
                  <a:cubicBezTo>
                    <a:pt x="4004" y="13155"/>
                    <a:pt x="1151" y="10302"/>
                    <a:pt x="1151" y="6794"/>
                  </a:cubicBezTo>
                  <a:cubicBezTo>
                    <a:pt x="1151" y="3283"/>
                    <a:pt x="4004" y="429"/>
                    <a:pt x="7516" y="429"/>
                  </a:cubicBezTo>
                  <a:close/>
                  <a:moveTo>
                    <a:pt x="7514" y="1"/>
                  </a:moveTo>
                  <a:cubicBezTo>
                    <a:pt x="6207" y="1"/>
                    <a:pt x="4892" y="377"/>
                    <a:pt x="3741" y="1147"/>
                  </a:cubicBezTo>
                  <a:cubicBezTo>
                    <a:pt x="1045" y="2945"/>
                    <a:pt x="0" y="6400"/>
                    <a:pt x="1239" y="9391"/>
                  </a:cubicBezTo>
                  <a:cubicBezTo>
                    <a:pt x="2307" y="11966"/>
                    <a:pt x="4809" y="13586"/>
                    <a:pt x="7510" y="13586"/>
                  </a:cubicBezTo>
                  <a:cubicBezTo>
                    <a:pt x="7950" y="13586"/>
                    <a:pt x="8394" y="13543"/>
                    <a:pt x="8839" y="13454"/>
                  </a:cubicBezTo>
                  <a:cubicBezTo>
                    <a:pt x="12020" y="12825"/>
                    <a:pt x="14307" y="10035"/>
                    <a:pt x="14307" y="6794"/>
                  </a:cubicBezTo>
                  <a:cubicBezTo>
                    <a:pt x="14314" y="4989"/>
                    <a:pt x="13596" y="3261"/>
                    <a:pt x="12319" y="1991"/>
                  </a:cubicBezTo>
                  <a:cubicBezTo>
                    <a:pt x="11005" y="677"/>
                    <a:pt x="9266" y="1"/>
                    <a:pt x="751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6" name="Google Shape;3964;p75"/>
            <p:cNvSpPr/>
            <p:nvPr/>
          </p:nvSpPr>
          <p:spPr>
            <a:xfrm>
              <a:off x="3373920" y="1467000"/>
              <a:ext cx="259200" cy="259200"/>
            </a:xfrm>
            <a:custGeom>
              <a:avLst/>
              <a:gdLst>
                <a:gd name="textAreaLeft" fmla="*/ 0 w 259200"/>
                <a:gd name="textAreaRight" fmla="*/ 259560 w 259200"/>
                <a:gd name="textAreaTop" fmla="*/ 0 h 259200"/>
                <a:gd name="textAreaBottom" fmla="*/ 259560 h 259200"/>
              </a:gdLst>
              <a:ahLst/>
              <a:cxnLst/>
              <a:rect l="textAreaLeft" t="textAreaTop" r="textAreaRight" b="textAreaBottom"/>
              <a:pathLst>
                <a:path w="8438" h="8438">
                  <a:moveTo>
                    <a:pt x="6654" y="430"/>
                  </a:moveTo>
                  <a:cubicBezTo>
                    <a:pt x="7400" y="430"/>
                    <a:pt x="8005" y="1035"/>
                    <a:pt x="8008" y="1781"/>
                  </a:cubicBezTo>
                  <a:lnTo>
                    <a:pt x="8008" y="6654"/>
                  </a:lnTo>
                  <a:cubicBezTo>
                    <a:pt x="8005" y="7403"/>
                    <a:pt x="7400" y="8005"/>
                    <a:pt x="6654" y="8008"/>
                  </a:cubicBezTo>
                  <a:lnTo>
                    <a:pt x="1781" y="8008"/>
                  </a:lnTo>
                  <a:cubicBezTo>
                    <a:pt x="1035" y="8005"/>
                    <a:pt x="429" y="7403"/>
                    <a:pt x="429" y="6654"/>
                  </a:cubicBezTo>
                  <a:lnTo>
                    <a:pt x="429" y="1781"/>
                  </a:lnTo>
                  <a:cubicBezTo>
                    <a:pt x="429" y="1035"/>
                    <a:pt x="1035" y="430"/>
                    <a:pt x="1781" y="430"/>
                  </a:cubicBezTo>
                  <a:close/>
                  <a:moveTo>
                    <a:pt x="1781" y="0"/>
                  </a:moveTo>
                  <a:cubicBezTo>
                    <a:pt x="795" y="0"/>
                    <a:pt x="0" y="799"/>
                    <a:pt x="0" y="1781"/>
                  </a:cubicBezTo>
                  <a:lnTo>
                    <a:pt x="0" y="6654"/>
                  </a:lnTo>
                  <a:cubicBezTo>
                    <a:pt x="0" y="7639"/>
                    <a:pt x="795" y="8434"/>
                    <a:pt x="1781" y="8438"/>
                  </a:cubicBezTo>
                  <a:lnTo>
                    <a:pt x="6654" y="8438"/>
                  </a:lnTo>
                  <a:cubicBezTo>
                    <a:pt x="7639" y="8434"/>
                    <a:pt x="8434" y="7639"/>
                    <a:pt x="8438" y="6654"/>
                  </a:cubicBezTo>
                  <a:lnTo>
                    <a:pt x="8438" y="1781"/>
                  </a:lnTo>
                  <a:cubicBezTo>
                    <a:pt x="8434" y="799"/>
                    <a:pt x="7639" y="0"/>
                    <a:pt x="6654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7" name="Google Shape;3965;p75"/>
            <p:cNvSpPr/>
            <p:nvPr/>
          </p:nvSpPr>
          <p:spPr>
            <a:xfrm>
              <a:off x="3429000" y="1528200"/>
              <a:ext cx="150480" cy="13608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136080"/>
                <a:gd name="textAreaBottom" fmla="*/ 136440 h 136080"/>
              </a:gdLst>
              <a:ahLst/>
              <a:cxnLst/>
              <a:rect l="textAreaLeft" t="textAreaTop" r="textAreaRight" b="textAreaBottom"/>
              <a:pathLst>
                <a:path w="4905" h="4440">
                  <a:moveTo>
                    <a:pt x="2426" y="0"/>
                  </a:moveTo>
                  <a:cubicBezTo>
                    <a:pt x="1830" y="0"/>
                    <a:pt x="1238" y="240"/>
                    <a:pt x="802" y="703"/>
                  </a:cubicBezTo>
                  <a:cubicBezTo>
                    <a:pt x="42" y="1516"/>
                    <a:pt x="0" y="2768"/>
                    <a:pt x="707" y="3627"/>
                  </a:cubicBezTo>
                  <a:cubicBezTo>
                    <a:pt x="1143" y="4158"/>
                    <a:pt x="1780" y="4440"/>
                    <a:pt x="2426" y="4440"/>
                  </a:cubicBezTo>
                  <a:cubicBezTo>
                    <a:pt x="2828" y="4440"/>
                    <a:pt x="3233" y="4331"/>
                    <a:pt x="3596" y="4105"/>
                  </a:cubicBezTo>
                  <a:cubicBezTo>
                    <a:pt x="3712" y="4032"/>
                    <a:pt x="3730" y="3870"/>
                    <a:pt x="3635" y="3775"/>
                  </a:cubicBezTo>
                  <a:lnTo>
                    <a:pt x="3631" y="3771"/>
                  </a:lnTo>
                  <a:cubicBezTo>
                    <a:pt x="3590" y="3730"/>
                    <a:pt x="3536" y="3708"/>
                    <a:pt x="3481" y="3708"/>
                  </a:cubicBezTo>
                  <a:cubicBezTo>
                    <a:pt x="3442" y="3708"/>
                    <a:pt x="3403" y="3719"/>
                    <a:pt x="3367" y="3743"/>
                  </a:cubicBezTo>
                  <a:cubicBezTo>
                    <a:pt x="3084" y="3916"/>
                    <a:pt x="2756" y="4010"/>
                    <a:pt x="2425" y="4010"/>
                  </a:cubicBezTo>
                  <a:cubicBezTo>
                    <a:pt x="2419" y="4010"/>
                    <a:pt x="2413" y="4010"/>
                    <a:pt x="2407" y="4010"/>
                  </a:cubicBezTo>
                  <a:cubicBezTo>
                    <a:pt x="1605" y="4003"/>
                    <a:pt x="904" y="3462"/>
                    <a:pt x="697" y="2687"/>
                  </a:cubicBezTo>
                  <a:cubicBezTo>
                    <a:pt x="489" y="1913"/>
                    <a:pt x="820" y="1094"/>
                    <a:pt x="1510" y="682"/>
                  </a:cubicBezTo>
                  <a:cubicBezTo>
                    <a:pt x="1793" y="514"/>
                    <a:pt x="2109" y="432"/>
                    <a:pt x="2422" y="432"/>
                  </a:cubicBezTo>
                  <a:cubicBezTo>
                    <a:pt x="2871" y="432"/>
                    <a:pt x="3316" y="600"/>
                    <a:pt x="3659" y="925"/>
                  </a:cubicBezTo>
                  <a:cubicBezTo>
                    <a:pt x="4240" y="1477"/>
                    <a:pt x="4381" y="2350"/>
                    <a:pt x="4008" y="3057"/>
                  </a:cubicBezTo>
                  <a:cubicBezTo>
                    <a:pt x="3962" y="3141"/>
                    <a:pt x="3976" y="3243"/>
                    <a:pt x="4043" y="3310"/>
                  </a:cubicBezTo>
                  <a:lnTo>
                    <a:pt x="4046" y="3314"/>
                  </a:lnTo>
                  <a:cubicBezTo>
                    <a:pt x="4087" y="3355"/>
                    <a:pt x="4141" y="3375"/>
                    <a:pt x="4194" y="3375"/>
                  </a:cubicBezTo>
                  <a:cubicBezTo>
                    <a:pt x="4268" y="3375"/>
                    <a:pt x="4342" y="3336"/>
                    <a:pt x="4381" y="3264"/>
                  </a:cubicBezTo>
                  <a:cubicBezTo>
                    <a:pt x="4905" y="2283"/>
                    <a:pt x="4620" y="1062"/>
                    <a:pt x="3716" y="415"/>
                  </a:cubicBezTo>
                  <a:cubicBezTo>
                    <a:pt x="3327" y="136"/>
                    <a:pt x="2875" y="0"/>
                    <a:pt x="2426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68040" bIns="68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8" name="Google Shape;3966;p75"/>
            <p:cNvSpPr/>
            <p:nvPr/>
          </p:nvSpPr>
          <p:spPr>
            <a:xfrm>
              <a:off x="3556440" y="1499760"/>
              <a:ext cx="34920" cy="34920"/>
            </a:xfrm>
            <a:custGeom>
              <a:avLst/>
              <a:gdLst>
                <a:gd name="textAreaLeft" fmla="*/ 0 w 34920"/>
                <a:gd name="textAreaRight" fmla="*/ 35280 w 34920"/>
                <a:gd name="textAreaTop" fmla="*/ 0 h 34920"/>
                <a:gd name="textAreaBottom" fmla="*/ 35280 h 34920"/>
              </a:gdLst>
              <a:ahLst/>
              <a:cxnLst/>
              <a:rect l="textAreaLeft" t="textAreaTop" r="textAreaRight" b="textAreaBottom"/>
              <a:pathLst>
                <a:path w="1144" h="1148">
                  <a:moveTo>
                    <a:pt x="574" y="1"/>
                  </a:moveTo>
                  <a:cubicBezTo>
                    <a:pt x="257" y="1"/>
                    <a:pt x="0" y="258"/>
                    <a:pt x="0" y="575"/>
                  </a:cubicBezTo>
                  <a:cubicBezTo>
                    <a:pt x="0" y="891"/>
                    <a:pt x="257" y="1148"/>
                    <a:pt x="574" y="1148"/>
                  </a:cubicBezTo>
                  <a:cubicBezTo>
                    <a:pt x="891" y="1148"/>
                    <a:pt x="1144" y="891"/>
                    <a:pt x="1144" y="575"/>
                  </a:cubicBezTo>
                  <a:cubicBezTo>
                    <a:pt x="1144" y="258"/>
                    <a:pt x="891" y="1"/>
                    <a:pt x="574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7640" bIns="176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99" name="Google Shape;3967;p75"/>
          <p:cNvGrpSpPr/>
          <p:nvPr/>
        </p:nvGrpSpPr>
        <p:grpSpPr>
          <a:xfrm>
            <a:off x="3270960" y="811080"/>
            <a:ext cx="443160" cy="417240"/>
            <a:chOff x="3270960" y="811080"/>
            <a:chExt cx="443160" cy="417240"/>
          </a:xfrm>
        </p:grpSpPr>
        <p:sp>
          <p:nvSpPr>
            <p:cNvPr id="800" name="Google Shape;3968;p75"/>
            <p:cNvSpPr/>
            <p:nvPr/>
          </p:nvSpPr>
          <p:spPr>
            <a:xfrm>
              <a:off x="3287160" y="817920"/>
              <a:ext cx="404280" cy="404280"/>
            </a:xfrm>
            <a:custGeom>
              <a:avLst/>
              <a:gdLst>
                <a:gd name="textAreaLeft" fmla="*/ 0 w 404280"/>
                <a:gd name="textAreaRight" fmla="*/ 404640 w 404280"/>
                <a:gd name="textAreaTop" fmla="*/ 0 h 404280"/>
                <a:gd name="textAreaBottom" fmla="*/ 404640 h 404280"/>
              </a:gdLst>
              <a:ahLst/>
              <a:cxnLst/>
              <a:rect l="textAreaLeft" t="textAreaTop" r="textAreaRight" b="textAreaBottom"/>
              <a:pathLst>
                <a:path w="13160" h="13156">
                  <a:moveTo>
                    <a:pt x="6580" y="1"/>
                  </a:moveTo>
                  <a:cubicBezTo>
                    <a:pt x="2949" y="1"/>
                    <a:pt x="0" y="2945"/>
                    <a:pt x="0" y="6580"/>
                  </a:cubicBezTo>
                  <a:cubicBezTo>
                    <a:pt x="0" y="10211"/>
                    <a:pt x="2949" y="13156"/>
                    <a:pt x="6580" y="13156"/>
                  </a:cubicBezTo>
                  <a:cubicBezTo>
                    <a:pt x="10214" y="13156"/>
                    <a:pt x="13159" y="10211"/>
                    <a:pt x="13159" y="6580"/>
                  </a:cubicBezTo>
                  <a:cubicBezTo>
                    <a:pt x="13159" y="2945"/>
                    <a:pt x="10214" y="1"/>
                    <a:pt x="6580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1" name="Google Shape;3969;p75"/>
            <p:cNvSpPr/>
            <p:nvPr/>
          </p:nvSpPr>
          <p:spPr>
            <a:xfrm>
              <a:off x="3462840" y="817920"/>
              <a:ext cx="235440" cy="404280"/>
            </a:xfrm>
            <a:custGeom>
              <a:avLst/>
              <a:gdLst>
                <a:gd name="textAreaLeft" fmla="*/ 0 w 235440"/>
                <a:gd name="textAreaRight" fmla="*/ 235800 w 235440"/>
                <a:gd name="textAreaTop" fmla="*/ 0 h 404280"/>
                <a:gd name="textAreaBottom" fmla="*/ 404640 h 404280"/>
              </a:gdLst>
              <a:ahLst/>
              <a:cxnLst/>
              <a:rect l="textAreaLeft" t="textAreaTop" r="textAreaRight" b="textAreaBottom"/>
              <a:pathLst>
                <a:path w="7671" h="13160">
                  <a:moveTo>
                    <a:pt x="859" y="1"/>
                  </a:moveTo>
                  <a:cubicBezTo>
                    <a:pt x="574" y="1"/>
                    <a:pt x="285" y="18"/>
                    <a:pt x="0" y="57"/>
                  </a:cubicBezTo>
                  <a:cubicBezTo>
                    <a:pt x="3276" y="486"/>
                    <a:pt x="5721" y="3276"/>
                    <a:pt x="5721" y="6580"/>
                  </a:cubicBezTo>
                  <a:cubicBezTo>
                    <a:pt x="5721" y="9880"/>
                    <a:pt x="3276" y="12670"/>
                    <a:pt x="0" y="13103"/>
                  </a:cubicBezTo>
                  <a:cubicBezTo>
                    <a:pt x="290" y="13141"/>
                    <a:pt x="578" y="13160"/>
                    <a:pt x="863" y="13160"/>
                  </a:cubicBezTo>
                  <a:cubicBezTo>
                    <a:pt x="4274" y="13160"/>
                    <a:pt x="7190" y="10510"/>
                    <a:pt x="7421" y="7009"/>
                  </a:cubicBezTo>
                  <a:cubicBezTo>
                    <a:pt x="7670" y="3216"/>
                    <a:pt x="4659" y="4"/>
                    <a:pt x="859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2" name="Google Shape;3970;p75"/>
            <p:cNvSpPr/>
            <p:nvPr/>
          </p:nvSpPr>
          <p:spPr>
            <a:xfrm>
              <a:off x="3357360" y="905760"/>
              <a:ext cx="219600" cy="316080"/>
            </a:xfrm>
            <a:custGeom>
              <a:avLst/>
              <a:gdLst>
                <a:gd name="textAreaLeft" fmla="*/ 0 w 219600"/>
                <a:gd name="textAreaRight" fmla="*/ 219960 w 219600"/>
                <a:gd name="textAreaTop" fmla="*/ 0 h 316080"/>
                <a:gd name="textAreaBottom" fmla="*/ 316440 h 316080"/>
              </a:gdLst>
              <a:ahLst/>
              <a:cxnLst/>
              <a:rect l="textAreaLeft" t="textAreaTop" r="textAreaRight" b="textAreaBottom"/>
              <a:pathLst>
                <a:path w="7151" h="10295">
                  <a:moveTo>
                    <a:pt x="6007" y="0"/>
                  </a:moveTo>
                  <a:cubicBezTo>
                    <a:pt x="3952" y="0"/>
                    <a:pt x="2003" y="1664"/>
                    <a:pt x="2003" y="3719"/>
                  </a:cubicBezTo>
                  <a:lnTo>
                    <a:pt x="2003" y="4008"/>
                  </a:lnTo>
                  <a:lnTo>
                    <a:pt x="1" y="4008"/>
                  </a:lnTo>
                  <a:lnTo>
                    <a:pt x="1" y="6010"/>
                  </a:lnTo>
                  <a:lnTo>
                    <a:pt x="2003" y="6010"/>
                  </a:lnTo>
                  <a:lnTo>
                    <a:pt x="2003" y="9894"/>
                  </a:lnTo>
                  <a:cubicBezTo>
                    <a:pt x="2643" y="10133"/>
                    <a:pt x="3318" y="10267"/>
                    <a:pt x="4005" y="10295"/>
                  </a:cubicBezTo>
                  <a:lnTo>
                    <a:pt x="4005" y="6010"/>
                  </a:lnTo>
                  <a:lnTo>
                    <a:pt x="7150" y="6010"/>
                  </a:lnTo>
                  <a:lnTo>
                    <a:pt x="7150" y="4008"/>
                  </a:lnTo>
                  <a:lnTo>
                    <a:pt x="4005" y="4008"/>
                  </a:lnTo>
                  <a:lnTo>
                    <a:pt x="4005" y="3719"/>
                  </a:lnTo>
                  <a:cubicBezTo>
                    <a:pt x="4005" y="2614"/>
                    <a:pt x="4898" y="2006"/>
                    <a:pt x="6007" y="2006"/>
                  </a:cubicBezTo>
                  <a:lnTo>
                    <a:pt x="7150" y="2006"/>
                  </a:lnTo>
                  <a:lnTo>
                    <a:pt x="7150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3" name="Google Shape;3971;p75"/>
            <p:cNvSpPr/>
            <p:nvPr/>
          </p:nvSpPr>
          <p:spPr>
            <a:xfrm>
              <a:off x="3270960" y="811080"/>
              <a:ext cx="443160" cy="417240"/>
            </a:xfrm>
            <a:custGeom>
              <a:avLst/>
              <a:gdLst>
                <a:gd name="textAreaLeft" fmla="*/ 0 w 443160"/>
                <a:gd name="textAreaRight" fmla="*/ 443520 w 443160"/>
                <a:gd name="textAreaTop" fmla="*/ 0 h 417240"/>
                <a:gd name="textAreaBottom" fmla="*/ 417600 h 417240"/>
              </a:gdLst>
              <a:ahLst/>
              <a:cxnLst/>
              <a:rect l="textAreaLeft" t="textAreaTop" r="textAreaRight" b="textAreaBottom"/>
              <a:pathLst>
                <a:path w="14424" h="13586">
                  <a:moveTo>
                    <a:pt x="7101" y="0"/>
                  </a:moveTo>
                  <a:cubicBezTo>
                    <a:pt x="6858" y="0"/>
                    <a:pt x="6614" y="13"/>
                    <a:pt x="6369" y="40"/>
                  </a:cubicBezTo>
                  <a:cubicBezTo>
                    <a:pt x="4325" y="261"/>
                    <a:pt x="2488" y="1394"/>
                    <a:pt x="1380" y="3125"/>
                  </a:cubicBezTo>
                  <a:cubicBezTo>
                    <a:pt x="268" y="4856"/>
                    <a:pt x="1" y="6996"/>
                    <a:pt x="655" y="8948"/>
                  </a:cubicBezTo>
                  <a:cubicBezTo>
                    <a:pt x="1306" y="10898"/>
                    <a:pt x="2809" y="12446"/>
                    <a:pt x="4737" y="13163"/>
                  </a:cubicBezTo>
                  <a:cubicBezTo>
                    <a:pt x="4761" y="13172"/>
                    <a:pt x="4785" y="13176"/>
                    <a:pt x="4810" y="13176"/>
                  </a:cubicBezTo>
                  <a:cubicBezTo>
                    <a:pt x="4875" y="13176"/>
                    <a:pt x="4938" y="13146"/>
                    <a:pt x="4979" y="13090"/>
                  </a:cubicBezTo>
                  <a:cubicBezTo>
                    <a:pt x="5011" y="13051"/>
                    <a:pt x="5025" y="13005"/>
                    <a:pt x="5025" y="12956"/>
                  </a:cubicBezTo>
                  <a:lnTo>
                    <a:pt x="5025" y="9078"/>
                  </a:lnTo>
                  <a:cubicBezTo>
                    <a:pt x="5025" y="8962"/>
                    <a:pt x="4930" y="8864"/>
                    <a:pt x="4811" y="8864"/>
                  </a:cubicBezTo>
                  <a:lnTo>
                    <a:pt x="3023" y="8864"/>
                  </a:lnTo>
                  <a:lnTo>
                    <a:pt x="3023" y="7291"/>
                  </a:lnTo>
                  <a:lnTo>
                    <a:pt x="4811" y="7291"/>
                  </a:lnTo>
                  <a:cubicBezTo>
                    <a:pt x="4927" y="7291"/>
                    <a:pt x="5025" y="7196"/>
                    <a:pt x="5025" y="7076"/>
                  </a:cubicBezTo>
                  <a:lnTo>
                    <a:pt x="5025" y="6791"/>
                  </a:lnTo>
                  <a:cubicBezTo>
                    <a:pt x="5025" y="4923"/>
                    <a:pt x="6795" y="3287"/>
                    <a:pt x="8815" y="3287"/>
                  </a:cubicBezTo>
                  <a:lnTo>
                    <a:pt x="9743" y="3287"/>
                  </a:lnTo>
                  <a:lnTo>
                    <a:pt x="9743" y="4860"/>
                  </a:lnTo>
                  <a:lnTo>
                    <a:pt x="8815" y="4860"/>
                  </a:lnTo>
                  <a:cubicBezTo>
                    <a:pt x="8209" y="4860"/>
                    <a:pt x="7657" y="5036"/>
                    <a:pt x="7263" y="5352"/>
                  </a:cubicBezTo>
                  <a:cubicBezTo>
                    <a:pt x="6827" y="5704"/>
                    <a:pt x="6598" y="6200"/>
                    <a:pt x="6598" y="6791"/>
                  </a:cubicBezTo>
                  <a:lnTo>
                    <a:pt x="6598" y="7076"/>
                  </a:lnTo>
                  <a:cubicBezTo>
                    <a:pt x="6598" y="7196"/>
                    <a:pt x="6693" y="7291"/>
                    <a:pt x="6813" y="7291"/>
                  </a:cubicBezTo>
                  <a:lnTo>
                    <a:pt x="7657" y="7291"/>
                  </a:lnTo>
                  <a:cubicBezTo>
                    <a:pt x="7777" y="7291"/>
                    <a:pt x="7872" y="7196"/>
                    <a:pt x="7872" y="7076"/>
                  </a:cubicBezTo>
                  <a:cubicBezTo>
                    <a:pt x="7872" y="6960"/>
                    <a:pt x="7777" y="6862"/>
                    <a:pt x="7657" y="6862"/>
                  </a:cubicBezTo>
                  <a:lnTo>
                    <a:pt x="7027" y="6862"/>
                  </a:lnTo>
                  <a:lnTo>
                    <a:pt x="7027" y="6791"/>
                  </a:lnTo>
                  <a:cubicBezTo>
                    <a:pt x="7027" y="5683"/>
                    <a:pt x="7988" y="5289"/>
                    <a:pt x="8815" y="5289"/>
                  </a:cubicBezTo>
                  <a:lnTo>
                    <a:pt x="9958" y="5289"/>
                  </a:lnTo>
                  <a:cubicBezTo>
                    <a:pt x="10074" y="5289"/>
                    <a:pt x="10173" y="5194"/>
                    <a:pt x="10173" y="5074"/>
                  </a:cubicBezTo>
                  <a:lnTo>
                    <a:pt x="10173" y="3072"/>
                  </a:lnTo>
                  <a:cubicBezTo>
                    <a:pt x="10173" y="2953"/>
                    <a:pt x="10074" y="2858"/>
                    <a:pt x="9958" y="2858"/>
                  </a:cubicBezTo>
                  <a:lnTo>
                    <a:pt x="8815" y="2858"/>
                  </a:lnTo>
                  <a:cubicBezTo>
                    <a:pt x="7766" y="2858"/>
                    <a:pt x="6704" y="3277"/>
                    <a:pt x="5898" y="4001"/>
                  </a:cubicBezTo>
                  <a:cubicBezTo>
                    <a:pt x="5057" y="4761"/>
                    <a:pt x="4596" y="5750"/>
                    <a:pt x="4596" y="6791"/>
                  </a:cubicBezTo>
                  <a:lnTo>
                    <a:pt x="4596" y="6862"/>
                  </a:lnTo>
                  <a:lnTo>
                    <a:pt x="2809" y="6862"/>
                  </a:lnTo>
                  <a:cubicBezTo>
                    <a:pt x="2689" y="6862"/>
                    <a:pt x="2594" y="6957"/>
                    <a:pt x="2594" y="7076"/>
                  </a:cubicBezTo>
                  <a:lnTo>
                    <a:pt x="2594" y="9078"/>
                  </a:lnTo>
                  <a:cubicBezTo>
                    <a:pt x="2594" y="9198"/>
                    <a:pt x="2689" y="9293"/>
                    <a:pt x="2809" y="9293"/>
                  </a:cubicBezTo>
                  <a:lnTo>
                    <a:pt x="4596" y="9293"/>
                  </a:lnTo>
                  <a:lnTo>
                    <a:pt x="4596" y="12643"/>
                  </a:lnTo>
                  <a:cubicBezTo>
                    <a:pt x="2256" y="11636"/>
                    <a:pt x="740" y="9335"/>
                    <a:pt x="733" y="6791"/>
                  </a:cubicBezTo>
                  <a:cubicBezTo>
                    <a:pt x="733" y="3280"/>
                    <a:pt x="3590" y="427"/>
                    <a:pt x="7098" y="427"/>
                  </a:cubicBezTo>
                  <a:cubicBezTo>
                    <a:pt x="10606" y="427"/>
                    <a:pt x="13459" y="3287"/>
                    <a:pt x="13459" y="6791"/>
                  </a:cubicBezTo>
                  <a:cubicBezTo>
                    <a:pt x="13459" y="10296"/>
                    <a:pt x="10606" y="13153"/>
                    <a:pt x="7098" y="13153"/>
                  </a:cubicBezTo>
                  <a:lnTo>
                    <a:pt x="7024" y="13153"/>
                  </a:lnTo>
                  <a:lnTo>
                    <a:pt x="7024" y="9297"/>
                  </a:lnTo>
                  <a:lnTo>
                    <a:pt x="9958" y="9297"/>
                  </a:lnTo>
                  <a:cubicBezTo>
                    <a:pt x="10074" y="9297"/>
                    <a:pt x="10173" y="9202"/>
                    <a:pt x="10173" y="9082"/>
                  </a:cubicBezTo>
                  <a:lnTo>
                    <a:pt x="10173" y="7080"/>
                  </a:lnTo>
                  <a:cubicBezTo>
                    <a:pt x="10173" y="6960"/>
                    <a:pt x="10074" y="6865"/>
                    <a:pt x="9958" y="6865"/>
                  </a:cubicBezTo>
                  <a:lnTo>
                    <a:pt x="8702" y="6865"/>
                  </a:lnTo>
                  <a:cubicBezTo>
                    <a:pt x="8582" y="6865"/>
                    <a:pt x="8487" y="6960"/>
                    <a:pt x="8487" y="7080"/>
                  </a:cubicBezTo>
                  <a:cubicBezTo>
                    <a:pt x="8487" y="7200"/>
                    <a:pt x="8582" y="7295"/>
                    <a:pt x="8702" y="7295"/>
                  </a:cubicBezTo>
                  <a:lnTo>
                    <a:pt x="9743" y="7295"/>
                  </a:lnTo>
                  <a:lnTo>
                    <a:pt x="9743" y="8867"/>
                  </a:lnTo>
                  <a:lnTo>
                    <a:pt x="6809" y="8867"/>
                  </a:lnTo>
                  <a:cubicBezTo>
                    <a:pt x="6693" y="8867"/>
                    <a:pt x="6594" y="8962"/>
                    <a:pt x="6594" y="9082"/>
                  </a:cubicBezTo>
                  <a:lnTo>
                    <a:pt x="6594" y="13367"/>
                  </a:lnTo>
                  <a:cubicBezTo>
                    <a:pt x="6594" y="13480"/>
                    <a:pt x="6686" y="13575"/>
                    <a:pt x="6802" y="13582"/>
                  </a:cubicBezTo>
                  <a:cubicBezTo>
                    <a:pt x="6908" y="13586"/>
                    <a:pt x="7003" y="13586"/>
                    <a:pt x="7098" y="13586"/>
                  </a:cubicBezTo>
                  <a:cubicBezTo>
                    <a:pt x="9842" y="13586"/>
                    <a:pt x="12319" y="11932"/>
                    <a:pt x="13371" y="9395"/>
                  </a:cubicBezTo>
                  <a:cubicBezTo>
                    <a:pt x="14423" y="6855"/>
                    <a:pt x="13843" y="3935"/>
                    <a:pt x="11900" y="1992"/>
                  </a:cubicBezTo>
                  <a:cubicBezTo>
                    <a:pt x="10621" y="710"/>
                    <a:pt x="8891" y="0"/>
                    <a:pt x="710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Indian Doctor's Day by Slidesgo">
  <a:themeElements>
    <a:clrScheme name="Simple Light">
      <a:dk1>
        <a:srgbClr val="0B352D"/>
      </a:dk1>
      <a:lt1>
        <a:srgbClr val="E2EEEA"/>
      </a:lt1>
      <a:dk2>
        <a:srgbClr val="78C0B5"/>
      </a:dk2>
      <a:lt2>
        <a:srgbClr val="DD6682"/>
      </a:lt2>
      <a:accent1>
        <a:srgbClr val="662708"/>
      </a:accent1>
      <a:accent2>
        <a:srgbClr val="FFEEF3"/>
      </a:accent2>
      <a:accent3>
        <a:srgbClr val="FFCDD9"/>
      </a:accent3>
      <a:accent4>
        <a:srgbClr val="617E7A"/>
      </a:accent4>
      <a:accent5>
        <a:srgbClr val="B6D3C8"/>
      </a:accent5>
      <a:accent6>
        <a:srgbClr val="38544F"/>
      </a:accent6>
      <a:hlink>
        <a:srgbClr val="662708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2859</Words>
  <Application>WPS Presentation</Application>
  <PresentationFormat/>
  <Paragraphs>115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5" baseType="lpstr">
      <vt:lpstr>Arial</vt:lpstr>
      <vt:lpstr>SimSun</vt:lpstr>
      <vt:lpstr>Wingdings</vt:lpstr>
      <vt:lpstr>Arial</vt:lpstr>
      <vt:lpstr>OpenSymbol</vt:lpstr>
      <vt:lpstr>Symbol</vt:lpstr>
      <vt:lpstr>Armata</vt:lpstr>
      <vt:lpstr>Segoe Print</vt:lpstr>
      <vt:lpstr>Candal</vt:lpstr>
      <vt:lpstr>Microsoft YaHei</vt:lpstr>
      <vt:lpstr>Arial Unicode MS</vt:lpstr>
      <vt:lpstr>Calibri</vt:lpstr>
      <vt:lpstr>Brush Script MT</vt:lpstr>
      <vt:lpstr>Impact</vt:lpstr>
      <vt:lpstr>Trebuchet MS</vt:lpstr>
      <vt:lpstr>Indian Doctor's Day by Slidesgo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THANKS!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SANKARI M 25AD104</cp:lastModifiedBy>
  <cp:revision>1</cp:revision>
  <dcterms:created xsi:type="dcterms:W3CDTF">2026-09-01T08:46:17Z</dcterms:created>
  <dcterms:modified xsi:type="dcterms:W3CDTF">2026-09-01T08:46:17Z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9</vt:r8>
  </property>
  <property fmtid="{D5CDD505-2E9C-101B-9397-08002B2CF9AE}" pid="3" name="SlidesgoGeneratedBy">
    <vt:lpwstr>slidesgo-ai</vt:lpwstr>
  </property>
  <property fmtid="{D5CDD505-2E9C-101B-9397-08002B2CF9AE}" pid="4" name="SlidesgoPresentationUuid">
    <vt:lpwstr>a2a3e88e-47a7-40b0-bff8-52b4b97cddf8</vt:lpwstr>
  </property>
  <property fmtid="{D5CDD505-2E9C-101B-9397-08002B2CF9AE}" pid="5" name="KSOProductBuildVer">
    <vt:lpwstr>1033-12.1.0.28032</vt:lpwstr>
  </property>
  <property fmtid="{D5CDD505-2E9C-101B-9397-08002B2CF9AE}" pid="6" name="ICV">
    <vt:lpwstr>677F381EF02F40E9A3CF62951E8E9992_12</vt:lpwstr>
  </property>
</Properties>
</file>